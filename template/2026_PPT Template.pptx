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69" r:id="rId3"/>
    <p:sldId id="272" r:id="rId4"/>
    <p:sldId id="286" r:id="rId5"/>
    <p:sldId id="287" r:id="rId6"/>
    <p:sldId id="301" r:id="rId7"/>
    <p:sldId id="256" r:id="rId8"/>
    <p:sldId id="257" r:id="rId9"/>
    <p:sldId id="258" r:id="rId10"/>
    <p:sldId id="283" r:id="rId11"/>
    <p:sldId id="291" r:id="rId12"/>
    <p:sldId id="282" r:id="rId13"/>
    <p:sldId id="290" r:id="rId14"/>
    <p:sldId id="281" r:id="rId15"/>
    <p:sldId id="285" r:id="rId16"/>
    <p:sldId id="293" r:id="rId17"/>
    <p:sldId id="292" r:id="rId18"/>
    <p:sldId id="289" r:id="rId19"/>
    <p:sldId id="311" r:id="rId20"/>
    <p:sldId id="310" r:id="rId21"/>
    <p:sldId id="312" r:id="rId22"/>
    <p:sldId id="267" r:id="rId23"/>
    <p:sldId id="270" r:id="rId24"/>
    <p:sldId id="284" r:id="rId25"/>
    <p:sldId id="294" r:id="rId26"/>
    <p:sldId id="261" r:id="rId27"/>
    <p:sldId id="275" r:id="rId28"/>
    <p:sldId id="299" r:id="rId29"/>
    <p:sldId id="300" r:id="rId30"/>
    <p:sldId id="260" r:id="rId31"/>
    <p:sldId id="276" r:id="rId32"/>
    <p:sldId id="302" r:id="rId33"/>
    <p:sldId id="317" r:id="rId34"/>
    <p:sldId id="309" r:id="rId35"/>
    <p:sldId id="277" r:id="rId36"/>
    <p:sldId id="295" r:id="rId37"/>
    <p:sldId id="298" r:id="rId38"/>
    <p:sldId id="304" r:id="rId39"/>
    <p:sldId id="308" r:id="rId40"/>
    <p:sldId id="297" r:id="rId41"/>
    <p:sldId id="262" r:id="rId42"/>
    <p:sldId id="263" r:id="rId43"/>
    <p:sldId id="307" r:id="rId44"/>
    <p:sldId id="305" r:id="rId45"/>
    <p:sldId id="313" r:id="rId46"/>
    <p:sldId id="315" r:id="rId47"/>
    <p:sldId id="316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가이드" id="{5B676074-C3C7-4E33-82A1-B8F989B76644}">
          <p14:sldIdLst>
            <p14:sldId id="269"/>
            <p14:sldId id="272"/>
            <p14:sldId id="286"/>
            <p14:sldId id="287"/>
            <p14:sldId id="301"/>
          </p14:sldIdLst>
        </p14:section>
        <p14:section name="표지" id="{65D52F42-0661-4B41-B441-9185E535CF94}">
          <p14:sldIdLst>
            <p14:sldId id="256"/>
          </p14:sldIdLst>
        </p14:section>
        <p14:section name="목차/간지" id="{17576DB7-0DB2-4FD3-B50E-9DE209D1F52D}">
          <p14:sldIdLst>
            <p14:sldId id="257"/>
            <p14:sldId id="258"/>
          </p14:sldIdLst>
        </p14:section>
        <p14:section name="본문" id="{A213B285-4DD1-4C1D-A27B-633F1C9F1121}">
          <p14:sldIdLst>
            <p14:sldId id="283"/>
            <p14:sldId id="291"/>
            <p14:sldId id="282"/>
            <p14:sldId id="290"/>
            <p14:sldId id="281"/>
            <p14:sldId id="285"/>
            <p14:sldId id="293"/>
            <p14:sldId id="292"/>
            <p14:sldId id="289"/>
            <p14:sldId id="311"/>
            <p14:sldId id="310"/>
            <p14:sldId id="312"/>
            <p14:sldId id="267"/>
            <p14:sldId id="270"/>
            <p14:sldId id="284"/>
            <p14:sldId id="294"/>
            <p14:sldId id="261"/>
            <p14:sldId id="275"/>
            <p14:sldId id="299"/>
            <p14:sldId id="300"/>
          </p14:sldIdLst>
        </p14:section>
        <p14:section name="타임라인/흐름" id="{9D4BB107-11D1-4A44-9ACC-0B6CE7C3E5D2}">
          <p14:sldIdLst>
            <p14:sldId id="260"/>
            <p14:sldId id="276"/>
            <p14:sldId id="302"/>
            <p14:sldId id="317"/>
            <p14:sldId id="309"/>
            <p14:sldId id="277"/>
          </p14:sldIdLst>
        </p14:section>
        <p14:section name="변화" id="{4DCBC75A-F0A0-451D-8FC4-62F9A6C094AF}">
          <p14:sldIdLst>
            <p14:sldId id="295"/>
            <p14:sldId id="298"/>
            <p14:sldId id="304"/>
            <p14:sldId id="308"/>
            <p14:sldId id="297"/>
          </p14:sldIdLst>
        </p14:section>
        <p14:section name="그래프/차트" id="{9658A8A5-B58E-4998-B187-951F90C296A1}">
          <p14:sldIdLst>
            <p14:sldId id="262"/>
            <p14:sldId id="263"/>
            <p14:sldId id="307"/>
            <p14:sldId id="305"/>
          </p14:sldIdLst>
        </p14:section>
        <p14:section name="마무리" id="{62DC044E-9886-4F21-AC6A-E8799B9F72A4}">
          <p14:sldIdLst>
            <p14:sldId id="313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1419AB"/>
    <a:srgbClr val="363AB9"/>
    <a:srgbClr val="D9D9D9"/>
    <a:srgbClr val="B0B2E9"/>
    <a:srgbClr val="7B7ED4"/>
    <a:srgbClr val="0C0E68"/>
    <a:srgbClr val="7377D1"/>
    <a:srgbClr val="3C41E6"/>
    <a:srgbClr val="393E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73" autoAdjust="0"/>
    <p:restoredTop sz="94660"/>
  </p:normalViewPr>
  <p:slideViewPr>
    <p:cSldViewPr snapToGrid="0">
      <p:cViewPr>
        <p:scale>
          <a:sx n="75" d="100"/>
          <a:sy n="75" d="100"/>
        </p:scale>
        <p:origin x="19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rgbClr val="FFD966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bg1">
                  <a:alpha val="22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BF-4EC7-93D3-8C270195C23D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  <a:alpha val="62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BF-4EC7-93D3-8C270195C23D}"/>
              </c:ext>
            </c:extLst>
          </c:dPt>
          <c:dPt>
            <c:idx val="2"/>
            <c:bubble3D val="0"/>
            <c:spPr>
              <a:solidFill>
                <a:schemeClr val="tx1">
                  <a:lumMod val="10000"/>
                  <a:lumOff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BF-4EC7-93D3-8C270195C23D}"/>
              </c:ext>
            </c:extLst>
          </c:dPt>
          <c:dPt>
            <c:idx val="3"/>
            <c:bubble3D val="0"/>
            <c:spPr>
              <a:solidFill>
                <a:srgbClr val="FFD96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BF-4EC7-93D3-8C270195C23D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20</c:v>
                </c:pt>
                <c:pt idx="2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EBF-4EC7-93D3-8C270195C2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9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rgbClr val="FFD966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bg1">
                  <a:alpha val="22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BF-4EC7-93D3-8C270195C23D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  <a:alpha val="62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BF-4EC7-93D3-8C270195C23D}"/>
              </c:ext>
            </c:extLst>
          </c:dPt>
          <c:dPt>
            <c:idx val="2"/>
            <c:bubble3D val="0"/>
            <c:spPr>
              <a:solidFill>
                <a:schemeClr val="tx1">
                  <a:lumMod val="10000"/>
                  <a:lumOff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BF-4EC7-93D3-8C270195C23D}"/>
              </c:ext>
            </c:extLst>
          </c:dPt>
          <c:dPt>
            <c:idx val="3"/>
            <c:bubble3D val="0"/>
            <c:spPr>
              <a:solidFill>
                <a:srgbClr val="FFD96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BF-4EC7-93D3-8C270195C23D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20</c:v>
                </c:pt>
                <c:pt idx="2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EBF-4EC7-93D3-8C270195C2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9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rgbClr val="FFD966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bg1">
                  <a:alpha val="22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BF-4EC7-93D3-8C270195C23D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  <a:alpha val="62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BF-4EC7-93D3-8C270195C23D}"/>
              </c:ext>
            </c:extLst>
          </c:dPt>
          <c:dPt>
            <c:idx val="2"/>
            <c:bubble3D val="0"/>
            <c:spPr>
              <a:solidFill>
                <a:schemeClr val="tx1">
                  <a:lumMod val="10000"/>
                  <a:lumOff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BF-4EC7-93D3-8C270195C23D}"/>
              </c:ext>
            </c:extLst>
          </c:dPt>
          <c:dPt>
            <c:idx val="3"/>
            <c:bubble3D val="0"/>
            <c:spPr>
              <a:solidFill>
                <a:srgbClr val="FFD96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BF-4EC7-93D3-8C270195C23D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20</c:v>
                </c:pt>
                <c:pt idx="2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EBF-4EC7-93D3-8C270195C2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9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spPr>
            <a:gradFill flip="none" rotWithShape="1">
              <a:gsLst>
                <a:gs pos="100000">
                  <a:srgbClr val="DEFEF8">
                    <a:alpha val="0"/>
                  </a:srgbClr>
                </a:gs>
                <a:gs pos="0">
                  <a:schemeClr val="bg1"/>
                </a:gs>
              </a:gsLst>
              <a:lin ang="5400000" scaled="0"/>
              <a:tileRect/>
            </a:gra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gradFill flip="none" rotWithShape="1">
                <a:gsLst>
                  <a:gs pos="100000">
                    <a:srgbClr val="DEFEF8">
                      <a:alpha val="0"/>
                    </a:srgbClr>
                  </a:gs>
                  <a:gs pos="0">
                    <a:srgbClr val="FF0000"/>
                  </a:gs>
                </a:gsLst>
                <a:lin ang="5400000" scaled="0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FA7-4781-8916-27729C19D577}"/>
              </c:ext>
            </c:extLst>
          </c:dPt>
          <c:dLbls>
            <c:dLbl>
              <c:idx val="0"/>
              <c:layout>
                <c:manualLayout>
                  <c:x val="4.1158024777779075E-3"/>
                  <c:y val="0"/>
                </c:manualLayout>
              </c:layout>
              <c:tx>
                <c:rich>
                  <a:bodyPr/>
                  <a:lstStyle/>
                  <a:p>
                    <a:fld id="{2CBF109F-1B62-4E19-B16F-5E57E1613C9D}" type="VALUE">
                      <a:rPr lang="en-US" altLang="ko-KR" sz="2000" smtClean="0">
                        <a:latin typeface="프리젠테이션 5 Medium" pitchFamily="2" charset="-127"/>
                        <a:ea typeface="프리젠테이션 5 Medium" pitchFamily="2" charset="-127"/>
                      </a:rPr>
                      <a:pPr/>
                      <a:t>[값]</a:t>
                    </a:fld>
                    <a:r>
                      <a:rPr lang="en-US" altLang="ko-KR" sz="2000" dirty="0">
                        <a:latin typeface="프리젠테이션 5 Medium" pitchFamily="2" charset="-127"/>
                        <a:ea typeface="프리젠테이션 5 Medium" pitchFamily="2" charset="-127"/>
                      </a:rPr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FA7-4781-8916-27729C19D57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2000" dirty="0">
                        <a:latin typeface="프리젠테이션 5 Medium" pitchFamily="2" charset="-127"/>
                        <a:ea typeface="프리젠테이션 5 Medium" pitchFamily="2" charset="-127"/>
                      </a:rPr>
                      <a:t>76%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A7-4781-8916-27729C19D57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2000" dirty="0">
                        <a:latin typeface="프리젠테이션 5 Medium" pitchFamily="2" charset="-127"/>
                        <a:ea typeface="프리젠테이션 5 Medium" pitchFamily="2" charset="-127"/>
                      </a:rPr>
                      <a:t>65%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FA7-4781-8916-27729C19D57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2000" dirty="0">
                        <a:latin typeface="프리젠테이션 5 Medium" pitchFamily="2" charset="-127"/>
                        <a:ea typeface="프리젠테이션 5 Medium" pitchFamily="2" charset="-127"/>
                      </a:rPr>
                      <a:t>58%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A7-4781-8916-27729C19D57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2000" dirty="0">
                        <a:latin typeface="프리젠테이션 5 Medium" pitchFamily="2" charset="-127"/>
                        <a:ea typeface="프리젠테이션 5 Medium" pitchFamily="2" charset="-127"/>
                      </a:rPr>
                      <a:t>57%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FA7-4781-8916-27729C19D5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프리젠테이션 7 Bold" pitchFamily="2" charset="-127"/>
                    <a:ea typeface="프리젠테이션 7 Bold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</c:v>
                </c:pt>
                <c:pt idx="1">
                  <c:v>76</c:v>
                </c:pt>
                <c:pt idx="2">
                  <c:v>65</c:v>
                </c:pt>
                <c:pt idx="3">
                  <c:v>58</c:v>
                </c:pt>
                <c:pt idx="4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FA7-4781-8916-27729C19D5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02</c:v>
                </c:pt>
              </c:strCache>
            </c:strRef>
          </c:tx>
          <c:spPr>
            <a:gradFill flip="none" rotWithShape="1">
              <a:gsLst>
                <a:gs pos="0">
                  <a:schemeClr val="accent3"/>
                </a:gs>
                <a:gs pos="75000">
                  <a:schemeClr val="accent3">
                    <a:lumMod val="60000"/>
                    <a:lumOff val="40000"/>
                  </a:schemeClr>
                </a:gs>
                <a:gs pos="51000">
                  <a:schemeClr val="accent3">
                    <a:alpha val="75000"/>
                  </a:schemeClr>
                </a:gs>
                <a:gs pos="100000">
                  <a:schemeClr val="accent3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A7-4781-8916-27729C19D5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03</c:v>
                </c:pt>
              </c:strCache>
            </c:strRef>
          </c:tx>
          <c:spPr>
            <a:gradFill flip="none" rotWithShape="1">
              <a:gsLst>
                <a:gs pos="0">
                  <a:schemeClr val="accent3">
                    <a:tint val="65000"/>
                  </a:schemeClr>
                </a:gs>
                <a:gs pos="75000">
                  <a:schemeClr val="accent3">
                    <a:tint val="65000"/>
                    <a:lumMod val="60000"/>
                    <a:lumOff val="40000"/>
                  </a:schemeClr>
                </a:gs>
                <a:gs pos="51000">
                  <a:schemeClr val="accent3">
                    <a:tint val="65000"/>
                    <a:alpha val="75000"/>
                  </a:schemeClr>
                </a:gs>
                <a:gs pos="100000">
                  <a:schemeClr val="accent3">
                    <a:tint val="65000"/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A7-4781-8916-27729C19D5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"/>
        <c:overlap val="77"/>
        <c:axId val="924255247"/>
        <c:axId val="924243599"/>
      </c:barChart>
      <c:catAx>
        <c:axId val="9242552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24243599"/>
        <c:crosses val="autoZero"/>
        <c:auto val="1"/>
        <c:lblAlgn val="ctr"/>
        <c:lblOffset val="100"/>
        <c:noMultiLvlLbl val="0"/>
      </c:catAx>
      <c:valAx>
        <c:axId val="924243599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24255247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</c:spPr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</c:v>
                </c:pt>
                <c:pt idx="1">
                  <c:v>-2</c:v>
                </c:pt>
                <c:pt idx="2">
                  <c:v>-3.5</c:v>
                </c:pt>
                <c:pt idx="3">
                  <c:v>-10</c:v>
                </c:pt>
                <c:pt idx="4">
                  <c:v>-8</c:v>
                </c:pt>
                <c:pt idx="5">
                  <c:v>-6.2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39-49E5-96A2-2276C87484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1419AB"/>
            </a:solidFill>
          </c:spPr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12</c:v>
                </c:pt>
                <c:pt idx="4">
                  <c:v>4</c:v>
                </c:pt>
                <c:pt idx="5">
                  <c:v>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39-49E5-96A2-2276C8748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398242160"/>
        <c:axId val="-1398245968"/>
      </c:barChart>
      <c:catAx>
        <c:axId val="-1398242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rgbClr val="484B5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1398245968"/>
        <c:crosses val="autoZero"/>
        <c:auto val="1"/>
        <c:lblAlgn val="ctr"/>
        <c:lblOffset val="0"/>
        <c:tickMarkSkip val="1"/>
        <c:noMultiLvlLbl val="0"/>
      </c:catAx>
      <c:valAx>
        <c:axId val="-1398245968"/>
        <c:scaling>
          <c:orientation val="minMax"/>
          <c:min val="-15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484B52"/>
            </a:solidFill>
          </a:ln>
        </c:spPr>
        <c:txPr>
          <a:bodyPr/>
          <a:lstStyle/>
          <a:p>
            <a:pPr>
              <a:defRPr sz="800">
                <a:solidFill>
                  <a:schemeClr val="bg1">
                    <a:lumMod val="85000"/>
                  </a:schemeClr>
                </a:solidFill>
              </a:defRPr>
            </a:pPr>
            <a:endParaRPr lang="ko-KR"/>
          </a:p>
        </c:txPr>
        <c:crossAx val="-1398242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>
              <a:lumMod val="85000"/>
            </a:schemeClr>
          </a:solidFill>
        </a:defRPr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8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7373257" y="0"/>
            <a:ext cx="4818743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514412" y="570139"/>
            <a:ext cx="10515600" cy="35696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 smtClean="0"/>
              <a:t>제안서 제목을 작성해주세요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802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51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14412" y="570139"/>
            <a:ext cx="10515600" cy="35696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 smtClean="0"/>
              <a:t>제안서 제목을 작성해주세요</a:t>
            </a:r>
            <a:endParaRPr lang="ko-KR" alt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603312" y="1286198"/>
            <a:ext cx="3248226" cy="7100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ts val="4064"/>
              </a:lnSpc>
            </a:pPr>
            <a:r>
              <a:rPr lang="en-US" altLang="ko-KR" sz="4800" dirty="0" smtClean="0">
                <a:solidFill>
                  <a:srgbClr val="171CAC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Index.</a:t>
            </a:r>
            <a:endParaRPr lang="en-US" altLang="ko-KR" sz="4800" dirty="0">
              <a:solidFill>
                <a:srgbClr val="171CAC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029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2654300" y="776865"/>
            <a:ext cx="9537700" cy="60811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>01 Contents </a:t>
            </a:r>
            <a:endParaRPr lang="ko-KR" altLang="en-US" dirty="0" smtClean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43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2654300" y="776865"/>
            <a:ext cx="9537700" cy="6081135"/>
          </a:xfrm>
          <a:prstGeom prst="rect">
            <a:avLst/>
          </a:prstGeom>
          <a:solidFill>
            <a:srgbClr val="0C0E68"/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>01 Contents </a:t>
            </a:r>
            <a:endParaRPr lang="ko-KR" altLang="en-US" dirty="0" smtClean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4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1625600"/>
            <a:ext cx="12192000" cy="523239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>01 Contents </a:t>
            </a:r>
            <a:endParaRPr lang="ko-KR" altLang="en-US" dirty="0" smtClean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9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2076450"/>
            <a:ext cx="12192000" cy="478154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>01 Contents </a:t>
            </a:r>
            <a:endParaRPr lang="ko-KR" altLang="en-US" dirty="0" smtClean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64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0"/>
            <a:ext cx="12192000" cy="5372100"/>
          </a:xfrm>
          <a:prstGeom prst="rect">
            <a:avLst/>
          </a:prstGeom>
          <a:solidFill>
            <a:srgbClr val="171CAC"/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>01 Contents 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745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23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36000" y="1496718"/>
            <a:ext cx="11520000" cy="0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 smtClean="0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683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842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3" r:id="rId3"/>
    <p:sldLayoutId id="2147483659" r:id="rId4"/>
    <p:sldLayoutId id="2147483655" r:id="rId5"/>
    <p:sldLayoutId id="2147483660" r:id="rId6"/>
    <p:sldLayoutId id="2147483656" r:id="rId7"/>
    <p:sldLayoutId id="2147483658" r:id="rId8"/>
    <p:sldLayoutId id="2147483661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9" Type="http://schemas.openxmlformats.org/officeDocument/2006/relationships/image" Target="../media/image48.png"/><Relationship Id="rId21" Type="http://schemas.openxmlformats.org/officeDocument/2006/relationships/image" Target="../media/image30.png"/><Relationship Id="rId34" Type="http://schemas.openxmlformats.org/officeDocument/2006/relationships/image" Target="../media/image43.png"/><Relationship Id="rId42" Type="http://schemas.openxmlformats.org/officeDocument/2006/relationships/image" Target="../media/image51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46.png"/><Relationship Id="rId40" Type="http://schemas.openxmlformats.org/officeDocument/2006/relationships/image" Target="../media/image49.png"/><Relationship Id="rId45" Type="http://schemas.openxmlformats.org/officeDocument/2006/relationships/image" Target="../media/image54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4" Type="http://schemas.openxmlformats.org/officeDocument/2006/relationships/image" Target="../media/image53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43" Type="http://schemas.openxmlformats.org/officeDocument/2006/relationships/image" Target="../media/image52.png"/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image" Target="../media/image47.png"/><Relationship Id="rId46" Type="http://schemas.openxmlformats.org/officeDocument/2006/relationships/image" Target="../media/image55.png"/><Relationship Id="rId20" Type="http://schemas.openxmlformats.org/officeDocument/2006/relationships/image" Target="../media/image29.png"/><Relationship Id="rId41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1"/>
          <p:cNvSpPr/>
          <p:nvPr/>
        </p:nvSpPr>
        <p:spPr>
          <a:xfrm>
            <a:off x="603311" y="664962"/>
            <a:ext cx="3689289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26’ PPT </a:t>
            </a:r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템플릿 가이드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3311" y="1286198"/>
            <a:ext cx="3295177" cy="7100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altLang="ko-K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Design Guide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621939" y="1442713"/>
            <a:ext cx="3689289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COLOR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689581" y="3202382"/>
            <a:ext cx="738660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FONT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94265" y="3569297"/>
            <a:ext cx="5284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>
                <a:latin typeface="프리젠테이션 7 Bold" pitchFamily="2" charset="-127"/>
                <a:ea typeface="프리젠테이션 7 Bold" pitchFamily="2" charset="-127"/>
              </a:rPr>
              <a:t>Pretendard</a:t>
            </a:r>
            <a:r>
              <a:rPr lang="en-US" altLang="ko-KR" sz="1600" dirty="0" smtClean="0"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lang="en-US" altLang="ko-KR" sz="1600" dirty="0" err="1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SemiBold</a:t>
            </a:r>
            <a:r>
              <a:rPr lang="en-US" altLang="ko-KR" sz="16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– </a:t>
            </a:r>
            <a:r>
              <a:rPr lang="ko-KR" altLang="en-US" sz="16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제목</a:t>
            </a:r>
            <a:r>
              <a:rPr lang="en-US" altLang="ko-KR" sz="16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 sz="16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목차</a:t>
            </a:r>
            <a:r>
              <a:rPr lang="en-US" altLang="ko-KR" sz="16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 sz="1600" dirty="0" err="1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장표</a:t>
            </a:r>
            <a:r>
              <a:rPr lang="ko-KR" altLang="en-US" sz="16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타이틀</a:t>
            </a:r>
            <a:endParaRPr lang="ko-KR" altLang="en-US" sz="16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94265" y="3903353"/>
            <a:ext cx="5284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Pretendard</a:t>
            </a:r>
            <a:r>
              <a:rPr lang="en-US" altLang="ko-KR" sz="16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16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Medium – </a:t>
            </a:r>
            <a:r>
              <a:rPr lang="ko-KR" altLang="en-US" sz="16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설명 타이틀</a:t>
            </a:r>
            <a:r>
              <a:rPr lang="en-US" altLang="ko-KR" sz="16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 </a:t>
            </a:r>
            <a:r>
              <a:rPr lang="ko-KR" altLang="en-US" sz="16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설명 상세</a:t>
            </a:r>
            <a:endParaRPr lang="ko-KR" altLang="en-US" sz="16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394265" y="4237409"/>
            <a:ext cx="5161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Pretendard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Regular -  </a:t>
            </a:r>
            <a:r>
              <a:rPr lang="ko-KR" altLang="en-US" sz="160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 상세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94265" y="4571466"/>
            <a:ext cx="5161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Pretendard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6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Light – </a:t>
            </a:r>
            <a:r>
              <a:rPr lang="ko-KR" altLang="en-US" sz="1600" dirty="0" smtClean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외 참조 등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776664" y="3545762"/>
            <a:ext cx="502905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sz="1600" dirty="0" smtClean="0">
                <a:solidFill>
                  <a:schemeClr val="bg1">
                    <a:lumMod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Style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776664" y="5034589"/>
            <a:ext cx="502905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sz="1600" dirty="0" smtClean="0">
                <a:solidFill>
                  <a:schemeClr val="bg1">
                    <a:lumMod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Size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403790" y="5058049"/>
            <a:ext cx="5284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최소 사이즈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-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권장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12pt ( </a:t>
            </a:r>
            <a:r>
              <a:rPr lang="ko-KR" altLang="en-US" sz="1400" dirty="0" err="1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상황별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10pt)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03790" y="5338855"/>
            <a:ext cx="5284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최</a:t>
            </a:r>
            <a:r>
              <a:rPr lang="ko-KR" altLang="en-US" sz="1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대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사이즈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-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권장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48pt ( </a:t>
            </a:r>
            <a:r>
              <a:rPr lang="ko-KR" altLang="en-US" sz="1400" dirty="0" err="1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상황별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50pt)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4658841" y="1860847"/>
            <a:ext cx="7309715" cy="1120739"/>
            <a:chOff x="4658841" y="1860847"/>
            <a:chExt cx="7309715" cy="1120739"/>
          </a:xfrm>
        </p:grpSpPr>
        <p:sp>
          <p:nvSpPr>
            <p:cNvPr id="15" name="직사각형 14"/>
            <p:cNvSpPr/>
            <p:nvPr/>
          </p:nvSpPr>
          <p:spPr>
            <a:xfrm>
              <a:off x="4658841" y="1860850"/>
              <a:ext cx="2659642" cy="1120736"/>
            </a:xfrm>
            <a:prstGeom prst="rect">
              <a:avLst/>
            </a:prstGeom>
            <a:solidFill>
              <a:srgbClr val="1419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7318483" y="1860850"/>
              <a:ext cx="766393" cy="1120736"/>
            </a:xfrm>
            <a:prstGeom prst="rect">
              <a:avLst/>
            </a:prstGeom>
            <a:solidFill>
              <a:srgbClr val="3C41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084876" y="1860847"/>
              <a:ext cx="766393" cy="1120736"/>
            </a:xfrm>
            <a:prstGeom prst="rect">
              <a:avLst/>
            </a:prstGeom>
            <a:solidFill>
              <a:srgbClr val="999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8851269" y="1860847"/>
              <a:ext cx="766393" cy="1120736"/>
            </a:xfrm>
            <a:prstGeom prst="rect">
              <a:avLst/>
            </a:prstGeom>
            <a:solidFill>
              <a:srgbClr val="E6E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9817034" y="1860847"/>
              <a:ext cx="1134042" cy="1120736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/>
            <p:cNvSpPr/>
            <p:nvPr/>
          </p:nvSpPr>
          <p:spPr>
            <a:xfrm rot="16200000">
              <a:off x="10899450" y="1912475"/>
              <a:ext cx="1120734" cy="1017478"/>
            </a:xfrm>
            <a:prstGeom prst="rect">
              <a:avLst/>
            </a:prstGeom>
            <a:gradFill>
              <a:gsLst>
                <a:gs pos="0">
                  <a:schemeClr val="tx1"/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 1"/>
            <p:cNvSpPr/>
            <p:nvPr/>
          </p:nvSpPr>
          <p:spPr>
            <a:xfrm>
              <a:off x="4831710" y="1937514"/>
              <a:ext cx="1629556" cy="9178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00" dirty="0" smtClean="0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R 20 G 25 B 171</a:t>
              </a:r>
            </a:p>
            <a:p>
              <a:pPr>
                <a:lnSpc>
                  <a:spcPct val="15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#1419AB</a:t>
              </a:r>
            </a:p>
          </p:txBody>
        </p:sp>
        <p:sp>
          <p:nvSpPr>
            <p:cNvPr id="62" name="Text 1"/>
            <p:cNvSpPr/>
            <p:nvPr/>
          </p:nvSpPr>
          <p:spPr>
            <a:xfrm>
              <a:off x="7367061" y="1937514"/>
              <a:ext cx="669235" cy="2643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#3C41E6</a:t>
              </a:r>
            </a:p>
          </p:txBody>
        </p:sp>
        <p:sp>
          <p:nvSpPr>
            <p:cNvPr id="63" name="Text 1"/>
            <p:cNvSpPr/>
            <p:nvPr/>
          </p:nvSpPr>
          <p:spPr>
            <a:xfrm>
              <a:off x="8133454" y="1934905"/>
              <a:ext cx="669235" cy="2643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#999DFF</a:t>
              </a:r>
            </a:p>
          </p:txBody>
        </p:sp>
        <p:sp>
          <p:nvSpPr>
            <p:cNvPr id="64" name="Text 1"/>
            <p:cNvSpPr/>
            <p:nvPr/>
          </p:nvSpPr>
          <p:spPr>
            <a:xfrm>
              <a:off x="8899847" y="1944194"/>
              <a:ext cx="669235" cy="2643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#E6E7FF</a:t>
              </a:r>
            </a:p>
          </p:txBody>
        </p:sp>
        <p:sp>
          <p:nvSpPr>
            <p:cNvPr id="66" name="Text 1"/>
            <p:cNvSpPr/>
            <p:nvPr/>
          </p:nvSpPr>
          <p:spPr>
            <a:xfrm>
              <a:off x="10035812" y="1931497"/>
              <a:ext cx="669235" cy="2643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#DDDDDD</a:t>
              </a:r>
            </a:p>
          </p:txBody>
        </p:sp>
        <p:sp>
          <p:nvSpPr>
            <p:cNvPr id="73" name="Text 1"/>
            <p:cNvSpPr/>
            <p:nvPr/>
          </p:nvSpPr>
          <p:spPr>
            <a:xfrm>
              <a:off x="11125199" y="1931496"/>
              <a:ext cx="669235" cy="2643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en-US" sz="1000" dirty="0" smtClean="0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#K0~100</a:t>
              </a:r>
              <a:endParaRPr lang="en-US" sz="10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</p:grpSp>
      <p:cxnSp>
        <p:nvCxnSpPr>
          <p:cNvPr id="4" name="직선 연결선 3"/>
          <p:cNvCxnSpPr/>
          <p:nvPr/>
        </p:nvCxnSpPr>
        <p:spPr>
          <a:xfrm>
            <a:off x="4658841" y="3086267"/>
            <a:ext cx="753315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1"/>
          <p:cNvSpPr/>
          <p:nvPr/>
        </p:nvSpPr>
        <p:spPr>
          <a:xfrm>
            <a:off x="4776664" y="6042101"/>
            <a:ext cx="502905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sz="1600" dirty="0" smtClean="0">
                <a:solidFill>
                  <a:schemeClr val="bg1">
                    <a:lumMod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File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403790" y="6058104"/>
            <a:ext cx="3653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두레이 자료실 및 </a:t>
            </a:r>
            <a:r>
              <a:rPr lang="ko-KR" altLang="en-US" sz="1400" dirty="0" err="1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공유폴더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403790" y="5619871"/>
            <a:ext cx="5284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12pt&lt;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짝수 크기로 조절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(14,16,18…)&gt;48pt</a:t>
            </a:r>
            <a:endParaRPr lang="ko-KR" altLang="en-US"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3690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/>
          <p:cNvSpPr/>
          <p:nvPr/>
        </p:nvSpPr>
        <p:spPr>
          <a:xfrm>
            <a:off x="7727121" y="3424566"/>
            <a:ext cx="2186136" cy="25117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 1"/>
          <p:cNvSpPr/>
          <p:nvPr/>
        </p:nvSpPr>
        <p:spPr>
          <a:xfrm>
            <a:off x="603311" y="664962"/>
            <a:ext cx="3689289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26’ PPT </a:t>
            </a:r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템플릿 가이드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621939" y="1442713"/>
            <a:ext cx="3689289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CONTENTS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658841" y="1860850"/>
            <a:ext cx="3285352" cy="1120736"/>
          </a:xfrm>
          <a:prstGeom prst="rect">
            <a:avLst/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 1"/>
          <p:cNvSpPr/>
          <p:nvPr/>
        </p:nvSpPr>
        <p:spPr>
          <a:xfrm>
            <a:off x="4838357" y="1996240"/>
            <a:ext cx="2300610" cy="775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 smtClean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라운드</a:t>
            </a:r>
            <a:r>
              <a:rPr lang="en-US" sz="1200" dirty="0" smtClean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0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 smtClean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기본 본문 텍스트</a:t>
            </a:r>
            <a:r>
              <a:rPr lang="en-US" altLang="ko-KR" sz="1200" dirty="0" smtClean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 smtClean="0">
                <a:solidFill>
                  <a:srgbClr val="FF4B4B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강조 텍스트</a:t>
            </a:r>
            <a:r>
              <a:rPr lang="en-US" sz="1200" dirty="0" smtClean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endParaRPr lang="en-US" sz="1200" dirty="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5" name="Text 1"/>
          <p:cNvSpPr/>
          <p:nvPr/>
        </p:nvSpPr>
        <p:spPr>
          <a:xfrm>
            <a:off x="8070501" y="2114259"/>
            <a:ext cx="1244698" cy="809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라운드</a:t>
            </a:r>
            <a:r>
              <a:rPr lang="en-US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0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기본 본문 텍스트</a:t>
            </a:r>
            <a:r>
              <a:rPr lang="en-US" altLang="ko-KR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 smtClean="0">
                <a:solidFill>
                  <a:srgbClr val="FF4B4B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강조 텍스트</a:t>
            </a:r>
            <a:r>
              <a:rPr lang="en-US" sz="1200" dirty="0" smtClean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endParaRPr lang="en-US" sz="1200" dirty="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1229546" y="1860850"/>
            <a:ext cx="962454" cy="1120736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 1"/>
          <p:cNvSpPr/>
          <p:nvPr/>
        </p:nvSpPr>
        <p:spPr>
          <a:xfrm>
            <a:off x="11396455" y="1917854"/>
            <a:ext cx="669235" cy="26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#FF4B4B</a:t>
            </a:r>
          </a:p>
        </p:txBody>
      </p:sp>
      <p:cxnSp>
        <p:nvCxnSpPr>
          <p:cNvPr id="41" name="직선 연결선 40"/>
          <p:cNvCxnSpPr/>
          <p:nvPr/>
        </p:nvCxnSpPr>
        <p:spPr>
          <a:xfrm>
            <a:off x="4658841" y="3086267"/>
            <a:ext cx="753315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1"/>
          <p:cNvSpPr/>
          <p:nvPr/>
        </p:nvSpPr>
        <p:spPr>
          <a:xfrm>
            <a:off x="4689581" y="3202382"/>
            <a:ext cx="738660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LOGO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73" name="그림 7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05" y="3592074"/>
            <a:ext cx="1355389" cy="384565"/>
          </a:xfrm>
          <a:prstGeom prst="rect">
            <a:avLst/>
          </a:prstGeom>
        </p:spPr>
      </p:pic>
      <p:pic>
        <p:nvPicPr>
          <p:cNvPr id="75" name="그림 7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05" y="4039331"/>
            <a:ext cx="1355389" cy="384565"/>
          </a:xfrm>
          <a:prstGeom prst="rect">
            <a:avLst/>
          </a:prstGeom>
        </p:spPr>
      </p:pic>
      <p:sp>
        <p:nvSpPr>
          <p:cNvPr id="77" name="Text 1"/>
          <p:cNvSpPr/>
          <p:nvPr/>
        </p:nvSpPr>
        <p:spPr>
          <a:xfrm>
            <a:off x="4776664" y="3545762"/>
            <a:ext cx="502905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sz="1600" dirty="0" smtClean="0">
                <a:solidFill>
                  <a:schemeClr val="bg1">
                    <a:lumMod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Kor.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8" name="Text 1"/>
          <p:cNvSpPr/>
          <p:nvPr/>
        </p:nvSpPr>
        <p:spPr>
          <a:xfrm>
            <a:off x="4776664" y="4653589"/>
            <a:ext cx="502905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sz="1600" dirty="0" smtClean="0">
                <a:solidFill>
                  <a:schemeClr val="bg1">
                    <a:lumMod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Eng.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79" name="그림 7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193" y="3592074"/>
            <a:ext cx="1355389" cy="384565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193" y="4039331"/>
            <a:ext cx="1355389" cy="384565"/>
          </a:xfrm>
          <a:prstGeom prst="rect">
            <a:avLst/>
          </a:prstGeom>
        </p:spPr>
      </p:pic>
      <p:pic>
        <p:nvPicPr>
          <p:cNvPr id="82" name="그림 8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06" y="4760920"/>
            <a:ext cx="1550769" cy="385180"/>
          </a:xfrm>
          <a:prstGeom prst="rect">
            <a:avLst/>
          </a:prstGeom>
        </p:spPr>
      </p:pic>
      <p:pic>
        <p:nvPicPr>
          <p:cNvPr id="83" name="그림 8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06" y="5208176"/>
            <a:ext cx="1550768" cy="385179"/>
          </a:xfrm>
          <a:prstGeom prst="rect">
            <a:avLst/>
          </a:prstGeom>
        </p:spPr>
      </p:pic>
      <p:pic>
        <p:nvPicPr>
          <p:cNvPr id="84" name="그림 8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194" y="4754227"/>
            <a:ext cx="1550768" cy="385179"/>
          </a:xfrm>
          <a:prstGeom prst="rect">
            <a:avLst/>
          </a:prstGeom>
        </p:spPr>
      </p:pic>
      <p:pic>
        <p:nvPicPr>
          <p:cNvPr id="85" name="그림 8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194" y="5208925"/>
            <a:ext cx="1543370" cy="383342"/>
          </a:xfrm>
          <a:prstGeom prst="rect">
            <a:avLst/>
          </a:prstGeom>
        </p:spPr>
      </p:pic>
      <p:sp>
        <p:nvSpPr>
          <p:cNvPr id="86" name="직사각형 85"/>
          <p:cNvSpPr/>
          <p:nvPr/>
        </p:nvSpPr>
        <p:spPr>
          <a:xfrm>
            <a:off x="7944193" y="1862299"/>
            <a:ext cx="3285352" cy="1120736"/>
          </a:xfrm>
          <a:prstGeom prst="rect">
            <a:avLst/>
          </a:prstGeom>
          <a:solidFill>
            <a:srgbClr val="E6E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 1"/>
          <p:cNvSpPr/>
          <p:nvPr/>
        </p:nvSpPr>
        <p:spPr>
          <a:xfrm>
            <a:off x="8123709" y="2026067"/>
            <a:ext cx="2300610" cy="775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 smtClean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라운드</a:t>
            </a:r>
            <a:r>
              <a:rPr lang="en-US" sz="1200" dirty="0" smtClean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0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 smtClean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기본 본문 텍스트</a:t>
            </a:r>
            <a:r>
              <a:rPr lang="en-US" altLang="ko-KR" sz="1200" dirty="0" smtClean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 smtClean="0">
                <a:solidFill>
                  <a:srgbClr val="FF4B4B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강조 텍스트</a:t>
            </a:r>
            <a:r>
              <a:rPr lang="en-US" sz="1200" dirty="0" smtClean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endParaRPr lang="en-US" sz="1200" dirty="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311" y="1286198"/>
            <a:ext cx="3295177" cy="7100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altLang="ko-K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Design Guide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091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90;p34"/>
          <p:cNvGrpSpPr/>
          <p:nvPr/>
        </p:nvGrpSpPr>
        <p:grpSpPr>
          <a:xfrm flipH="1">
            <a:off x="471421" y="1975911"/>
            <a:ext cx="654182" cy="632232"/>
            <a:chOff x="-4654550" y="-5829300"/>
            <a:chExt cx="1703388" cy="1646238"/>
          </a:xfrm>
          <a:solidFill>
            <a:schemeClr val="bg1">
              <a:lumMod val="75000"/>
            </a:schemeClr>
          </a:solidFill>
        </p:grpSpPr>
        <p:sp>
          <p:nvSpPr>
            <p:cNvPr id="3" name="Google Shape;691;p34"/>
            <p:cNvSpPr/>
            <p:nvPr/>
          </p:nvSpPr>
          <p:spPr>
            <a:xfrm>
              <a:off x="-4025900" y="-4508500"/>
              <a:ext cx="161925" cy="412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" name="Google Shape;692;p34"/>
            <p:cNvSpPr/>
            <p:nvPr/>
          </p:nvSpPr>
          <p:spPr>
            <a:xfrm>
              <a:off x="-4654550" y="-5829300"/>
              <a:ext cx="1703388" cy="1646238"/>
            </a:xfrm>
            <a:custGeom>
              <a:avLst/>
              <a:gdLst/>
              <a:ahLst/>
              <a:cxnLst/>
              <a:rect l="l" t="t" r="r" b="b"/>
              <a:pathLst>
                <a:path w="1701" h="1644" extrusionOk="0">
                  <a:moveTo>
                    <a:pt x="1634" y="425"/>
                  </a:moveTo>
                  <a:cubicBezTo>
                    <a:pt x="1595" y="378"/>
                    <a:pt x="1543" y="343"/>
                    <a:pt x="1484" y="326"/>
                  </a:cubicBezTo>
                  <a:cubicBezTo>
                    <a:pt x="1477" y="145"/>
                    <a:pt x="1328" y="0"/>
                    <a:pt x="1146" y="0"/>
                  </a:cubicBezTo>
                  <a:cubicBezTo>
                    <a:pt x="1069" y="0"/>
                    <a:pt x="993" y="27"/>
                    <a:pt x="933" y="75"/>
                  </a:cubicBezTo>
                  <a:cubicBezTo>
                    <a:pt x="882" y="117"/>
                    <a:pt x="844" y="173"/>
                    <a:pt x="824" y="236"/>
                  </a:cubicBezTo>
                  <a:cubicBezTo>
                    <a:pt x="797" y="225"/>
                    <a:pt x="768" y="219"/>
                    <a:pt x="739" y="219"/>
                  </a:cubicBezTo>
                  <a:cubicBezTo>
                    <a:pt x="648" y="219"/>
                    <a:pt x="570" y="272"/>
                    <a:pt x="532" y="348"/>
                  </a:cubicBezTo>
                  <a:cubicBezTo>
                    <a:pt x="102" y="348"/>
                    <a:pt x="102" y="348"/>
                    <a:pt x="102" y="348"/>
                  </a:cubicBezTo>
                  <a:cubicBezTo>
                    <a:pt x="46" y="348"/>
                    <a:pt x="1" y="394"/>
                    <a:pt x="0" y="450"/>
                  </a:cubicBezTo>
                  <a:cubicBezTo>
                    <a:pt x="0" y="531"/>
                    <a:pt x="0" y="531"/>
                    <a:pt x="0" y="531"/>
                  </a:cubicBezTo>
                  <a:cubicBezTo>
                    <a:pt x="41" y="531"/>
                    <a:pt x="41" y="531"/>
                    <a:pt x="41" y="531"/>
                  </a:cubicBezTo>
                  <a:cubicBezTo>
                    <a:pt x="41" y="450"/>
                    <a:pt x="41" y="450"/>
                    <a:pt x="41" y="450"/>
                  </a:cubicBezTo>
                  <a:cubicBezTo>
                    <a:pt x="41" y="416"/>
                    <a:pt x="68" y="389"/>
                    <a:pt x="102" y="389"/>
                  </a:cubicBezTo>
                  <a:cubicBezTo>
                    <a:pt x="517" y="389"/>
                    <a:pt x="517" y="389"/>
                    <a:pt x="517" y="389"/>
                  </a:cubicBezTo>
                  <a:cubicBezTo>
                    <a:pt x="512" y="407"/>
                    <a:pt x="509" y="427"/>
                    <a:pt x="509" y="447"/>
                  </a:cubicBezTo>
                  <a:cubicBezTo>
                    <a:pt x="422" y="486"/>
                    <a:pt x="365" y="574"/>
                    <a:pt x="365" y="670"/>
                  </a:cubicBezTo>
                  <a:cubicBezTo>
                    <a:pt x="365" y="805"/>
                    <a:pt x="475" y="915"/>
                    <a:pt x="610" y="915"/>
                  </a:cubicBezTo>
                  <a:cubicBezTo>
                    <a:pt x="1378" y="915"/>
                    <a:pt x="1378" y="915"/>
                    <a:pt x="1378" y="915"/>
                  </a:cubicBezTo>
                  <a:cubicBezTo>
                    <a:pt x="1378" y="1239"/>
                    <a:pt x="1378" y="1239"/>
                    <a:pt x="1378" y="1239"/>
                  </a:cubicBezTo>
                  <a:cubicBezTo>
                    <a:pt x="41" y="1239"/>
                    <a:pt x="41" y="1239"/>
                    <a:pt x="41" y="1239"/>
                  </a:cubicBezTo>
                  <a:cubicBezTo>
                    <a:pt x="41" y="612"/>
                    <a:pt x="41" y="612"/>
                    <a:pt x="41" y="612"/>
                  </a:cubicBezTo>
                  <a:cubicBezTo>
                    <a:pt x="0" y="612"/>
                    <a:pt x="0" y="612"/>
                    <a:pt x="0" y="612"/>
                  </a:cubicBezTo>
                  <a:cubicBezTo>
                    <a:pt x="0" y="1341"/>
                    <a:pt x="0" y="1341"/>
                    <a:pt x="0" y="1341"/>
                  </a:cubicBezTo>
                  <a:cubicBezTo>
                    <a:pt x="1" y="1396"/>
                    <a:pt x="46" y="1442"/>
                    <a:pt x="102" y="1442"/>
                  </a:cubicBezTo>
                  <a:cubicBezTo>
                    <a:pt x="527" y="1442"/>
                    <a:pt x="527" y="1442"/>
                    <a:pt x="527" y="1442"/>
                  </a:cubicBezTo>
                  <a:cubicBezTo>
                    <a:pt x="527" y="1523"/>
                    <a:pt x="527" y="1523"/>
                    <a:pt x="527" y="1523"/>
                  </a:cubicBezTo>
                  <a:cubicBezTo>
                    <a:pt x="492" y="1523"/>
                    <a:pt x="385" y="1523"/>
                    <a:pt x="385" y="1624"/>
                  </a:cubicBezTo>
                  <a:cubicBezTo>
                    <a:pt x="385" y="1635"/>
                    <a:pt x="394" y="1644"/>
                    <a:pt x="405" y="1644"/>
                  </a:cubicBezTo>
                  <a:cubicBezTo>
                    <a:pt x="1013" y="1644"/>
                    <a:pt x="1013" y="1644"/>
                    <a:pt x="1013" y="1644"/>
                  </a:cubicBezTo>
                  <a:cubicBezTo>
                    <a:pt x="1024" y="1644"/>
                    <a:pt x="1033" y="1635"/>
                    <a:pt x="1033" y="1624"/>
                  </a:cubicBezTo>
                  <a:cubicBezTo>
                    <a:pt x="1033" y="1523"/>
                    <a:pt x="927" y="1523"/>
                    <a:pt x="892" y="1523"/>
                  </a:cubicBezTo>
                  <a:cubicBezTo>
                    <a:pt x="892" y="1442"/>
                    <a:pt x="892" y="1442"/>
                    <a:pt x="892" y="1442"/>
                  </a:cubicBezTo>
                  <a:cubicBezTo>
                    <a:pt x="1317" y="1442"/>
                    <a:pt x="1317" y="1442"/>
                    <a:pt x="1317" y="1442"/>
                  </a:cubicBezTo>
                  <a:cubicBezTo>
                    <a:pt x="1373" y="1442"/>
                    <a:pt x="1418" y="1396"/>
                    <a:pt x="1418" y="1341"/>
                  </a:cubicBezTo>
                  <a:cubicBezTo>
                    <a:pt x="1418" y="915"/>
                    <a:pt x="1418" y="915"/>
                    <a:pt x="1418" y="915"/>
                  </a:cubicBezTo>
                  <a:cubicBezTo>
                    <a:pt x="1576" y="906"/>
                    <a:pt x="1701" y="775"/>
                    <a:pt x="1701" y="615"/>
                  </a:cubicBezTo>
                  <a:cubicBezTo>
                    <a:pt x="1701" y="546"/>
                    <a:pt x="1677" y="479"/>
                    <a:pt x="1634" y="425"/>
                  </a:cubicBezTo>
                  <a:close/>
                  <a:moveTo>
                    <a:pt x="990" y="1604"/>
                  </a:moveTo>
                  <a:cubicBezTo>
                    <a:pt x="428" y="1604"/>
                    <a:pt x="428" y="1604"/>
                    <a:pt x="428" y="1604"/>
                  </a:cubicBezTo>
                  <a:cubicBezTo>
                    <a:pt x="435" y="1579"/>
                    <a:pt x="460" y="1563"/>
                    <a:pt x="527" y="1563"/>
                  </a:cubicBezTo>
                  <a:cubicBezTo>
                    <a:pt x="547" y="1563"/>
                    <a:pt x="547" y="1563"/>
                    <a:pt x="547" y="1563"/>
                  </a:cubicBezTo>
                  <a:cubicBezTo>
                    <a:pt x="871" y="1563"/>
                    <a:pt x="871" y="1563"/>
                    <a:pt x="871" y="1563"/>
                  </a:cubicBezTo>
                  <a:cubicBezTo>
                    <a:pt x="892" y="1563"/>
                    <a:pt x="892" y="1563"/>
                    <a:pt x="892" y="1563"/>
                  </a:cubicBezTo>
                  <a:cubicBezTo>
                    <a:pt x="959" y="1563"/>
                    <a:pt x="983" y="1579"/>
                    <a:pt x="990" y="1604"/>
                  </a:cubicBezTo>
                  <a:close/>
                  <a:moveTo>
                    <a:pt x="851" y="1523"/>
                  </a:moveTo>
                  <a:cubicBezTo>
                    <a:pt x="567" y="1523"/>
                    <a:pt x="567" y="1523"/>
                    <a:pt x="567" y="1523"/>
                  </a:cubicBezTo>
                  <a:cubicBezTo>
                    <a:pt x="567" y="1442"/>
                    <a:pt x="567" y="1442"/>
                    <a:pt x="567" y="1442"/>
                  </a:cubicBezTo>
                  <a:cubicBezTo>
                    <a:pt x="851" y="1442"/>
                    <a:pt x="851" y="1442"/>
                    <a:pt x="851" y="1442"/>
                  </a:cubicBezTo>
                  <a:lnTo>
                    <a:pt x="851" y="1523"/>
                  </a:lnTo>
                  <a:close/>
                  <a:moveTo>
                    <a:pt x="1378" y="1341"/>
                  </a:moveTo>
                  <a:cubicBezTo>
                    <a:pt x="1378" y="1374"/>
                    <a:pt x="1350" y="1401"/>
                    <a:pt x="1317" y="1401"/>
                  </a:cubicBezTo>
                  <a:cubicBezTo>
                    <a:pt x="871" y="1401"/>
                    <a:pt x="871" y="1401"/>
                    <a:pt x="871" y="1401"/>
                  </a:cubicBezTo>
                  <a:cubicBezTo>
                    <a:pt x="547" y="1401"/>
                    <a:pt x="547" y="1401"/>
                    <a:pt x="547" y="1401"/>
                  </a:cubicBezTo>
                  <a:cubicBezTo>
                    <a:pt x="102" y="1401"/>
                    <a:pt x="102" y="1401"/>
                    <a:pt x="102" y="1401"/>
                  </a:cubicBezTo>
                  <a:cubicBezTo>
                    <a:pt x="68" y="1401"/>
                    <a:pt x="41" y="1374"/>
                    <a:pt x="41" y="1341"/>
                  </a:cubicBezTo>
                  <a:cubicBezTo>
                    <a:pt x="41" y="1280"/>
                    <a:pt x="41" y="1280"/>
                    <a:pt x="41" y="1280"/>
                  </a:cubicBezTo>
                  <a:cubicBezTo>
                    <a:pt x="1378" y="1280"/>
                    <a:pt x="1378" y="1280"/>
                    <a:pt x="1378" y="1280"/>
                  </a:cubicBezTo>
                  <a:lnTo>
                    <a:pt x="1378" y="1341"/>
                  </a:lnTo>
                  <a:close/>
                  <a:moveTo>
                    <a:pt x="1418" y="868"/>
                  </a:moveTo>
                  <a:cubicBezTo>
                    <a:pt x="1412" y="868"/>
                    <a:pt x="1407" y="868"/>
                    <a:pt x="1401" y="868"/>
                  </a:cubicBezTo>
                  <a:cubicBezTo>
                    <a:pt x="1378" y="868"/>
                    <a:pt x="1378" y="868"/>
                    <a:pt x="1378" y="868"/>
                  </a:cubicBezTo>
                  <a:cubicBezTo>
                    <a:pt x="610" y="868"/>
                    <a:pt x="610" y="868"/>
                    <a:pt x="610" y="868"/>
                  </a:cubicBezTo>
                  <a:cubicBezTo>
                    <a:pt x="501" y="868"/>
                    <a:pt x="412" y="779"/>
                    <a:pt x="412" y="670"/>
                  </a:cubicBezTo>
                  <a:cubicBezTo>
                    <a:pt x="412" y="588"/>
                    <a:pt x="464" y="513"/>
                    <a:pt x="541" y="484"/>
                  </a:cubicBezTo>
                  <a:cubicBezTo>
                    <a:pt x="551" y="481"/>
                    <a:pt x="557" y="471"/>
                    <a:pt x="557" y="461"/>
                  </a:cubicBezTo>
                  <a:cubicBezTo>
                    <a:pt x="556" y="456"/>
                    <a:pt x="556" y="452"/>
                    <a:pt x="556" y="449"/>
                  </a:cubicBezTo>
                  <a:cubicBezTo>
                    <a:pt x="556" y="428"/>
                    <a:pt x="560" y="408"/>
                    <a:pt x="566" y="389"/>
                  </a:cubicBezTo>
                  <a:cubicBezTo>
                    <a:pt x="571" y="374"/>
                    <a:pt x="578" y="361"/>
                    <a:pt x="586" y="348"/>
                  </a:cubicBezTo>
                  <a:cubicBezTo>
                    <a:pt x="619" y="299"/>
                    <a:pt x="675" y="266"/>
                    <a:pt x="739" y="266"/>
                  </a:cubicBezTo>
                  <a:cubicBezTo>
                    <a:pt x="770" y="266"/>
                    <a:pt x="800" y="274"/>
                    <a:pt x="827" y="289"/>
                  </a:cubicBezTo>
                  <a:cubicBezTo>
                    <a:pt x="834" y="293"/>
                    <a:pt x="842" y="293"/>
                    <a:pt x="848" y="290"/>
                  </a:cubicBezTo>
                  <a:cubicBezTo>
                    <a:pt x="855" y="287"/>
                    <a:pt x="860" y="281"/>
                    <a:pt x="862" y="274"/>
                  </a:cubicBezTo>
                  <a:cubicBezTo>
                    <a:pt x="876" y="211"/>
                    <a:pt x="912" y="153"/>
                    <a:pt x="963" y="112"/>
                  </a:cubicBezTo>
                  <a:cubicBezTo>
                    <a:pt x="1014" y="70"/>
                    <a:pt x="1079" y="47"/>
                    <a:pt x="1146" y="47"/>
                  </a:cubicBezTo>
                  <a:cubicBezTo>
                    <a:pt x="1307" y="47"/>
                    <a:pt x="1438" y="178"/>
                    <a:pt x="1438" y="339"/>
                  </a:cubicBezTo>
                  <a:cubicBezTo>
                    <a:pt x="1438" y="340"/>
                    <a:pt x="1438" y="342"/>
                    <a:pt x="1438" y="343"/>
                  </a:cubicBezTo>
                  <a:cubicBezTo>
                    <a:pt x="1438" y="344"/>
                    <a:pt x="1438" y="344"/>
                    <a:pt x="1438" y="344"/>
                  </a:cubicBezTo>
                  <a:cubicBezTo>
                    <a:pt x="1437" y="355"/>
                    <a:pt x="1445" y="365"/>
                    <a:pt x="1456" y="367"/>
                  </a:cubicBezTo>
                  <a:cubicBezTo>
                    <a:pt x="1511" y="379"/>
                    <a:pt x="1562" y="411"/>
                    <a:pt x="1598" y="455"/>
                  </a:cubicBezTo>
                  <a:cubicBezTo>
                    <a:pt x="1634" y="500"/>
                    <a:pt x="1654" y="557"/>
                    <a:pt x="1654" y="615"/>
                  </a:cubicBezTo>
                  <a:cubicBezTo>
                    <a:pt x="1654" y="749"/>
                    <a:pt x="1550" y="859"/>
                    <a:pt x="1418" y="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" name="Google Shape;693;p34"/>
          <p:cNvSpPr/>
          <p:nvPr/>
        </p:nvSpPr>
        <p:spPr>
          <a:xfrm flipH="1">
            <a:off x="6998262" y="1322093"/>
            <a:ext cx="610477" cy="417228"/>
          </a:xfrm>
          <a:custGeom>
            <a:avLst/>
            <a:gdLst/>
            <a:ahLst/>
            <a:cxnLst/>
            <a:rect l="l" t="t" r="r" b="b"/>
            <a:pathLst>
              <a:path w="1417" h="970" extrusionOk="0">
                <a:moveTo>
                  <a:pt x="1346" y="451"/>
                </a:moveTo>
                <a:cubicBezTo>
                  <a:pt x="1305" y="400"/>
                  <a:pt x="1249" y="363"/>
                  <a:pt x="1187" y="345"/>
                </a:cubicBezTo>
                <a:cubicBezTo>
                  <a:pt x="1180" y="153"/>
                  <a:pt x="1022" y="0"/>
                  <a:pt x="828" y="0"/>
                </a:cubicBezTo>
                <a:cubicBezTo>
                  <a:pt x="746" y="0"/>
                  <a:pt x="666" y="28"/>
                  <a:pt x="603" y="79"/>
                </a:cubicBezTo>
                <a:cubicBezTo>
                  <a:pt x="548" y="123"/>
                  <a:pt x="507" y="183"/>
                  <a:pt x="486" y="249"/>
                </a:cubicBezTo>
                <a:cubicBezTo>
                  <a:pt x="458" y="238"/>
                  <a:pt x="427" y="232"/>
                  <a:pt x="396" y="232"/>
                </a:cubicBezTo>
                <a:cubicBezTo>
                  <a:pt x="262" y="232"/>
                  <a:pt x="154" y="340"/>
                  <a:pt x="153" y="473"/>
                </a:cubicBezTo>
                <a:cubicBezTo>
                  <a:pt x="61" y="515"/>
                  <a:pt x="0" y="608"/>
                  <a:pt x="0" y="710"/>
                </a:cubicBezTo>
                <a:cubicBezTo>
                  <a:pt x="0" y="854"/>
                  <a:pt x="117" y="970"/>
                  <a:pt x="260" y="970"/>
                </a:cubicBezTo>
                <a:cubicBezTo>
                  <a:pt x="1099" y="970"/>
                  <a:pt x="1099" y="970"/>
                  <a:pt x="1099" y="970"/>
                </a:cubicBezTo>
                <a:cubicBezTo>
                  <a:pt x="1274" y="970"/>
                  <a:pt x="1417" y="827"/>
                  <a:pt x="1417" y="651"/>
                </a:cubicBezTo>
                <a:cubicBezTo>
                  <a:pt x="1417" y="578"/>
                  <a:pt x="1392" y="507"/>
                  <a:pt x="1346" y="451"/>
                </a:cubicBezTo>
                <a:close/>
                <a:moveTo>
                  <a:pt x="1099" y="921"/>
                </a:moveTo>
                <a:cubicBezTo>
                  <a:pt x="260" y="921"/>
                  <a:pt x="260" y="921"/>
                  <a:pt x="260" y="921"/>
                </a:cubicBezTo>
                <a:cubicBezTo>
                  <a:pt x="144" y="921"/>
                  <a:pt x="50" y="826"/>
                  <a:pt x="50" y="710"/>
                </a:cubicBezTo>
                <a:cubicBezTo>
                  <a:pt x="50" y="623"/>
                  <a:pt x="105" y="543"/>
                  <a:pt x="187" y="513"/>
                </a:cubicBezTo>
                <a:cubicBezTo>
                  <a:pt x="197" y="509"/>
                  <a:pt x="204" y="499"/>
                  <a:pt x="203" y="488"/>
                </a:cubicBezTo>
                <a:cubicBezTo>
                  <a:pt x="203" y="483"/>
                  <a:pt x="202" y="479"/>
                  <a:pt x="202" y="475"/>
                </a:cubicBezTo>
                <a:cubicBezTo>
                  <a:pt x="202" y="368"/>
                  <a:pt x="289" y="282"/>
                  <a:pt x="396" y="282"/>
                </a:cubicBezTo>
                <a:cubicBezTo>
                  <a:pt x="429" y="282"/>
                  <a:pt x="462" y="290"/>
                  <a:pt x="490" y="306"/>
                </a:cubicBezTo>
                <a:cubicBezTo>
                  <a:pt x="497" y="310"/>
                  <a:pt x="505" y="310"/>
                  <a:pt x="512" y="307"/>
                </a:cubicBezTo>
                <a:cubicBezTo>
                  <a:pt x="520" y="304"/>
                  <a:pt x="525" y="298"/>
                  <a:pt x="527" y="290"/>
                </a:cubicBezTo>
                <a:cubicBezTo>
                  <a:pt x="542" y="223"/>
                  <a:pt x="580" y="162"/>
                  <a:pt x="634" y="118"/>
                </a:cubicBezTo>
                <a:cubicBezTo>
                  <a:pt x="689" y="74"/>
                  <a:pt x="758" y="49"/>
                  <a:pt x="828" y="49"/>
                </a:cubicBezTo>
                <a:cubicBezTo>
                  <a:pt x="999" y="49"/>
                  <a:pt x="1138" y="188"/>
                  <a:pt x="1138" y="359"/>
                </a:cubicBezTo>
                <a:cubicBezTo>
                  <a:pt x="1138" y="360"/>
                  <a:pt x="1138" y="362"/>
                  <a:pt x="1138" y="363"/>
                </a:cubicBezTo>
                <a:cubicBezTo>
                  <a:pt x="1138" y="364"/>
                  <a:pt x="1138" y="364"/>
                  <a:pt x="1138" y="364"/>
                </a:cubicBezTo>
                <a:cubicBezTo>
                  <a:pt x="1137" y="376"/>
                  <a:pt x="1146" y="386"/>
                  <a:pt x="1157" y="389"/>
                </a:cubicBezTo>
                <a:cubicBezTo>
                  <a:pt x="1216" y="402"/>
                  <a:pt x="1269" y="435"/>
                  <a:pt x="1308" y="482"/>
                </a:cubicBezTo>
                <a:cubicBezTo>
                  <a:pt x="1346" y="530"/>
                  <a:pt x="1368" y="590"/>
                  <a:pt x="1368" y="651"/>
                </a:cubicBezTo>
                <a:cubicBezTo>
                  <a:pt x="1368" y="800"/>
                  <a:pt x="1247" y="921"/>
                  <a:pt x="1099" y="921"/>
                </a:cubicBezTo>
                <a:close/>
                <a:moveTo>
                  <a:pt x="1099" y="921"/>
                </a:moveTo>
                <a:cubicBezTo>
                  <a:pt x="1099" y="921"/>
                  <a:pt x="1099" y="921"/>
                  <a:pt x="1099" y="921"/>
                </a:cubicBezTo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" name="Google Shape;694;p34"/>
          <p:cNvSpPr/>
          <p:nvPr/>
        </p:nvSpPr>
        <p:spPr>
          <a:xfrm flipH="1">
            <a:off x="1312755" y="2025304"/>
            <a:ext cx="626112" cy="555104"/>
          </a:xfrm>
          <a:custGeom>
            <a:avLst/>
            <a:gdLst/>
            <a:ahLst/>
            <a:cxnLst/>
            <a:rect l="l" t="t" r="r" b="b"/>
            <a:pathLst>
              <a:path w="1607" h="1426" extrusionOk="0">
                <a:moveTo>
                  <a:pt x="483" y="1426"/>
                </a:moveTo>
                <a:cubicBezTo>
                  <a:pt x="421" y="1426"/>
                  <a:pt x="365" y="1388"/>
                  <a:pt x="341" y="1331"/>
                </a:cubicBezTo>
                <a:cubicBezTo>
                  <a:pt x="315" y="1268"/>
                  <a:pt x="334" y="1194"/>
                  <a:pt x="388" y="1151"/>
                </a:cubicBezTo>
                <a:cubicBezTo>
                  <a:pt x="392" y="1148"/>
                  <a:pt x="392" y="1148"/>
                  <a:pt x="392" y="1148"/>
                </a:cubicBezTo>
                <a:cubicBezTo>
                  <a:pt x="223" y="855"/>
                  <a:pt x="223" y="855"/>
                  <a:pt x="223" y="855"/>
                </a:cubicBezTo>
                <a:cubicBezTo>
                  <a:pt x="218" y="857"/>
                  <a:pt x="218" y="857"/>
                  <a:pt x="218" y="857"/>
                </a:cubicBezTo>
                <a:cubicBezTo>
                  <a:pt x="201" y="863"/>
                  <a:pt x="182" y="867"/>
                  <a:pt x="164" y="867"/>
                </a:cubicBezTo>
                <a:cubicBezTo>
                  <a:pt x="116" y="867"/>
                  <a:pt x="70" y="844"/>
                  <a:pt x="41" y="805"/>
                </a:cubicBezTo>
                <a:cubicBezTo>
                  <a:pt x="0" y="751"/>
                  <a:pt x="0" y="675"/>
                  <a:pt x="41" y="621"/>
                </a:cubicBezTo>
                <a:cubicBezTo>
                  <a:pt x="70" y="582"/>
                  <a:pt x="116" y="559"/>
                  <a:pt x="164" y="559"/>
                </a:cubicBezTo>
                <a:cubicBezTo>
                  <a:pt x="182" y="559"/>
                  <a:pt x="201" y="562"/>
                  <a:pt x="218" y="569"/>
                </a:cubicBezTo>
                <a:cubicBezTo>
                  <a:pt x="223" y="571"/>
                  <a:pt x="223" y="571"/>
                  <a:pt x="223" y="571"/>
                </a:cubicBezTo>
                <a:cubicBezTo>
                  <a:pt x="392" y="277"/>
                  <a:pt x="392" y="277"/>
                  <a:pt x="392" y="277"/>
                </a:cubicBezTo>
                <a:cubicBezTo>
                  <a:pt x="388" y="274"/>
                  <a:pt x="388" y="274"/>
                  <a:pt x="388" y="274"/>
                </a:cubicBezTo>
                <a:cubicBezTo>
                  <a:pt x="334" y="232"/>
                  <a:pt x="315" y="158"/>
                  <a:pt x="341" y="95"/>
                </a:cubicBezTo>
                <a:cubicBezTo>
                  <a:pt x="365" y="37"/>
                  <a:pt x="421" y="0"/>
                  <a:pt x="483" y="0"/>
                </a:cubicBezTo>
                <a:cubicBezTo>
                  <a:pt x="489" y="0"/>
                  <a:pt x="495" y="0"/>
                  <a:pt x="501" y="1"/>
                </a:cubicBezTo>
                <a:cubicBezTo>
                  <a:pt x="569" y="9"/>
                  <a:pt x="624" y="61"/>
                  <a:pt x="635" y="128"/>
                </a:cubicBezTo>
                <a:cubicBezTo>
                  <a:pt x="636" y="133"/>
                  <a:pt x="636" y="133"/>
                  <a:pt x="636" y="133"/>
                </a:cubicBezTo>
                <a:cubicBezTo>
                  <a:pt x="970" y="133"/>
                  <a:pt x="970" y="133"/>
                  <a:pt x="970" y="133"/>
                </a:cubicBezTo>
                <a:cubicBezTo>
                  <a:pt x="971" y="128"/>
                  <a:pt x="971" y="128"/>
                  <a:pt x="971" y="128"/>
                </a:cubicBezTo>
                <a:cubicBezTo>
                  <a:pt x="982" y="61"/>
                  <a:pt x="1037" y="9"/>
                  <a:pt x="1105" y="1"/>
                </a:cubicBezTo>
                <a:cubicBezTo>
                  <a:pt x="1111" y="0"/>
                  <a:pt x="1117" y="0"/>
                  <a:pt x="1122" y="0"/>
                </a:cubicBezTo>
                <a:cubicBezTo>
                  <a:pt x="1185" y="0"/>
                  <a:pt x="1241" y="37"/>
                  <a:pt x="1264" y="95"/>
                </a:cubicBezTo>
                <a:cubicBezTo>
                  <a:pt x="1291" y="158"/>
                  <a:pt x="1271" y="232"/>
                  <a:pt x="1218" y="274"/>
                </a:cubicBezTo>
                <a:cubicBezTo>
                  <a:pt x="1214" y="277"/>
                  <a:pt x="1214" y="277"/>
                  <a:pt x="1214" y="277"/>
                </a:cubicBezTo>
                <a:cubicBezTo>
                  <a:pt x="1383" y="570"/>
                  <a:pt x="1383" y="570"/>
                  <a:pt x="1383" y="570"/>
                </a:cubicBezTo>
                <a:cubicBezTo>
                  <a:pt x="1388" y="569"/>
                  <a:pt x="1388" y="569"/>
                  <a:pt x="1388" y="569"/>
                </a:cubicBezTo>
                <a:cubicBezTo>
                  <a:pt x="1405" y="562"/>
                  <a:pt x="1423" y="559"/>
                  <a:pt x="1441" y="559"/>
                </a:cubicBezTo>
                <a:cubicBezTo>
                  <a:pt x="1442" y="559"/>
                  <a:pt x="1442" y="559"/>
                  <a:pt x="1442" y="559"/>
                </a:cubicBezTo>
                <a:cubicBezTo>
                  <a:pt x="1503" y="559"/>
                  <a:pt x="1559" y="595"/>
                  <a:pt x="1583" y="652"/>
                </a:cubicBezTo>
                <a:cubicBezTo>
                  <a:pt x="1607" y="709"/>
                  <a:pt x="1596" y="774"/>
                  <a:pt x="1553" y="819"/>
                </a:cubicBezTo>
                <a:cubicBezTo>
                  <a:pt x="1524" y="849"/>
                  <a:pt x="1484" y="866"/>
                  <a:pt x="1442" y="866"/>
                </a:cubicBezTo>
                <a:cubicBezTo>
                  <a:pt x="1423" y="866"/>
                  <a:pt x="1405" y="863"/>
                  <a:pt x="1388" y="857"/>
                </a:cubicBezTo>
                <a:cubicBezTo>
                  <a:pt x="1383" y="855"/>
                  <a:pt x="1383" y="855"/>
                  <a:pt x="1383" y="855"/>
                </a:cubicBezTo>
                <a:cubicBezTo>
                  <a:pt x="1214" y="1148"/>
                  <a:pt x="1214" y="1148"/>
                  <a:pt x="1214" y="1148"/>
                </a:cubicBezTo>
                <a:cubicBezTo>
                  <a:pt x="1218" y="1151"/>
                  <a:pt x="1218" y="1151"/>
                  <a:pt x="1218" y="1151"/>
                </a:cubicBezTo>
                <a:cubicBezTo>
                  <a:pt x="1271" y="1194"/>
                  <a:pt x="1290" y="1267"/>
                  <a:pt x="1264" y="1330"/>
                </a:cubicBezTo>
                <a:cubicBezTo>
                  <a:pt x="1241" y="1388"/>
                  <a:pt x="1185" y="1425"/>
                  <a:pt x="1122" y="1425"/>
                </a:cubicBezTo>
                <a:cubicBezTo>
                  <a:pt x="1117" y="1425"/>
                  <a:pt x="1111" y="1425"/>
                  <a:pt x="1105" y="1424"/>
                </a:cubicBezTo>
                <a:cubicBezTo>
                  <a:pt x="1037" y="1417"/>
                  <a:pt x="982" y="1364"/>
                  <a:pt x="971" y="1297"/>
                </a:cubicBezTo>
                <a:cubicBezTo>
                  <a:pt x="970" y="1292"/>
                  <a:pt x="970" y="1292"/>
                  <a:pt x="970" y="1292"/>
                </a:cubicBezTo>
                <a:cubicBezTo>
                  <a:pt x="636" y="1292"/>
                  <a:pt x="636" y="1292"/>
                  <a:pt x="636" y="1292"/>
                </a:cubicBezTo>
                <a:cubicBezTo>
                  <a:pt x="635" y="1297"/>
                  <a:pt x="635" y="1297"/>
                  <a:pt x="635" y="1297"/>
                </a:cubicBezTo>
                <a:cubicBezTo>
                  <a:pt x="624" y="1364"/>
                  <a:pt x="569" y="1417"/>
                  <a:pt x="501" y="1425"/>
                </a:cubicBezTo>
                <a:cubicBezTo>
                  <a:pt x="495" y="1425"/>
                  <a:pt x="489" y="1426"/>
                  <a:pt x="483" y="1426"/>
                </a:cubicBezTo>
                <a:close/>
                <a:moveTo>
                  <a:pt x="1122" y="1159"/>
                </a:moveTo>
                <a:cubicBezTo>
                  <a:pt x="1060" y="1159"/>
                  <a:pt x="1010" y="1209"/>
                  <a:pt x="1010" y="1271"/>
                </a:cubicBezTo>
                <a:cubicBezTo>
                  <a:pt x="1010" y="1333"/>
                  <a:pt x="1060" y="1384"/>
                  <a:pt x="1122" y="1384"/>
                </a:cubicBezTo>
                <a:cubicBezTo>
                  <a:pt x="1184" y="1384"/>
                  <a:pt x="1234" y="1333"/>
                  <a:pt x="1234" y="1271"/>
                </a:cubicBezTo>
                <a:cubicBezTo>
                  <a:pt x="1234" y="1209"/>
                  <a:pt x="1184" y="1159"/>
                  <a:pt x="1122" y="1159"/>
                </a:cubicBezTo>
                <a:close/>
                <a:moveTo>
                  <a:pt x="484" y="1159"/>
                </a:moveTo>
                <a:cubicBezTo>
                  <a:pt x="422" y="1159"/>
                  <a:pt x="371" y="1209"/>
                  <a:pt x="371" y="1271"/>
                </a:cubicBezTo>
                <a:cubicBezTo>
                  <a:pt x="371" y="1333"/>
                  <a:pt x="422" y="1384"/>
                  <a:pt x="484" y="1384"/>
                </a:cubicBezTo>
                <a:cubicBezTo>
                  <a:pt x="546" y="1384"/>
                  <a:pt x="596" y="1333"/>
                  <a:pt x="596" y="1271"/>
                </a:cubicBezTo>
                <a:cubicBezTo>
                  <a:pt x="596" y="1209"/>
                  <a:pt x="546" y="1159"/>
                  <a:pt x="484" y="1159"/>
                </a:cubicBezTo>
                <a:close/>
                <a:moveTo>
                  <a:pt x="575" y="1148"/>
                </a:moveTo>
                <a:cubicBezTo>
                  <a:pt x="579" y="1151"/>
                  <a:pt x="579" y="1151"/>
                  <a:pt x="579" y="1151"/>
                </a:cubicBezTo>
                <a:cubicBezTo>
                  <a:pt x="609" y="1175"/>
                  <a:pt x="629" y="1208"/>
                  <a:pt x="635" y="1246"/>
                </a:cubicBezTo>
                <a:cubicBezTo>
                  <a:pt x="636" y="1251"/>
                  <a:pt x="636" y="1251"/>
                  <a:pt x="636" y="1251"/>
                </a:cubicBezTo>
                <a:cubicBezTo>
                  <a:pt x="970" y="1251"/>
                  <a:pt x="970" y="1251"/>
                  <a:pt x="970" y="1251"/>
                </a:cubicBezTo>
                <a:cubicBezTo>
                  <a:pt x="971" y="1246"/>
                  <a:pt x="971" y="1246"/>
                  <a:pt x="971" y="1246"/>
                </a:cubicBezTo>
                <a:cubicBezTo>
                  <a:pt x="977" y="1208"/>
                  <a:pt x="997" y="1175"/>
                  <a:pt x="1026" y="1151"/>
                </a:cubicBezTo>
                <a:cubicBezTo>
                  <a:pt x="1030" y="1148"/>
                  <a:pt x="1030" y="1148"/>
                  <a:pt x="1030" y="1148"/>
                </a:cubicBezTo>
                <a:cubicBezTo>
                  <a:pt x="941" y="993"/>
                  <a:pt x="941" y="993"/>
                  <a:pt x="941" y="993"/>
                </a:cubicBezTo>
                <a:cubicBezTo>
                  <a:pt x="936" y="996"/>
                  <a:pt x="936" y="996"/>
                  <a:pt x="936" y="996"/>
                </a:cubicBezTo>
                <a:cubicBezTo>
                  <a:pt x="895" y="1016"/>
                  <a:pt x="849" y="1026"/>
                  <a:pt x="803" y="1026"/>
                </a:cubicBezTo>
                <a:cubicBezTo>
                  <a:pt x="757" y="1026"/>
                  <a:pt x="711" y="1016"/>
                  <a:pt x="670" y="996"/>
                </a:cubicBezTo>
                <a:cubicBezTo>
                  <a:pt x="665" y="993"/>
                  <a:pt x="665" y="993"/>
                  <a:pt x="665" y="993"/>
                </a:cubicBezTo>
                <a:lnTo>
                  <a:pt x="575" y="1148"/>
                </a:lnTo>
                <a:close/>
                <a:moveTo>
                  <a:pt x="484" y="1118"/>
                </a:moveTo>
                <a:cubicBezTo>
                  <a:pt x="501" y="1118"/>
                  <a:pt x="518" y="1121"/>
                  <a:pt x="535" y="1126"/>
                </a:cubicBezTo>
                <a:cubicBezTo>
                  <a:pt x="539" y="1128"/>
                  <a:pt x="539" y="1128"/>
                  <a:pt x="539" y="1128"/>
                </a:cubicBezTo>
                <a:cubicBezTo>
                  <a:pt x="629" y="973"/>
                  <a:pt x="629" y="973"/>
                  <a:pt x="629" y="973"/>
                </a:cubicBezTo>
                <a:cubicBezTo>
                  <a:pt x="624" y="970"/>
                  <a:pt x="624" y="970"/>
                  <a:pt x="624" y="970"/>
                </a:cubicBezTo>
                <a:cubicBezTo>
                  <a:pt x="547" y="917"/>
                  <a:pt x="498" y="832"/>
                  <a:pt x="491" y="739"/>
                </a:cubicBezTo>
                <a:cubicBezTo>
                  <a:pt x="490" y="733"/>
                  <a:pt x="490" y="733"/>
                  <a:pt x="490" y="733"/>
                </a:cubicBezTo>
                <a:cubicBezTo>
                  <a:pt x="317" y="733"/>
                  <a:pt x="317" y="733"/>
                  <a:pt x="317" y="733"/>
                </a:cubicBezTo>
                <a:cubicBezTo>
                  <a:pt x="316" y="738"/>
                  <a:pt x="316" y="738"/>
                  <a:pt x="316" y="738"/>
                </a:cubicBezTo>
                <a:cubicBezTo>
                  <a:pt x="310" y="775"/>
                  <a:pt x="291" y="808"/>
                  <a:pt x="262" y="831"/>
                </a:cubicBezTo>
                <a:cubicBezTo>
                  <a:pt x="259" y="834"/>
                  <a:pt x="259" y="834"/>
                  <a:pt x="259" y="834"/>
                </a:cubicBezTo>
                <a:cubicBezTo>
                  <a:pt x="428" y="1128"/>
                  <a:pt x="428" y="1128"/>
                  <a:pt x="428" y="1128"/>
                </a:cubicBezTo>
                <a:cubicBezTo>
                  <a:pt x="433" y="1126"/>
                  <a:pt x="433" y="1126"/>
                  <a:pt x="433" y="1126"/>
                </a:cubicBezTo>
                <a:cubicBezTo>
                  <a:pt x="449" y="1121"/>
                  <a:pt x="466" y="1118"/>
                  <a:pt x="484" y="1118"/>
                </a:cubicBezTo>
                <a:close/>
                <a:moveTo>
                  <a:pt x="1122" y="1118"/>
                </a:moveTo>
                <a:cubicBezTo>
                  <a:pt x="1139" y="1118"/>
                  <a:pt x="1157" y="1121"/>
                  <a:pt x="1173" y="1126"/>
                </a:cubicBezTo>
                <a:cubicBezTo>
                  <a:pt x="1178" y="1128"/>
                  <a:pt x="1178" y="1128"/>
                  <a:pt x="1178" y="1128"/>
                </a:cubicBezTo>
                <a:cubicBezTo>
                  <a:pt x="1347" y="834"/>
                  <a:pt x="1347" y="834"/>
                  <a:pt x="1347" y="834"/>
                </a:cubicBezTo>
                <a:cubicBezTo>
                  <a:pt x="1343" y="831"/>
                  <a:pt x="1343" y="831"/>
                  <a:pt x="1343" y="831"/>
                </a:cubicBezTo>
                <a:cubicBezTo>
                  <a:pt x="1315" y="808"/>
                  <a:pt x="1296" y="775"/>
                  <a:pt x="1290" y="738"/>
                </a:cubicBezTo>
                <a:cubicBezTo>
                  <a:pt x="1289" y="733"/>
                  <a:pt x="1289" y="733"/>
                  <a:pt x="1289" y="733"/>
                </a:cubicBezTo>
                <a:cubicBezTo>
                  <a:pt x="1115" y="733"/>
                  <a:pt x="1115" y="733"/>
                  <a:pt x="1115" y="733"/>
                </a:cubicBezTo>
                <a:cubicBezTo>
                  <a:pt x="1115" y="739"/>
                  <a:pt x="1115" y="739"/>
                  <a:pt x="1115" y="739"/>
                </a:cubicBezTo>
                <a:cubicBezTo>
                  <a:pt x="1108" y="832"/>
                  <a:pt x="1059" y="917"/>
                  <a:pt x="982" y="970"/>
                </a:cubicBezTo>
                <a:cubicBezTo>
                  <a:pt x="977" y="973"/>
                  <a:pt x="977" y="973"/>
                  <a:pt x="977" y="973"/>
                </a:cubicBezTo>
                <a:cubicBezTo>
                  <a:pt x="1067" y="1128"/>
                  <a:pt x="1067" y="1128"/>
                  <a:pt x="1067" y="1128"/>
                </a:cubicBezTo>
                <a:cubicBezTo>
                  <a:pt x="1071" y="1126"/>
                  <a:pt x="1071" y="1126"/>
                  <a:pt x="1071" y="1126"/>
                </a:cubicBezTo>
                <a:cubicBezTo>
                  <a:pt x="1088" y="1121"/>
                  <a:pt x="1105" y="1118"/>
                  <a:pt x="1122" y="1118"/>
                </a:cubicBezTo>
                <a:close/>
                <a:moveTo>
                  <a:pt x="665" y="851"/>
                </a:moveTo>
                <a:cubicBezTo>
                  <a:pt x="644" y="863"/>
                  <a:pt x="626" y="878"/>
                  <a:pt x="609" y="895"/>
                </a:cubicBezTo>
                <a:cubicBezTo>
                  <a:pt x="605" y="899"/>
                  <a:pt x="605" y="899"/>
                  <a:pt x="605" y="899"/>
                </a:cubicBezTo>
                <a:cubicBezTo>
                  <a:pt x="609" y="903"/>
                  <a:pt x="609" y="903"/>
                  <a:pt x="609" y="903"/>
                </a:cubicBezTo>
                <a:cubicBezTo>
                  <a:pt x="641" y="936"/>
                  <a:pt x="682" y="961"/>
                  <a:pt x="727" y="974"/>
                </a:cubicBezTo>
                <a:cubicBezTo>
                  <a:pt x="744" y="979"/>
                  <a:pt x="744" y="979"/>
                  <a:pt x="744" y="979"/>
                </a:cubicBezTo>
                <a:cubicBezTo>
                  <a:pt x="733" y="964"/>
                  <a:pt x="733" y="964"/>
                  <a:pt x="733" y="964"/>
                </a:cubicBezTo>
                <a:cubicBezTo>
                  <a:pt x="707" y="931"/>
                  <a:pt x="687" y="894"/>
                  <a:pt x="673" y="854"/>
                </a:cubicBezTo>
                <a:cubicBezTo>
                  <a:pt x="671" y="847"/>
                  <a:pt x="671" y="847"/>
                  <a:pt x="671" y="847"/>
                </a:cubicBezTo>
                <a:lnTo>
                  <a:pt x="665" y="851"/>
                </a:lnTo>
                <a:close/>
                <a:moveTo>
                  <a:pt x="932" y="854"/>
                </a:moveTo>
                <a:cubicBezTo>
                  <a:pt x="919" y="894"/>
                  <a:pt x="899" y="931"/>
                  <a:pt x="873" y="964"/>
                </a:cubicBezTo>
                <a:cubicBezTo>
                  <a:pt x="862" y="979"/>
                  <a:pt x="862" y="979"/>
                  <a:pt x="862" y="979"/>
                </a:cubicBezTo>
                <a:cubicBezTo>
                  <a:pt x="879" y="974"/>
                  <a:pt x="879" y="974"/>
                  <a:pt x="879" y="974"/>
                </a:cubicBezTo>
                <a:cubicBezTo>
                  <a:pt x="924" y="961"/>
                  <a:pt x="964" y="936"/>
                  <a:pt x="997" y="903"/>
                </a:cubicBezTo>
                <a:cubicBezTo>
                  <a:pt x="1001" y="899"/>
                  <a:pt x="1001" y="899"/>
                  <a:pt x="1001" y="899"/>
                </a:cubicBezTo>
                <a:cubicBezTo>
                  <a:pt x="997" y="895"/>
                  <a:pt x="997" y="895"/>
                  <a:pt x="997" y="895"/>
                </a:cubicBezTo>
                <a:cubicBezTo>
                  <a:pt x="980" y="878"/>
                  <a:pt x="961" y="863"/>
                  <a:pt x="941" y="851"/>
                </a:cubicBezTo>
                <a:cubicBezTo>
                  <a:pt x="935" y="848"/>
                  <a:pt x="935" y="848"/>
                  <a:pt x="935" y="848"/>
                </a:cubicBezTo>
                <a:lnTo>
                  <a:pt x="932" y="854"/>
                </a:lnTo>
                <a:close/>
                <a:moveTo>
                  <a:pt x="803" y="813"/>
                </a:moveTo>
                <a:cubicBezTo>
                  <a:pt x="773" y="813"/>
                  <a:pt x="743" y="818"/>
                  <a:pt x="714" y="828"/>
                </a:cubicBezTo>
                <a:cubicBezTo>
                  <a:pt x="709" y="830"/>
                  <a:pt x="709" y="830"/>
                  <a:pt x="709" y="830"/>
                </a:cubicBezTo>
                <a:cubicBezTo>
                  <a:pt x="711" y="835"/>
                  <a:pt x="711" y="835"/>
                  <a:pt x="711" y="835"/>
                </a:cubicBezTo>
                <a:cubicBezTo>
                  <a:pt x="728" y="888"/>
                  <a:pt x="758" y="937"/>
                  <a:pt x="799" y="975"/>
                </a:cubicBezTo>
                <a:cubicBezTo>
                  <a:pt x="803" y="979"/>
                  <a:pt x="803" y="979"/>
                  <a:pt x="803" y="979"/>
                </a:cubicBezTo>
                <a:cubicBezTo>
                  <a:pt x="807" y="975"/>
                  <a:pt x="807" y="975"/>
                  <a:pt x="807" y="975"/>
                </a:cubicBezTo>
                <a:cubicBezTo>
                  <a:pt x="848" y="937"/>
                  <a:pt x="878" y="888"/>
                  <a:pt x="895" y="835"/>
                </a:cubicBezTo>
                <a:cubicBezTo>
                  <a:pt x="897" y="830"/>
                  <a:pt x="897" y="830"/>
                  <a:pt x="897" y="830"/>
                </a:cubicBezTo>
                <a:cubicBezTo>
                  <a:pt x="892" y="828"/>
                  <a:pt x="892" y="828"/>
                  <a:pt x="892" y="828"/>
                </a:cubicBezTo>
                <a:cubicBezTo>
                  <a:pt x="863" y="818"/>
                  <a:pt x="833" y="813"/>
                  <a:pt x="803" y="813"/>
                </a:cubicBezTo>
                <a:close/>
                <a:moveTo>
                  <a:pt x="1020" y="877"/>
                </a:moveTo>
                <a:cubicBezTo>
                  <a:pt x="1031" y="860"/>
                  <a:pt x="1031" y="860"/>
                  <a:pt x="1031" y="860"/>
                </a:cubicBezTo>
                <a:cubicBezTo>
                  <a:pt x="1089" y="771"/>
                  <a:pt x="1089" y="655"/>
                  <a:pt x="1031" y="565"/>
                </a:cubicBezTo>
                <a:cubicBezTo>
                  <a:pt x="1027" y="559"/>
                  <a:pt x="1027" y="559"/>
                  <a:pt x="1027" y="559"/>
                </a:cubicBezTo>
                <a:cubicBezTo>
                  <a:pt x="1022" y="564"/>
                  <a:pt x="1022" y="564"/>
                  <a:pt x="1022" y="564"/>
                </a:cubicBezTo>
                <a:cubicBezTo>
                  <a:pt x="1001" y="585"/>
                  <a:pt x="977" y="603"/>
                  <a:pt x="950" y="616"/>
                </a:cubicBezTo>
                <a:cubicBezTo>
                  <a:pt x="946" y="619"/>
                  <a:pt x="946" y="619"/>
                  <a:pt x="946" y="619"/>
                </a:cubicBezTo>
                <a:cubicBezTo>
                  <a:pt x="947" y="623"/>
                  <a:pt x="947" y="623"/>
                  <a:pt x="947" y="623"/>
                </a:cubicBezTo>
                <a:cubicBezTo>
                  <a:pt x="960" y="683"/>
                  <a:pt x="960" y="743"/>
                  <a:pt x="947" y="803"/>
                </a:cubicBezTo>
                <a:cubicBezTo>
                  <a:pt x="946" y="807"/>
                  <a:pt x="946" y="807"/>
                  <a:pt x="946" y="807"/>
                </a:cubicBezTo>
                <a:cubicBezTo>
                  <a:pt x="950" y="809"/>
                  <a:pt x="950" y="809"/>
                  <a:pt x="950" y="809"/>
                </a:cubicBezTo>
                <a:cubicBezTo>
                  <a:pt x="976" y="823"/>
                  <a:pt x="1000" y="840"/>
                  <a:pt x="1020" y="860"/>
                </a:cubicBezTo>
                <a:lnTo>
                  <a:pt x="1020" y="877"/>
                </a:lnTo>
                <a:close/>
                <a:moveTo>
                  <a:pt x="575" y="565"/>
                </a:moveTo>
                <a:cubicBezTo>
                  <a:pt x="517" y="655"/>
                  <a:pt x="517" y="770"/>
                  <a:pt x="575" y="860"/>
                </a:cubicBezTo>
                <a:cubicBezTo>
                  <a:pt x="578" y="866"/>
                  <a:pt x="578" y="866"/>
                  <a:pt x="578" y="866"/>
                </a:cubicBezTo>
                <a:cubicBezTo>
                  <a:pt x="584" y="861"/>
                  <a:pt x="584" y="861"/>
                  <a:pt x="584" y="861"/>
                </a:cubicBezTo>
                <a:cubicBezTo>
                  <a:pt x="605" y="840"/>
                  <a:pt x="629" y="823"/>
                  <a:pt x="655" y="809"/>
                </a:cubicBezTo>
                <a:cubicBezTo>
                  <a:pt x="659" y="807"/>
                  <a:pt x="659" y="807"/>
                  <a:pt x="659" y="807"/>
                </a:cubicBezTo>
                <a:cubicBezTo>
                  <a:pt x="658" y="802"/>
                  <a:pt x="658" y="802"/>
                  <a:pt x="658" y="802"/>
                </a:cubicBezTo>
                <a:cubicBezTo>
                  <a:pt x="646" y="743"/>
                  <a:pt x="646" y="682"/>
                  <a:pt x="658" y="623"/>
                </a:cubicBezTo>
                <a:cubicBezTo>
                  <a:pt x="659" y="618"/>
                  <a:pt x="659" y="618"/>
                  <a:pt x="659" y="618"/>
                </a:cubicBezTo>
                <a:cubicBezTo>
                  <a:pt x="655" y="616"/>
                  <a:pt x="655" y="616"/>
                  <a:pt x="655" y="616"/>
                </a:cubicBezTo>
                <a:cubicBezTo>
                  <a:pt x="630" y="603"/>
                  <a:pt x="606" y="586"/>
                  <a:pt x="585" y="566"/>
                </a:cubicBezTo>
                <a:cubicBezTo>
                  <a:pt x="585" y="549"/>
                  <a:pt x="585" y="549"/>
                  <a:pt x="585" y="549"/>
                </a:cubicBezTo>
                <a:lnTo>
                  <a:pt x="575" y="565"/>
                </a:lnTo>
                <a:close/>
                <a:moveTo>
                  <a:pt x="1441" y="600"/>
                </a:moveTo>
                <a:cubicBezTo>
                  <a:pt x="1379" y="600"/>
                  <a:pt x="1329" y="651"/>
                  <a:pt x="1329" y="713"/>
                </a:cubicBezTo>
                <a:cubicBezTo>
                  <a:pt x="1329" y="775"/>
                  <a:pt x="1379" y="825"/>
                  <a:pt x="1441" y="825"/>
                </a:cubicBezTo>
                <a:cubicBezTo>
                  <a:pt x="1503" y="825"/>
                  <a:pt x="1554" y="775"/>
                  <a:pt x="1554" y="713"/>
                </a:cubicBezTo>
                <a:cubicBezTo>
                  <a:pt x="1554" y="651"/>
                  <a:pt x="1503" y="600"/>
                  <a:pt x="1441" y="600"/>
                </a:cubicBezTo>
                <a:close/>
                <a:moveTo>
                  <a:pt x="164" y="600"/>
                </a:moveTo>
                <a:cubicBezTo>
                  <a:pt x="103" y="600"/>
                  <a:pt x="52" y="651"/>
                  <a:pt x="52" y="713"/>
                </a:cubicBezTo>
                <a:cubicBezTo>
                  <a:pt x="52" y="775"/>
                  <a:pt x="103" y="825"/>
                  <a:pt x="164" y="825"/>
                </a:cubicBezTo>
                <a:cubicBezTo>
                  <a:pt x="226" y="825"/>
                  <a:pt x="277" y="775"/>
                  <a:pt x="277" y="713"/>
                </a:cubicBezTo>
                <a:cubicBezTo>
                  <a:pt x="277" y="651"/>
                  <a:pt x="226" y="600"/>
                  <a:pt x="164" y="600"/>
                </a:cubicBezTo>
                <a:close/>
                <a:moveTo>
                  <a:pt x="803" y="772"/>
                </a:moveTo>
                <a:cubicBezTo>
                  <a:pt x="836" y="772"/>
                  <a:pt x="869" y="777"/>
                  <a:pt x="901" y="788"/>
                </a:cubicBezTo>
                <a:cubicBezTo>
                  <a:pt x="907" y="790"/>
                  <a:pt x="907" y="790"/>
                  <a:pt x="907" y="790"/>
                </a:cubicBezTo>
                <a:cubicBezTo>
                  <a:pt x="909" y="783"/>
                  <a:pt x="909" y="783"/>
                  <a:pt x="909" y="783"/>
                </a:cubicBezTo>
                <a:cubicBezTo>
                  <a:pt x="913" y="760"/>
                  <a:pt x="915" y="736"/>
                  <a:pt x="915" y="713"/>
                </a:cubicBezTo>
                <a:cubicBezTo>
                  <a:pt x="915" y="689"/>
                  <a:pt x="913" y="665"/>
                  <a:pt x="909" y="642"/>
                </a:cubicBezTo>
                <a:cubicBezTo>
                  <a:pt x="907" y="636"/>
                  <a:pt x="907" y="636"/>
                  <a:pt x="907" y="636"/>
                </a:cubicBezTo>
                <a:cubicBezTo>
                  <a:pt x="901" y="638"/>
                  <a:pt x="901" y="638"/>
                  <a:pt x="901" y="638"/>
                </a:cubicBezTo>
                <a:cubicBezTo>
                  <a:pt x="869" y="648"/>
                  <a:pt x="836" y="654"/>
                  <a:pt x="803" y="654"/>
                </a:cubicBezTo>
                <a:cubicBezTo>
                  <a:pt x="769" y="654"/>
                  <a:pt x="736" y="648"/>
                  <a:pt x="705" y="638"/>
                </a:cubicBezTo>
                <a:cubicBezTo>
                  <a:pt x="698" y="636"/>
                  <a:pt x="698" y="636"/>
                  <a:pt x="698" y="636"/>
                </a:cubicBezTo>
                <a:cubicBezTo>
                  <a:pt x="697" y="642"/>
                  <a:pt x="697" y="642"/>
                  <a:pt x="697" y="642"/>
                </a:cubicBezTo>
                <a:cubicBezTo>
                  <a:pt x="688" y="689"/>
                  <a:pt x="688" y="736"/>
                  <a:pt x="697" y="783"/>
                </a:cubicBezTo>
                <a:cubicBezTo>
                  <a:pt x="698" y="790"/>
                  <a:pt x="698" y="790"/>
                  <a:pt x="698" y="790"/>
                </a:cubicBezTo>
                <a:cubicBezTo>
                  <a:pt x="705" y="788"/>
                  <a:pt x="705" y="788"/>
                  <a:pt x="705" y="788"/>
                </a:cubicBezTo>
                <a:cubicBezTo>
                  <a:pt x="736" y="777"/>
                  <a:pt x="769" y="772"/>
                  <a:pt x="803" y="772"/>
                </a:cubicBezTo>
                <a:close/>
                <a:moveTo>
                  <a:pt x="977" y="452"/>
                </a:moveTo>
                <a:cubicBezTo>
                  <a:pt x="982" y="455"/>
                  <a:pt x="982" y="455"/>
                  <a:pt x="982" y="455"/>
                </a:cubicBezTo>
                <a:cubicBezTo>
                  <a:pt x="1059" y="509"/>
                  <a:pt x="1108" y="593"/>
                  <a:pt x="1115" y="687"/>
                </a:cubicBezTo>
                <a:cubicBezTo>
                  <a:pt x="1115" y="692"/>
                  <a:pt x="1115" y="692"/>
                  <a:pt x="1115" y="692"/>
                </a:cubicBezTo>
                <a:cubicBezTo>
                  <a:pt x="1289" y="692"/>
                  <a:pt x="1289" y="692"/>
                  <a:pt x="1289" y="692"/>
                </a:cubicBezTo>
                <a:cubicBezTo>
                  <a:pt x="1290" y="687"/>
                  <a:pt x="1290" y="687"/>
                  <a:pt x="1290" y="687"/>
                </a:cubicBezTo>
                <a:cubicBezTo>
                  <a:pt x="1296" y="651"/>
                  <a:pt x="1315" y="618"/>
                  <a:pt x="1343" y="594"/>
                </a:cubicBezTo>
                <a:cubicBezTo>
                  <a:pt x="1347" y="591"/>
                  <a:pt x="1347" y="591"/>
                  <a:pt x="1347" y="591"/>
                </a:cubicBezTo>
                <a:cubicBezTo>
                  <a:pt x="1178" y="297"/>
                  <a:pt x="1178" y="297"/>
                  <a:pt x="1178" y="297"/>
                </a:cubicBezTo>
                <a:cubicBezTo>
                  <a:pt x="1173" y="299"/>
                  <a:pt x="1173" y="299"/>
                  <a:pt x="1173" y="299"/>
                </a:cubicBezTo>
                <a:cubicBezTo>
                  <a:pt x="1157" y="305"/>
                  <a:pt x="1139" y="308"/>
                  <a:pt x="1122" y="308"/>
                </a:cubicBezTo>
                <a:cubicBezTo>
                  <a:pt x="1105" y="308"/>
                  <a:pt x="1088" y="305"/>
                  <a:pt x="1071" y="299"/>
                </a:cubicBezTo>
                <a:cubicBezTo>
                  <a:pt x="1067" y="297"/>
                  <a:pt x="1067" y="297"/>
                  <a:pt x="1067" y="297"/>
                </a:cubicBezTo>
                <a:lnTo>
                  <a:pt x="977" y="452"/>
                </a:lnTo>
                <a:close/>
                <a:moveTo>
                  <a:pt x="259" y="591"/>
                </a:moveTo>
                <a:cubicBezTo>
                  <a:pt x="262" y="594"/>
                  <a:pt x="262" y="594"/>
                  <a:pt x="262" y="594"/>
                </a:cubicBezTo>
                <a:cubicBezTo>
                  <a:pt x="291" y="618"/>
                  <a:pt x="310" y="651"/>
                  <a:pt x="316" y="687"/>
                </a:cubicBezTo>
                <a:cubicBezTo>
                  <a:pt x="317" y="692"/>
                  <a:pt x="317" y="692"/>
                  <a:pt x="317" y="692"/>
                </a:cubicBezTo>
                <a:cubicBezTo>
                  <a:pt x="490" y="692"/>
                  <a:pt x="490" y="692"/>
                  <a:pt x="490" y="692"/>
                </a:cubicBezTo>
                <a:cubicBezTo>
                  <a:pt x="491" y="687"/>
                  <a:pt x="491" y="687"/>
                  <a:pt x="491" y="687"/>
                </a:cubicBezTo>
                <a:cubicBezTo>
                  <a:pt x="498" y="593"/>
                  <a:pt x="547" y="509"/>
                  <a:pt x="624" y="455"/>
                </a:cubicBezTo>
                <a:cubicBezTo>
                  <a:pt x="629" y="452"/>
                  <a:pt x="629" y="452"/>
                  <a:pt x="629" y="452"/>
                </a:cubicBezTo>
                <a:cubicBezTo>
                  <a:pt x="539" y="297"/>
                  <a:pt x="539" y="297"/>
                  <a:pt x="539" y="297"/>
                </a:cubicBezTo>
                <a:cubicBezTo>
                  <a:pt x="535" y="299"/>
                  <a:pt x="535" y="299"/>
                  <a:pt x="535" y="299"/>
                </a:cubicBezTo>
                <a:cubicBezTo>
                  <a:pt x="518" y="305"/>
                  <a:pt x="501" y="308"/>
                  <a:pt x="484" y="308"/>
                </a:cubicBezTo>
                <a:cubicBezTo>
                  <a:pt x="466" y="308"/>
                  <a:pt x="449" y="305"/>
                  <a:pt x="433" y="299"/>
                </a:cubicBezTo>
                <a:cubicBezTo>
                  <a:pt x="428" y="297"/>
                  <a:pt x="428" y="297"/>
                  <a:pt x="428" y="297"/>
                </a:cubicBezTo>
                <a:lnTo>
                  <a:pt x="259" y="591"/>
                </a:lnTo>
                <a:close/>
                <a:moveTo>
                  <a:pt x="799" y="451"/>
                </a:moveTo>
                <a:cubicBezTo>
                  <a:pt x="758" y="489"/>
                  <a:pt x="728" y="537"/>
                  <a:pt x="711" y="590"/>
                </a:cubicBezTo>
                <a:cubicBezTo>
                  <a:pt x="709" y="595"/>
                  <a:pt x="709" y="595"/>
                  <a:pt x="709" y="595"/>
                </a:cubicBezTo>
                <a:cubicBezTo>
                  <a:pt x="714" y="597"/>
                  <a:pt x="714" y="597"/>
                  <a:pt x="714" y="597"/>
                </a:cubicBezTo>
                <a:cubicBezTo>
                  <a:pt x="743" y="607"/>
                  <a:pt x="773" y="612"/>
                  <a:pt x="803" y="612"/>
                </a:cubicBezTo>
                <a:cubicBezTo>
                  <a:pt x="833" y="612"/>
                  <a:pt x="863" y="607"/>
                  <a:pt x="892" y="597"/>
                </a:cubicBezTo>
                <a:cubicBezTo>
                  <a:pt x="897" y="595"/>
                  <a:pt x="897" y="595"/>
                  <a:pt x="897" y="595"/>
                </a:cubicBezTo>
                <a:cubicBezTo>
                  <a:pt x="895" y="590"/>
                  <a:pt x="895" y="590"/>
                  <a:pt x="895" y="590"/>
                </a:cubicBezTo>
                <a:cubicBezTo>
                  <a:pt x="878" y="537"/>
                  <a:pt x="848" y="489"/>
                  <a:pt x="807" y="451"/>
                </a:cubicBezTo>
                <a:cubicBezTo>
                  <a:pt x="803" y="447"/>
                  <a:pt x="803" y="447"/>
                  <a:pt x="803" y="447"/>
                </a:cubicBezTo>
                <a:lnTo>
                  <a:pt x="799" y="451"/>
                </a:lnTo>
                <a:close/>
                <a:moveTo>
                  <a:pt x="873" y="461"/>
                </a:moveTo>
                <a:cubicBezTo>
                  <a:pt x="899" y="494"/>
                  <a:pt x="919" y="531"/>
                  <a:pt x="933" y="571"/>
                </a:cubicBezTo>
                <a:cubicBezTo>
                  <a:pt x="935" y="578"/>
                  <a:pt x="935" y="578"/>
                  <a:pt x="935" y="578"/>
                </a:cubicBezTo>
                <a:cubicBezTo>
                  <a:pt x="941" y="574"/>
                  <a:pt x="941" y="574"/>
                  <a:pt x="941" y="574"/>
                </a:cubicBezTo>
                <a:cubicBezTo>
                  <a:pt x="961" y="562"/>
                  <a:pt x="980" y="547"/>
                  <a:pt x="997" y="531"/>
                </a:cubicBezTo>
                <a:cubicBezTo>
                  <a:pt x="1001" y="527"/>
                  <a:pt x="1001" y="527"/>
                  <a:pt x="1001" y="527"/>
                </a:cubicBezTo>
                <a:cubicBezTo>
                  <a:pt x="997" y="522"/>
                  <a:pt x="997" y="522"/>
                  <a:pt x="997" y="522"/>
                </a:cubicBezTo>
                <a:cubicBezTo>
                  <a:pt x="964" y="489"/>
                  <a:pt x="924" y="465"/>
                  <a:pt x="879" y="452"/>
                </a:cubicBezTo>
                <a:cubicBezTo>
                  <a:pt x="862" y="447"/>
                  <a:pt x="862" y="447"/>
                  <a:pt x="862" y="447"/>
                </a:cubicBezTo>
                <a:lnTo>
                  <a:pt x="873" y="461"/>
                </a:lnTo>
                <a:close/>
                <a:moveTo>
                  <a:pt x="727" y="452"/>
                </a:moveTo>
                <a:cubicBezTo>
                  <a:pt x="682" y="465"/>
                  <a:pt x="641" y="489"/>
                  <a:pt x="609" y="522"/>
                </a:cubicBezTo>
                <a:cubicBezTo>
                  <a:pt x="605" y="527"/>
                  <a:pt x="605" y="527"/>
                  <a:pt x="605" y="527"/>
                </a:cubicBezTo>
                <a:cubicBezTo>
                  <a:pt x="609" y="531"/>
                  <a:pt x="609" y="531"/>
                  <a:pt x="609" y="531"/>
                </a:cubicBezTo>
                <a:cubicBezTo>
                  <a:pt x="626" y="547"/>
                  <a:pt x="644" y="562"/>
                  <a:pt x="665" y="574"/>
                </a:cubicBezTo>
                <a:cubicBezTo>
                  <a:pt x="671" y="578"/>
                  <a:pt x="671" y="578"/>
                  <a:pt x="671" y="578"/>
                </a:cubicBezTo>
                <a:cubicBezTo>
                  <a:pt x="673" y="571"/>
                  <a:pt x="673" y="571"/>
                  <a:pt x="673" y="571"/>
                </a:cubicBezTo>
                <a:cubicBezTo>
                  <a:pt x="687" y="531"/>
                  <a:pt x="707" y="494"/>
                  <a:pt x="733" y="461"/>
                </a:cubicBezTo>
                <a:cubicBezTo>
                  <a:pt x="744" y="447"/>
                  <a:pt x="744" y="447"/>
                  <a:pt x="744" y="447"/>
                </a:cubicBezTo>
                <a:lnTo>
                  <a:pt x="727" y="452"/>
                </a:lnTo>
                <a:close/>
                <a:moveTo>
                  <a:pt x="803" y="399"/>
                </a:moveTo>
                <a:cubicBezTo>
                  <a:pt x="849" y="399"/>
                  <a:pt x="895" y="410"/>
                  <a:pt x="936" y="430"/>
                </a:cubicBezTo>
                <a:cubicBezTo>
                  <a:pt x="941" y="432"/>
                  <a:pt x="941" y="432"/>
                  <a:pt x="941" y="432"/>
                </a:cubicBezTo>
                <a:cubicBezTo>
                  <a:pt x="1030" y="277"/>
                  <a:pt x="1030" y="277"/>
                  <a:pt x="1030" y="277"/>
                </a:cubicBezTo>
                <a:cubicBezTo>
                  <a:pt x="1026" y="274"/>
                  <a:pt x="1026" y="274"/>
                  <a:pt x="1026" y="274"/>
                </a:cubicBezTo>
                <a:cubicBezTo>
                  <a:pt x="997" y="251"/>
                  <a:pt x="977" y="217"/>
                  <a:pt x="971" y="180"/>
                </a:cubicBezTo>
                <a:cubicBezTo>
                  <a:pt x="970" y="175"/>
                  <a:pt x="970" y="175"/>
                  <a:pt x="970" y="175"/>
                </a:cubicBezTo>
                <a:cubicBezTo>
                  <a:pt x="636" y="175"/>
                  <a:pt x="636" y="175"/>
                  <a:pt x="636" y="175"/>
                </a:cubicBezTo>
                <a:cubicBezTo>
                  <a:pt x="635" y="180"/>
                  <a:pt x="635" y="180"/>
                  <a:pt x="635" y="180"/>
                </a:cubicBezTo>
                <a:cubicBezTo>
                  <a:pt x="629" y="217"/>
                  <a:pt x="609" y="251"/>
                  <a:pt x="579" y="274"/>
                </a:cubicBezTo>
                <a:cubicBezTo>
                  <a:pt x="575" y="277"/>
                  <a:pt x="575" y="277"/>
                  <a:pt x="575" y="277"/>
                </a:cubicBezTo>
                <a:cubicBezTo>
                  <a:pt x="665" y="432"/>
                  <a:pt x="665" y="432"/>
                  <a:pt x="665" y="432"/>
                </a:cubicBezTo>
                <a:cubicBezTo>
                  <a:pt x="670" y="430"/>
                  <a:pt x="670" y="430"/>
                  <a:pt x="670" y="430"/>
                </a:cubicBezTo>
                <a:cubicBezTo>
                  <a:pt x="711" y="410"/>
                  <a:pt x="757" y="399"/>
                  <a:pt x="803" y="399"/>
                </a:cubicBezTo>
                <a:close/>
                <a:moveTo>
                  <a:pt x="1122" y="42"/>
                </a:moveTo>
                <a:cubicBezTo>
                  <a:pt x="1060" y="42"/>
                  <a:pt x="1010" y="92"/>
                  <a:pt x="1010" y="154"/>
                </a:cubicBezTo>
                <a:cubicBezTo>
                  <a:pt x="1010" y="216"/>
                  <a:pt x="1060" y="266"/>
                  <a:pt x="1122" y="266"/>
                </a:cubicBezTo>
                <a:cubicBezTo>
                  <a:pt x="1184" y="266"/>
                  <a:pt x="1234" y="216"/>
                  <a:pt x="1234" y="154"/>
                </a:cubicBezTo>
                <a:cubicBezTo>
                  <a:pt x="1234" y="92"/>
                  <a:pt x="1184" y="42"/>
                  <a:pt x="1122" y="42"/>
                </a:cubicBezTo>
                <a:close/>
                <a:moveTo>
                  <a:pt x="484" y="42"/>
                </a:moveTo>
                <a:cubicBezTo>
                  <a:pt x="422" y="42"/>
                  <a:pt x="371" y="92"/>
                  <a:pt x="371" y="154"/>
                </a:cubicBezTo>
                <a:cubicBezTo>
                  <a:pt x="371" y="216"/>
                  <a:pt x="422" y="266"/>
                  <a:pt x="484" y="266"/>
                </a:cubicBezTo>
                <a:cubicBezTo>
                  <a:pt x="546" y="266"/>
                  <a:pt x="596" y="216"/>
                  <a:pt x="596" y="154"/>
                </a:cubicBezTo>
                <a:cubicBezTo>
                  <a:pt x="596" y="92"/>
                  <a:pt x="546" y="42"/>
                  <a:pt x="484" y="4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695;p34"/>
          <p:cNvSpPr/>
          <p:nvPr/>
        </p:nvSpPr>
        <p:spPr>
          <a:xfrm flipH="1">
            <a:off x="7004057" y="574221"/>
            <a:ext cx="610477" cy="415179"/>
          </a:xfrm>
          <a:custGeom>
            <a:avLst/>
            <a:gdLst/>
            <a:ahLst/>
            <a:cxnLst/>
            <a:rect l="l" t="t" r="r" b="b"/>
            <a:pathLst>
              <a:path w="1417" h="964" extrusionOk="0">
                <a:moveTo>
                  <a:pt x="1246" y="421"/>
                </a:moveTo>
                <a:cubicBezTo>
                  <a:pt x="1247" y="413"/>
                  <a:pt x="1247" y="405"/>
                  <a:pt x="1247" y="397"/>
                </a:cubicBezTo>
                <a:cubicBezTo>
                  <a:pt x="1247" y="178"/>
                  <a:pt x="1069" y="0"/>
                  <a:pt x="850" y="0"/>
                </a:cubicBezTo>
                <a:cubicBezTo>
                  <a:pt x="692" y="0"/>
                  <a:pt x="550" y="94"/>
                  <a:pt x="487" y="237"/>
                </a:cubicBezTo>
                <a:cubicBezTo>
                  <a:pt x="467" y="230"/>
                  <a:pt x="446" y="227"/>
                  <a:pt x="425" y="227"/>
                </a:cubicBezTo>
                <a:cubicBezTo>
                  <a:pt x="324" y="227"/>
                  <a:pt x="240" y="303"/>
                  <a:pt x="228" y="403"/>
                </a:cubicBezTo>
                <a:cubicBezTo>
                  <a:pt x="97" y="429"/>
                  <a:pt x="0" y="544"/>
                  <a:pt x="0" y="680"/>
                </a:cubicBezTo>
                <a:cubicBezTo>
                  <a:pt x="0" y="837"/>
                  <a:pt x="127" y="964"/>
                  <a:pt x="283" y="964"/>
                </a:cubicBezTo>
                <a:cubicBezTo>
                  <a:pt x="1134" y="964"/>
                  <a:pt x="1134" y="964"/>
                  <a:pt x="1134" y="964"/>
                </a:cubicBezTo>
                <a:cubicBezTo>
                  <a:pt x="1290" y="964"/>
                  <a:pt x="1417" y="837"/>
                  <a:pt x="1417" y="680"/>
                </a:cubicBezTo>
                <a:cubicBezTo>
                  <a:pt x="1417" y="567"/>
                  <a:pt x="1349" y="466"/>
                  <a:pt x="1246" y="421"/>
                </a:cubicBezTo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Google Shape;696;p34"/>
          <p:cNvSpPr/>
          <p:nvPr/>
        </p:nvSpPr>
        <p:spPr>
          <a:xfrm flipH="1">
            <a:off x="1338155" y="516073"/>
            <a:ext cx="575312" cy="523012"/>
          </a:xfrm>
          <a:custGeom>
            <a:avLst/>
            <a:gdLst/>
            <a:ahLst/>
            <a:cxnLst/>
            <a:rect l="l" t="t" r="r" b="b"/>
            <a:pathLst>
              <a:path w="1536" h="1396" extrusionOk="0">
                <a:moveTo>
                  <a:pt x="1459" y="1120"/>
                </a:moveTo>
                <a:cubicBezTo>
                  <a:pt x="1452" y="1078"/>
                  <a:pt x="1417" y="1046"/>
                  <a:pt x="1374" y="1041"/>
                </a:cubicBezTo>
                <a:cubicBezTo>
                  <a:pt x="1433" y="936"/>
                  <a:pt x="1464" y="819"/>
                  <a:pt x="1464" y="698"/>
                </a:cubicBezTo>
                <a:cubicBezTo>
                  <a:pt x="1464" y="540"/>
                  <a:pt x="1413" y="391"/>
                  <a:pt x="1315" y="267"/>
                </a:cubicBezTo>
                <a:cubicBezTo>
                  <a:pt x="1308" y="257"/>
                  <a:pt x="1293" y="256"/>
                  <a:pt x="1284" y="263"/>
                </a:cubicBezTo>
                <a:cubicBezTo>
                  <a:pt x="1274" y="271"/>
                  <a:pt x="1272" y="285"/>
                  <a:pt x="1280" y="295"/>
                </a:cubicBezTo>
                <a:cubicBezTo>
                  <a:pt x="1350" y="384"/>
                  <a:pt x="1394" y="487"/>
                  <a:pt x="1411" y="597"/>
                </a:cubicBezTo>
                <a:cubicBezTo>
                  <a:pt x="1375" y="565"/>
                  <a:pt x="1321" y="536"/>
                  <a:pt x="1251" y="511"/>
                </a:cubicBezTo>
                <a:cubicBezTo>
                  <a:pt x="1182" y="487"/>
                  <a:pt x="1101" y="469"/>
                  <a:pt x="1013" y="458"/>
                </a:cubicBezTo>
                <a:cubicBezTo>
                  <a:pt x="1001" y="367"/>
                  <a:pt x="982" y="283"/>
                  <a:pt x="957" y="213"/>
                </a:cubicBezTo>
                <a:cubicBezTo>
                  <a:pt x="932" y="143"/>
                  <a:pt x="903" y="89"/>
                  <a:pt x="870" y="53"/>
                </a:cubicBezTo>
                <a:cubicBezTo>
                  <a:pt x="1002" y="74"/>
                  <a:pt x="1124" y="135"/>
                  <a:pt x="1222" y="230"/>
                </a:cubicBezTo>
                <a:cubicBezTo>
                  <a:pt x="1226" y="234"/>
                  <a:pt x="1232" y="237"/>
                  <a:pt x="1237" y="237"/>
                </a:cubicBezTo>
                <a:cubicBezTo>
                  <a:pt x="1243" y="237"/>
                  <a:pt x="1249" y="234"/>
                  <a:pt x="1254" y="230"/>
                </a:cubicBezTo>
                <a:cubicBezTo>
                  <a:pt x="1262" y="221"/>
                  <a:pt x="1262" y="206"/>
                  <a:pt x="1253" y="198"/>
                </a:cubicBezTo>
                <a:cubicBezTo>
                  <a:pt x="1122" y="70"/>
                  <a:pt x="949" y="0"/>
                  <a:pt x="766" y="0"/>
                </a:cubicBezTo>
                <a:cubicBezTo>
                  <a:pt x="630" y="0"/>
                  <a:pt x="499" y="39"/>
                  <a:pt x="385" y="113"/>
                </a:cubicBezTo>
                <a:cubicBezTo>
                  <a:pt x="373" y="107"/>
                  <a:pt x="359" y="104"/>
                  <a:pt x="344" y="104"/>
                </a:cubicBezTo>
                <a:cubicBezTo>
                  <a:pt x="335" y="104"/>
                  <a:pt x="327" y="105"/>
                  <a:pt x="318" y="107"/>
                </a:cubicBezTo>
                <a:cubicBezTo>
                  <a:pt x="294" y="72"/>
                  <a:pt x="255" y="49"/>
                  <a:pt x="211" y="47"/>
                </a:cubicBezTo>
                <a:cubicBezTo>
                  <a:pt x="174" y="45"/>
                  <a:pt x="137" y="59"/>
                  <a:pt x="110" y="85"/>
                </a:cubicBezTo>
                <a:cubicBezTo>
                  <a:pt x="83" y="110"/>
                  <a:pt x="68" y="145"/>
                  <a:pt x="68" y="182"/>
                </a:cubicBezTo>
                <a:cubicBezTo>
                  <a:pt x="68" y="183"/>
                  <a:pt x="68" y="185"/>
                  <a:pt x="68" y="186"/>
                </a:cubicBezTo>
                <a:cubicBezTo>
                  <a:pt x="28" y="198"/>
                  <a:pt x="0" y="235"/>
                  <a:pt x="0" y="278"/>
                </a:cubicBezTo>
                <a:cubicBezTo>
                  <a:pt x="0" y="279"/>
                  <a:pt x="0" y="281"/>
                  <a:pt x="0" y="282"/>
                </a:cubicBezTo>
                <a:cubicBezTo>
                  <a:pt x="1" y="329"/>
                  <a:pt x="40" y="366"/>
                  <a:pt x="88" y="366"/>
                </a:cubicBezTo>
                <a:cubicBezTo>
                  <a:pt x="152" y="366"/>
                  <a:pt x="152" y="366"/>
                  <a:pt x="152" y="366"/>
                </a:cubicBezTo>
                <a:cubicBezTo>
                  <a:pt x="97" y="467"/>
                  <a:pt x="68" y="582"/>
                  <a:pt x="68" y="698"/>
                </a:cubicBezTo>
                <a:cubicBezTo>
                  <a:pt x="68" y="884"/>
                  <a:pt x="141" y="1060"/>
                  <a:pt x="273" y="1191"/>
                </a:cubicBezTo>
                <a:cubicBezTo>
                  <a:pt x="404" y="1323"/>
                  <a:pt x="580" y="1396"/>
                  <a:pt x="766" y="1396"/>
                </a:cubicBezTo>
                <a:cubicBezTo>
                  <a:pt x="889" y="1396"/>
                  <a:pt x="1010" y="1363"/>
                  <a:pt x="1115" y="1302"/>
                </a:cubicBezTo>
                <a:cubicBezTo>
                  <a:pt x="1447" y="1302"/>
                  <a:pt x="1447" y="1302"/>
                  <a:pt x="1447" y="1302"/>
                </a:cubicBezTo>
                <a:cubicBezTo>
                  <a:pt x="1495" y="1302"/>
                  <a:pt x="1534" y="1265"/>
                  <a:pt x="1536" y="1218"/>
                </a:cubicBezTo>
                <a:cubicBezTo>
                  <a:pt x="1536" y="1217"/>
                  <a:pt x="1536" y="1216"/>
                  <a:pt x="1536" y="1215"/>
                </a:cubicBezTo>
                <a:cubicBezTo>
                  <a:pt x="1536" y="1168"/>
                  <a:pt x="1503" y="1130"/>
                  <a:pt x="1459" y="1120"/>
                </a:cubicBezTo>
                <a:close/>
                <a:moveTo>
                  <a:pt x="1230" y="983"/>
                </a:moveTo>
                <a:cubicBezTo>
                  <a:pt x="1193" y="982"/>
                  <a:pt x="1156" y="995"/>
                  <a:pt x="1129" y="1021"/>
                </a:cubicBezTo>
                <a:cubicBezTo>
                  <a:pt x="1102" y="1047"/>
                  <a:pt x="1087" y="1081"/>
                  <a:pt x="1087" y="1118"/>
                </a:cubicBezTo>
                <a:cubicBezTo>
                  <a:pt x="1087" y="1120"/>
                  <a:pt x="1087" y="1121"/>
                  <a:pt x="1087" y="1122"/>
                </a:cubicBezTo>
                <a:cubicBezTo>
                  <a:pt x="1047" y="1135"/>
                  <a:pt x="1019" y="1172"/>
                  <a:pt x="1019" y="1215"/>
                </a:cubicBezTo>
                <a:cubicBezTo>
                  <a:pt x="1019" y="1216"/>
                  <a:pt x="1019" y="1217"/>
                  <a:pt x="1019" y="1218"/>
                </a:cubicBezTo>
                <a:cubicBezTo>
                  <a:pt x="1020" y="1245"/>
                  <a:pt x="1033" y="1269"/>
                  <a:pt x="1053" y="1284"/>
                </a:cubicBezTo>
                <a:cubicBezTo>
                  <a:pt x="995" y="1313"/>
                  <a:pt x="933" y="1332"/>
                  <a:pt x="870" y="1342"/>
                </a:cubicBezTo>
                <a:cubicBezTo>
                  <a:pt x="903" y="1306"/>
                  <a:pt x="932" y="1253"/>
                  <a:pt x="957" y="1183"/>
                </a:cubicBezTo>
                <a:cubicBezTo>
                  <a:pt x="982" y="1112"/>
                  <a:pt x="1001" y="1029"/>
                  <a:pt x="1013" y="938"/>
                </a:cubicBezTo>
                <a:cubicBezTo>
                  <a:pt x="1101" y="926"/>
                  <a:pt x="1182" y="908"/>
                  <a:pt x="1251" y="884"/>
                </a:cubicBezTo>
                <a:cubicBezTo>
                  <a:pt x="1321" y="860"/>
                  <a:pt x="1375" y="831"/>
                  <a:pt x="1411" y="799"/>
                </a:cubicBezTo>
                <a:cubicBezTo>
                  <a:pt x="1398" y="881"/>
                  <a:pt x="1370" y="959"/>
                  <a:pt x="1328" y="1031"/>
                </a:cubicBezTo>
                <a:cubicBezTo>
                  <a:pt x="1304" y="1003"/>
                  <a:pt x="1269" y="985"/>
                  <a:pt x="1230" y="983"/>
                </a:cubicBezTo>
                <a:close/>
                <a:moveTo>
                  <a:pt x="624" y="1185"/>
                </a:moveTo>
                <a:cubicBezTo>
                  <a:pt x="598" y="1117"/>
                  <a:pt x="578" y="1035"/>
                  <a:pt x="565" y="944"/>
                </a:cubicBezTo>
                <a:cubicBezTo>
                  <a:pt x="630" y="950"/>
                  <a:pt x="697" y="954"/>
                  <a:pt x="766" y="954"/>
                </a:cubicBezTo>
                <a:cubicBezTo>
                  <a:pt x="835" y="954"/>
                  <a:pt x="903" y="950"/>
                  <a:pt x="967" y="944"/>
                </a:cubicBezTo>
                <a:cubicBezTo>
                  <a:pt x="955" y="1027"/>
                  <a:pt x="937" y="1103"/>
                  <a:pt x="914" y="1168"/>
                </a:cubicBezTo>
                <a:cubicBezTo>
                  <a:pt x="873" y="1284"/>
                  <a:pt x="819" y="1351"/>
                  <a:pt x="766" y="1351"/>
                </a:cubicBezTo>
                <a:cubicBezTo>
                  <a:pt x="716" y="1351"/>
                  <a:pt x="665" y="1290"/>
                  <a:pt x="624" y="1185"/>
                </a:cubicBezTo>
                <a:close/>
                <a:moveTo>
                  <a:pt x="550" y="753"/>
                </a:moveTo>
                <a:cubicBezTo>
                  <a:pt x="549" y="740"/>
                  <a:pt x="539" y="731"/>
                  <a:pt x="526" y="731"/>
                </a:cubicBezTo>
                <a:cubicBezTo>
                  <a:pt x="514" y="731"/>
                  <a:pt x="504" y="742"/>
                  <a:pt x="504" y="754"/>
                </a:cubicBezTo>
                <a:cubicBezTo>
                  <a:pt x="506" y="801"/>
                  <a:pt x="509" y="847"/>
                  <a:pt x="513" y="892"/>
                </a:cubicBezTo>
                <a:cubicBezTo>
                  <a:pt x="433" y="880"/>
                  <a:pt x="359" y="863"/>
                  <a:pt x="296" y="842"/>
                </a:cubicBezTo>
                <a:cubicBezTo>
                  <a:pt x="180" y="801"/>
                  <a:pt x="113" y="749"/>
                  <a:pt x="113" y="698"/>
                </a:cubicBezTo>
                <a:cubicBezTo>
                  <a:pt x="113" y="647"/>
                  <a:pt x="180" y="594"/>
                  <a:pt x="296" y="554"/>
                </a:cubicBezTo>
                <a:cubicBezTo>
                  <a:pt x="359" y="532"/>
                  <a:pt x="433" y="515"/>
                  <a:pt x="513" y="504"/>
                </a:cubicBezTo>
                <a:cubicBezTo>
                  <a:pt x="508" y="554"/>
                  <a:pt x="505" y="606"/>
                  <a:pt x="504" y="659"/>
                </a:cubicBezTo>
                <a:cubicBezTo>
                  <a:pt x="504" y="672"/>
                  <a:pt x="514" y="682"/>
                  <a:pt x="526" y="682"/>
                </a:cubicBezTo>
                <a:cubicBezTo>
                  <a:pt x="538" y="683"/>
                  <a:pt x="549" y="673"/>
                  <a:pt x="549" y="660"/>
                </a:cubicBezTo>
                <a:cubicBezTo>
                  <a:pt x="550" y="605"/>
                  <a:pt x="554" y="550"/>
                  <a:pt x="560" y="498"/>
                </a:cubicBezTo>
                <a:cubicBezTo>
                  <a:pt x="625" y="491"/>
                  <a:pt x="695" y="487"/>
                  <a:pt x="766" y="487"/>
                </a:cubicBezTo>
                <a:cubicBezTo>
                  <a:pt x="837" y="487"/>
                  <a:pt x="907" y="491"/>
                  <a:pt x="973" y="498"/>
                </a:cubicBezTo>
                <a:cubicBezTo>
                  <a:pt x="980" y="562"/>
                  <a:pt x="983" y="629"/>
                  <a:pt x="983" y="698"/>
                </a:cubicBezTo>
                <a:cubicBezTo>
                  <a:pt x="983" y="767"/>
                  <a:pt x="980" y="834"/>
                  <a:pt x="973" y="898"/>
                </a:cubicBezTo>
                <a:cubicBezTo>
                  <a:pt x="907" y="905"/>
                  <a:pt x="837" y="909"/>
                  <a:pt x="766" y="909"/>
                </a:cubicBezTo>
                <a:cubicBezTo>
                  <a:pt x="695" y="909"/>
                  <a:pt x="625" y="905"/>
                  <a:pt x="560" y="898"/>
                </a:cubicBezTo>
                <a:cubicBezTo>
                  <a:pt x="554" y="851"/>
                  <a:pt x="551" y="802"/>
                  <a:pt x="550" y="753"/>
                </a:cubicBezTo>
                <a:close/>
                <a:moveTo>
                  <a:pt x="1236" y="554"/>
                </a:moveTo>
                <a:cubicBezTo>
                  <a:pt x="1352" y="594"/>
                  <a:pt x="1419" y="647"/>
                  <a:pt x="1419" y="698"/>
                </a:cubicBezTo>
                <a:cubicBezTo>
                  <a:pt x="1419" y="749"/>
                  <a:pt x="1352" y="801"/>
                  <a:pt x="1236" y="842"/>
                </a:cubicBezTo>
                <a:cubicBezTo>
                  <a:pt x="1173" y="863"/>
                  <a:pt x="1099" y="880"/>
                  <a:pt x="1019" y="892"/>
                </a:cubicBezTo>
                <a:cubicBezTo>
                  <a:pt x="1025" y="829"/>
                  <a:pt x="1029" y="764"/>
                  <a:pt x="1029" y="698"/>
                </a:cubicBezTo>
                <a:cubicBezTo>
                  <a:pt x="1029" y="631"/>
                  <a:pt x="1025" y="566"/>
                  <a:pt x="1019" y="504"/>
                </a:cubicBezTo>
                <a:cubicBezTo>
                  <a:pt x="1099" y="515"/>
                  <a:pt x="1173" y="532"/>
                  <a:pt x="1236" y="554"/>
                </a:cubicBezTo>
                <a:close/>
                <a:moveTo>
                  <a:pt x="914" y="228"/>
                </a:moveTo>
                <a:cubicBezTo>
                  <a:pt x="937" y="293"/>
                  <a:pt x="955" y="369"/>
                  <a:pt x="967" y="452"/>
                </a:cubicBezTo>
                <a:cubicBezTo>
                  <a:pt x="903" y="445"/>
                  <a:pt x="835" y="442"/>
                  <a:pt x="766" y="442"/>
                </a:cubicBezTo>
                <a:cubicBezTo>
                  <a:pt x="697" y="442"/>
                  <a:pt x="630" y="445"/>
                  <a:pt x="565" y="452"/>
                </a:cubicBezTo>
                <a:cubicBezTo>
                  <a:pt x="578" y="363"/>
                  <a:pt x="597" y="283"/>
                  <a:pt x="622" y="216"/>
                </a:cubicBezTo>
                <a:cubicBezTo>
                  <a:pt x="663" y="107"/>
                  <a:pt x="715" y="45"/>
                  <a:pt x="766" y="45"/>
                </a:cubicBezTo>
                <a:cubicBezTo>
                  <a:pt x="819" y="45"/>
                  <a:pt x="873" y="112"/>
                  <a:pt x="914" y="228"/>
                </a:cubicBezTo>
                <a:close/>
                <a:moveTo>
                  <a:pt x="45" y="280"/>
                </a:moveTo>
                <a:cubicBezTo>
                  <a:pt x="45" y="280"/>
                  <a:pt x="45" y="279"/>
                  <a:pt x="45" y="278"/>
                </a:cubicBezTo>
                <a:cubicBezTo>
                  <a:pt x="45" y="251"/>
                  <a:pt x="66" y="228"/>
                  <a:pt x="94" y="227"/>
                </a:cubicBezTo>
                <a:cubicBezTo>
                  <a:pt x="100" y="226"/>
                  <a:pt x="106" y="223"/>
                  <a:pt x="110" y="218"/>
                </a:cubicBezTo>
                <a:cubicBezTo>
                  <a:pt x="114" y="213"/>
                  <a:pt x="116" y="206"/>
                  <a:pt x="115" y="200"/>
                </a:cubicBezTo>
                <a:cubicBezTo>
                  <a:pt x="113" y="194"/>
                  <a:pt x="113" y="188"/>
                  <a:pt x="113" y="182"/>
                </a:cubicBezTo>
                <a:cubicBezTo>
                  <a:pt x="113" y="158"/>
                  <a:pt x="123" y="135"/>
                  <a:pt x="141" y="117"/>
                </a:cubicBezTo>
                <a:cubicBezTo>
                  <a:pt x="159" y="101"/>
                  <a:pt x="181" y="92"/>
                  <a:pt x="205" y="92"/>
                </a:cubicBezTo>
                <a:cubicBezTo>
                  <a:pt x="206" y="92"/>
                  <a:pt x="208" y="92"/>
                  <a:pt x="209" y="92"/>
                </a:cubicBezTo>
                <a:cubicBezTo>
                  <a:pt x="243" y="94"/>
                  <a:pt x="273" y="114"/>
                  <a:pt x="288" y="145"/>
                </a:cubicBezTo>
                <a:cubicBezTo>
                  <a:pt x="290" y="150"/>
                  <a:pt x="295" y="155"/>
                  <a:pt x="301" y="157"/>
                </a:cubicBezTo>
                <a:cubicBezTo>
                  <a:pt x="307" y="159"/>
                  <a:pt x="313" y="158"/>
                  <a:pt x="319" y="155"/>
                </a:cubicBezTo>
                <a:cubicBezTo>
                  <a:pt x="327" y="151"/>
                  <a:pt x="335" y="149"/>
                  <a:pt x="344" y="149"/>
                </a:cubicBezTo>
                <a:cubicBezTo>
                  <a:pt x="373" y="149"/>
                  <a:pt x="396" y="172"/>
                  <a:pt x="396" y="201"/>
                </a:cubicBezTo>
                <a:cubicBezTo>
                  <a:pt x="396" y="201"/>
                  <a:pt x="396" y="202"/>
                  <a:pt x="396" y="203"/>
                </a:cubicBezTo>
                <a:cubicBezTo>
                  <a:pt x="396" y="209"/>
                  <a:pt x="398" y="215"/>
                  <a:pt x="403" y="220"/>
                </a:cubicBezTo>
                <a:cubicBezTo>
                  <a:pt x="407" y="224"/>
                  <a:pt x="413" y="227"/>
                  <a:pt x="419" y="227"/>
                </a:cubicBezTo>
                <a:cubicBezTo>
                  <a:pt x="448" y="227"/>
                  <a:pt x="471" y="250"/>
                  <a:pt x="471" y="278"/>
                </a:cubicBezTo>
                <a:cubicBezTo>
                  <a:pt x="471" y="279"/>
                  <a:pt x="471" y="280"/>
                  <a:pt x="471" y="280"/>
                </a:cubicBezTo>
                <a:cubicBezTo>
                  <a:pt x="471" y="302"/>
                  <a:pt x="451" y="321"/>
                  <a:pt x="428" y="321"/>
                </a:cubicBezTo>
                <a:cubicBezTo>
                  <a:pt x="88" y="321"/>
                  <a:pt x="88" y="321"/>
                  <a:pt x="88" y="321"/>
                </a:cubicBezTo>
                <a:cubicBezTo>
                  <a:pt x="65" y="321"/>
                  <a:pt x="46" y="302"/>
                  <a:pt x="45" y="280"/>
                </a:cubicBezTo>
                <a:close/>
                <a:moveTo>
                  <a:pt x="428" y="366"/>
                </a:moveTo>
                <a:cubicBezTo>
                  <a:pt x="476" y="366"/>
                  <a:pt x="515" y="329"/>
                  <a:pt x="517" y="282"/>
                </a:cubicBezTo>
                <a:cubicBezTo>
                  <a:pt x="517" y="281"/>
                  <a:pt x="517" y="280"/>
                  <a:pt x="517" y="278"/>
                </a:cubicBezTo>
                <a:cubicBezTo>
                  <a:pt x="517" y="232"/>
                  <a:pt x="484" y="193"/>
                  <a:pt x="440" y="184"/>
                </a:cubicBezTo>
                <a:cubicBezTo>
                  <a:pt x="437" y="169"/>
                  <a:pt x="431" y="155"/>
                  <a:pt x="422" y="143"/>
                </a:cubicBezTo>
                <a:cubicBezTo>
                  <a:pt x="496" y="97"/>
                  <a:pt x="577" y="67"/>
                  <a:pt x="662" y="53"/>
                </a:cubicBezTo>
                <a:cubicBezTo>
                  <a:pt x="632" y="87"/>
                  <a:pt x="604" y="136"/>
                  <a:pt x="580" y="200"/>
                </a:cubicBezTo>
                <a:cubicBezTo>
                  <a:pt x="552" y="273"/>
                  <a:pt x="532" y="361"/>
                  <a:pt x="519" y="458"/>
                </a:cubicBezTo>
                <a:cubicBezTo>
                  <a:pt x="431" y="469"/>
                  <a:pt x="350" y="487"/>
                  <a:pt x="281" y="511"/>
                </a:cubicBezTo>
                <a:cubicBezTo>
                  <a:pt x="211" y="535"/>
                  <a:pt x="157" y="565"/>
                  <a:pt x="121" y="597"/>
                </a:cubicBezTo>
                <a:cubicBezTo>
                  <a:pt x="134" y="516"/>
                  <a:pt x="162" y="438"/>
                  <a:pt x="203" y="367"/>
                </a:cubicBezTo>
                <a:cubicBezTo>
                  <a:pt x="203" y="367"/>
                  <a:pt x="204" y="366"/>
                  <a:pt x="204" y="366"/>
                </a:cubicBezTo>
                <a:lnTo>
                  <a:pt x="428" y="366"/>
                </a:lnTo>
                <a:close/>
                <a:moveTo>
                  <a:pt x="121" y="799"/>
                </a:moveTo>
                <a:cubicBezTo>
                  <a:pt x="157" y="831"/>
                  <a:pt x="211" y="860"/>
                  <a:pt x="281" y="884"/>
                </a:cubicBezTo>
                <a:cubicBezTo>
                  <a:pt x="350" y="908"/>
                  <a:pt x="431" y="926"/>
                  <a:pt x="519" y="938"/>
                </a:cubicBezTo>
                <a:cubicBezTo>
                  <a:pt x="532" y="1037"/>
                  <a:pt x="554" y="1128"/>
                  <a:pt x="582" y="1202"/>
                </a:cubicBezTo>
                <a:cubicBezTo>
                  <a:pt x="605" y="1263"/>
                  <a:pt x="632" y="1310"/>
                  <a:pt x="662" y="1342"/>
                </a:cubicBezTo>
                <a:cubicBezTo>
                  <a:pt x="527" y="1321"/>
                  <a:pt x="403" y="1258"/>
                  <a:pt x="305" y="1159"/>
                </a:cubicBezTo>
                <a:cubicBezTo>
                  <a:pt x="205" y="1060"/>
                  <a:pt x="142" y="935"/>
                  <a:pt x="121" y="799"/>
                </a:cubicBezTo>
                <a:close/>
                <a:moveTo>
                  <a:pt x="1490" y="1217"/>
                </a:moveTo>
                <a:cubicBezTo>
                  <a:pt x="1490" y="1239"/>
                  <a:pt x="1470" y="1257"/>
                  <a:pt x="1447" y="1257"/>
                </a:cubicBezTo>
                <a:cubicBezTo>
                  <a:pt x="1107" y="1257"/>
                  <a:pt x="1107" y="1257"/>
                  <a:pt x="1107" y="1257"/>
                </a:cubicBezTo>
                <a:cubicBezTo>
                  <a:pt x="1084" y="1257"/>
                  <a:pt x="1065" y="1239"/>
                  <a:pt x="1064" y="1216"/>
                </a:cubicBezTo>
                <a:cubicBezTo>
                  <a:pt x="1064" y="1216"/>
                  <a:pt x="1064" y="1215"/>
                  <a:pt x="1064" y="1215"/>
                </a:cubicBezTo>
                <a:cubicBezTo>
                  <a:pt x="1064" y="1188"/>
                  <a:pt x="1085" y="1165"/>
                  <a:pt x="1113" y="1163"/>
                </a:cubicBezTo>
                <a:cubicBezTo>
                  <a:pt x="1119" y="1163"/>
                  <a:pt x="1125" y="1159"/>
                  <a:pt x="1129" y="1154"/>
                </a:cubicBezTo>
                <a:cubicBezTo>
                  <a:pt x="1133" y="1149"/>
                  <a:pt x="1135" y="1143"/>
                  <a:pt x="1133" y="1136"/>
                </a:cubicBezTo>
                <a:cubicBezTo>
                  <a:pt x="1132" y="1130"/>
                  <a:pt x="1132" y="1125"/>
                  <a:pt x="1132" y="1119"/>
                </a:cubicBezTo>
                <a:cubicBezTo>
                  <a:pt x="1132" y="1094"/>
                  <a:pt x="1142" y="1071"/>
                  <a:pt x="1160" y="1054"/>
                </a:cubicBezTo>
                <a:cubicBezTo>
                  <a:pt x="1178" y="1037"/>
                  <a:pt x="1200" y="1028"/>
                  <a:pt x="1224" y="1028"/>
                </a:cubicBezTo>
                <a:cubicBezTo>
                  <a:pt x="1225" y="1028"/>
                  <a:pt x="1227" y="1029"/>
                  <a:pt x="1228" y="1029"/>
                </a:cubicBezTo>
                <a:cubicBezTo>
                  <a:pt x="1262" y="1030"/>
                  <a:pt x="1292" y="1050"/>
                  <a:pt x="1307" y="1081"/>
                </a:cubicBezTo>
                <a:cubicBezTo>
                  <a:pt x="1309" y="1085"/>
                  <a:pt x="1312" y="1088"/>
                  <a:pt x="1315" y="1091"/>
                </a:cubicBezTo>
                <a:cubicBezTo>
                  <a:pt x="1315" y="1091"/>
                  <a:pt x="1316" y="1091"/>
                  <a:pt x="1316" y="1091"/>
                </a:cubicBezTo>
                <a:cubicBezTo>
                  <a:pt x="1320" y="1094"/>
                  <a:pt x="1324" y="1095"/>
                  <a:pt x="1328" y="1095"/>
                </a:cubicBezTo>
                <a:cubicBezTo>
                  <a:pt x="1334" y="1095"/>
                  <a:pt x="1339" y="1093"/>
                  <a:pt x="1344" y="1089"/>
                </a:cubicBezTo>
                <a:cubicBezTo>
                  <a:pt x="1350" y="1086"/>
                  <a:pt x="1356" y="1085"/>
                  <a:pt x="1363" y="1085"/>
                </a:cubicBezTo>
                <a:cubicBezTo>
                  <a:pt x="1392" y="1085"/>
                  <a:pt x="1415" y="1108"/>
                  <a:pt x="1415" y="1137"/>
                </a:cubicBezTo>
                <a:cubicBezTo>
                  <a:pt x="1415" y="1138"/>
                  <a:pt x="1415" y="1139"/>
                  <a:pt x="1415" y="1139"/>
                </a:cubicBezTo>
                <a:cubicBezTo>
                  <a:pt x="1415" y="1145"/>
                  <a:pt x="1417" y="1151"/>
                  <a:pt x="1422" y="1156"/>
                </a:cubicBezTo>
                <a:cubicBezTo>
                  <a:pt x="1426" y="1160"/>
                  <a:pt x="1432" y="1163"/>
                  <a:pt x="1438" y="1163"/>
                </a:cubicBezTo>
                <a:cubicBezTo>
                  <a:pt x="1438" y="1163"/>
                  <a:pt x="1438" y="1163"/>
                  <a:pt x="1438" y="1163"/>
                </a:cubicBezTo>
                <a:cubicBezTo>
                  <a:pt x="1467" y="1163"/>
                  <a:pt x="1490" y="1186"/>
                  <a:pt x="1490" y="1215"/>
                </a:cubicBezTo>
                <a:cubicBezTo>
                  <a:pt x="1490" y="1215"/>
                  <a:pt x="1490" y="1216"/>
                  <a:pt x="1490" y="1217"/>
                </a:cubicBezTo>
                <a:close/>
                <a:moveTo>
                  <a:pt x="1490" y="1217"/>
                </a:moveTo>
                <a:cubicBezTo>
                  <a:pt x="1490" y="1217"/>
                  <a:pt x="1490" y="1217"/>
                  <a:pt x="1490" y="1217"/>
                </a:cubicBezTo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" name="Google Shape;697;p34"/>
          <p:cNvGrpSpPr/>
          <p:nvPr/>
        </p:nvGrpSpPr>
        <p:grpSpPr>
          <a:xfrm flipH="1">
            <a:off x="2149690" y="473528"/>
            <a:ext cx="612525" cy="603648"/>
            <a:chOff x="-784225" y="-7512050"/>
            <a:chExt cx="1423988" cy="1403350"/>
          </a:xfrm>
          <a:solidFill>
            <a:schemeClr val="bg1">
              <a:lumMod val="75000"/>
            </a:schemeClr>
          </a:solidFill>
        </p:grpSpPr>
        <p:sp>
          <p:nvSpPr>
            <p:cNvPr id="10" name="Google Shape;698;p34"/>
            <p:cNvSpPr/>
            <p:nvPr/>
          </p:nvSpPr>
          <p:spPr>
            <a:xfrm>
              <a:off x="-784225" y="-7512050"/>
              <a:ext cx="1423988" cy="1403350"/>
            </a:xfrm>
            <a:custGeom>
              <a:avLst/>
              <a:gdLst/>
              <a:ahLst/>
              <a:cxnLst/>
              <a:rect l="l" t="t" r="r" b="b"/>
              <a:pathLst>
                <a:path w="1422" h="1403" extrusionOk="0">
                  <a:moveTo>
                    <a:pt x="1410" y="172"/>
                  </a:moveTo>
                  <a:cubicBezTo>
                    <a:pt x="1410" y="171"/>
                    <a:pt x="1243" y="12"/>
                    <a:pt x="1243" y="12"/>
                  </a:cubicBezTo>
                  <a:cubicBezTo>
                    <a:pt x="1237" y="6"/>
                    <a:pt x="1230" y="0"/>
                    <a:pt x="1218" y="0"/>
                  </a:cubicBezTo>
                  <a:cubicBezTo>
                    <a:pt x="548" y="0"/>
                    <a:pt x="548" y="0"/>
                    <a:pt x="548" y="0"/>
                  </a:cubicBezTo>
                  <a:cubicBezTo>
                    <a:pt x="528" y="0"/>
                    <a:pt x="512" y="16"/>
                    <a:pt x="512" y="35"/>
                  </a:cubicBezTo>
                  <a:cubicBezTo>
                    <a:pt x="512" y="144"/>
                    <a:pt x="512" y="144"/>
                    <a:pt x="512" y="144"/>
                  </a:cubicBezTo>
                  <a:cubicBezTo>
                    <a:pt x="276" y="185"/>
                    <a:pt x="276" y="185"/>
                    <a:pt x="276" y="185"/>
                  </a:cubicBezTo>
                  <a:cubicBezTo>
                    <a:pt x="257" y="188"/>
                    <a:pt x="244" y="206"/>
                    <a:pt x="248" y="225"/>
                  </a:cubicBezTo>
                  <a:cubicBezTo>
                    <a:pt x="260" y="295"/>
                    <a:pt x="260" y="295"/>
                    <a:pt x="260" y="295"/>
                  </a:cubicBezTo>
                  <a:cubicBezTo>
                    <a:pt x="183" y="321"/>
                    <a:pt x="104" y="348"/>
                    <a:pt x="28" y="375"/>
                  </a:cubicBezTo>
                  <a:cubicBezTo>
                    <a:pt x="10" y="381"/>
                    <a:pt x="0" y="401"/>
                    <a:pt x="7" y="420"/>
                  </a:cubicBezTo>
                  <a:cubicBezTo>
                    <a:pt x="158" y="840"/>
                    <a:pt x="158" y="840"/>
                    <a:pt x="158" y="840"/>
                  </a:cubicBezTo>
                  <a:cubicBezTo>
                    <a:pt x="161" y="849"/>
                    <a:pt x="169" y="854"/>
                    <a:pt x="178" y="854"/>
                  </a:cubicBezTo>
                  <a:cubicBezTo>
                    <a:pt x="180" y="854"/>
                    <a:pt x="182" y="854"/>
                    <a:pt x="185" y="853"/>
                  </a:cubicBezTo>
                  <a:cubicBezTo>
                    <a:pt x="196" y="849"/>
                    <a:pt x="201" y="837"/>
                    <a:pt x="197" y="826"/>
                  </a:cubicBezTo>
                  <a:cubicBezTo>
                    <a:pt x="48" y="412"/>
                    <a:pt x="48" y="412"/>
                    <a:pt x="48" y="412"/>
                  </a:cubicBezTo>
                  <a:cubicBezTo>
                    <a:pt x="120" y="386"/>
                    <a:pt x="194" y="361"/>
                    <a:pt x="267" y="336"/>
                  </a:cubicBezTo>
                  <a:cubicBezTo>
                    <a:pt x="338" y="752"/>
                    <a:pt x="338" y="752"/>
                    <a:pt x="338" y="752"/>
                  </a:cubicBezTo>
                  <a:cubicBezTo>
                    <a:pt x="420" y="1231"/>
                    <a:pt x="420" y="1231"/>
                    <a:pt x="420" y="1231"/>
                  </a:cubicBezTo>
                  <a:cubicBezTo>
                    <a:pt x="423" y="1248"/>
                    <a:pt x="438" y="1260"/>
                    <a:pt x="455" y="1260"/>
                  </a:cubicBezTo>
                  <a:cubicBezTo>
                    <a:pt x="457" y="1260"/>
                    <a:pt x="459" y="1260"/>
                    <a:pt x="460" y="1260"/>
                  </a:cubicBezTo>
                  <a:cubicBezTo>
                    <a:pt x="683" y="1222"/>
                    <a:pt x="683" y="1222"/>
                    <a:pt x="683" y="1222"/>
                  </a:cubicBezTo>
                  <a:cubicBezTo>
                    <a:pt x="857" y="1192"/>
                    <a:pt x="857" y="1192"/>
                    <a:pt x="857" y="1192"/>
                  </a:cubicBezTo>
                  <a:cubicBezTo>
                    <a:pt x="595" y="1286"/>
                    <a:pt x="595" y="1286"/>
                    <a:pt x="595" y="1286"/>
                  </a:cubicBezTo>
                  <a:cubicBezTo>
                    <a:pt x="389" y="1360"/>
                    <a:pt x="389" y="1360"/>
                    <a:pt x="389" y="1360"/>
                  </a:cubicBezTo>
                  <a:cubicBezTo>
                    <a:pt x="229" y="915"/>
                    <a:pt x="229" y="915"/>
                    <a:pt x="229" y="915"/>
                  </a:cubicBezTo>
                  <a:cubicBezTo>
                    <a:pt x="225" y="904"/>
                    <a:pt x="213" y="898"/>
                    <a:pt x="203" y="902"/>
                  </a:cubicBezTo>
                  <a:cubicBezTo>
                    <a:pt x="192" y="906"/>
                    <a:pt x="186" y="918"/>
                    <a:pt x="190" y="929"/>
                  </a:cubicBezTo>
                  <a:cubicBezTo>
                    <a:pt x="352" y="1380"/>
                    <a:pt x="352" y="1380"/>
                    <a:pt x="352" y="1380"/>
                  </a:cubicBezTo>
                  <a:cubicBezTo>
                    <a:pt x="358" y="1394"/>
                    <a:pt x="371" y="1403"/>
                    <a:pt x="385" y="1403"/>
                  </a:cubicBezTo>
                  <a:cubicBezTo>
                    <a:pt x="389" y="1403"/>
                    <a:pt x="393" y="1403"/>
                    <a:pt x="397" y="1401"/>
                  </a:cubicBezTo>
                  <a:cubicBezTo>
                    <a:pt x="609" y="1325"/>
                    <a:pt x="609" y="1325"/>
                    <a:pt x="609" y="1325"/>
                  </a:cubicBezTo>
                  <a:cubicBezTo>
                    <a:pt x="1091" y="1152"/>
                    <a:pt x="1091" y="1152"/>
                    <a:pt x="1091" y="1152"/>
                  </a:cubicBezTo>
                  <a:cubicBezTo>
                    <a:pt x="1183" y="1136"/>
                    <a:pt x="1183" y="1136"/>
                    <a:pt x="1183" y="1136"/>
                  </a:cubicBezTo>
                  <a:cubicBezTo>
                    <a:pt x="1387" y="1136"/>
                    <a:pt x="1387" y="1136"/>
                    <a:pt x="1387" y="1136"/>
                  </a:cubicBezTo>
                  <a:cubicBezTo>
                    <a:pt x="1406" y="1136"/>
                    <a:pt x="1422" y="1120"/>
                    <a:pt x="1422" y="1100"/>
                  </a:cubicBezTo>
                  <a:cubicBezTo>
                    <a:pt x="1422" y="195"/>
                    <a:pt x="1422" y="195"/>
                    <a:pt x="1422" y="195"/>
                  </a:cubicBezTo>
                  <a:cubicBezTo>
                    <a:pt x="1422" y="183"/>
                    <a:pt x="1415" y="176"/>
                    <a:pt x="1410" y="172"/>
                  </a:cubicBezTo>
                  <a:close/>
                  <a:moveTo>
                    <a:pt x="1355" y="177"/>
                  </a:moveTo>
                  <a:cubicBezTo>
                    <a:pt x="1252" y="177"/>
                    <a:pt x="1252" y="177"/>
                    <a:pt x="1252" y="177"/>
                  </a:cubicBezTo>
                  <a:cubicBezTo>
                    <a:pt x="1249" y="177"/>
                    <a:pt x="1249" y="177"/>
                    <a:pt x="1249" y="177"/>
                  </a:cubicBezTo>
                  <a:cubicBezTo>
                    <a:pt x="1244" y="177"/>
                    <a:pt x="1232" y="177"/>
                    <a:pt x="1229" y="174"/>
                  </a:cubicBezTo>
                  <a:cubicBezTo>
                    <a:pt x="1229" y="173"/>
                    <a:pt x="1228" y="171"/>
                    <a:pt x="1228" y="167"/>
                  </a:cubicBezTo>
                  <a:cubicBezTo>
                    <a:pt x="1228" y="55"/>
                    <a:pt x="1228" y="55"/>
                    <a:pt x="1228" y="55"/>
                  </a:cubicBezTo>
                  <a:lnTo>
                    <a:pt x="1355" y="177"/>
                  </a:lnTo>
                  <a:close/>
                  <a:moveTo>
                    <a:pt x="1381" y="1094"/>
                  </a:moveTo>
                  <a:cubicBezTo>
                    <a:pt x="554" y="1094"/>
                    <a:pt x="554" y="1094"/>
                    <a:pt x="554" y="1094"/>
                  </a:cubicBezTo>
                  <a:cubicBezTo>
                    <a:pt x="554" y="690"/>
                    <a:pt x="554" y="690"/>
                    <a:pt x="554" y="690"/>
                  </a:cubicBezTo>
                  <a:cubicBezTo>
                    <a:pt x="554" y="678"/>
                    <a:pt x="544" y="669"/>
                    <a:pt x="533" y="669"/>
                  </a:cubicBezTo>
                  <a:cubicBezTo>
                    <a:pt x="521" y="669"/>
                    <a:pt x="512" y="678"/>
                    <a:pt x="512" y="690"/>
                  </a:cubicBezTo>
                  <a:cubicBezTo>
                    <a:pt x="512" y="1100"/>
                    <a:pt x="512" y="1100"/>
                    <a:pt x="512" y="1100"/>
                  </a:cubicBezTo>
                  <a:cubicBezTo>
                    <a:pt x="512" y="1120"/>
                    <a:pt x="528" y="1136"/>
                    <a:pt x="548" y="1136"/>
                  </a:cubicBezTo>
                  <a:cubicBezTo>
                    <a:pt x="937" y="1136"/>
                    <a:pt x="937" y="1136"/>
                    <a:pt x="937" y="1136"/>
                  </a:cubicBezTo>
                  <a:cubicBezTo>
                    <a:pt x="676" y="1181"/>
                    <a:pt x="676" y="1181"/>
                    <a:pt x="676" y="1181"/>
                  </a:cubicBezTo>
                  <a:cubicBezTo>
                    <a:pt x="460" y="1218"/>
                    <a:pt x="460" y="1218"/>
                    <a:pt x="460" y="1218"/>
                  </a:cubicBezTo>
                  <a:cubicBezTo>
                    <a:pt x="379" y="745"/>
                    <a:pt x="379" y="745"/>
                    <a:pt x="379" y="745"/>
                  </a:cubicBezTo>
                  <a:cubicBezTo>
                    <a:pt x="290" y="225"/>
                    <a:pt x="290" y="225"/>
                    <a:pt x="290" y="225"/>
                  </a:cubicBezTo>
                  <a:cubicBezTo>
                    <a:pt x="512" y="186"/>
                    <a:pt x="512" y="186"/>
                    <a:pt x="512" y="186"/>
                  </a:cubicBezTo>
                  <a:cubicBezTo>
                    <a:pt x="512" y="593"/>
                    <a:pt x="512" y="593"/>
                    <a:pt x="512" y="593"/>
                  </a:cubicBezTo>
                  <a:cubicBezTo>
                    <a:pt x="512" y="605"/>
                    <a:pt x="521" y="614"/>
                    <a:pt x="533" y="614"/>
                  </a:cubicBezTo>
                  <a:cubicBezTo>
                    <a:pt x="544" y="614"/>
                    <a:pt x="554" y="605"/>
                    <a:pt x="554" y="59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1186" y="41"/>
                    <a:pt x="1186" y="41"/>
                    <a:pt x="1186" y="41"/>
                  </a:cubicBezTo>
                  <a:cubicBezTo>
                    <a:pt x="1186" y="167"/>
                    <a:pt x="1186" y="167"/>
                    <a:pt x="1186" y="167"/>
                  </a:cubicBezTo>
                  <a:cubicBezTo>
                    <a:pt x="1186" y="182"/>
                    <a:pt x="1191" y="194"/>
                    <a:pt x="1200" y="203"/>
                  </a:cubicBezTo>
                  <a:cubicBezTo>
                    <a:pt x="1214" y="217"/>
                    <a:pt x="1234" y="218"/>
                    <a:pt x="1246" y="218"/>
                  </a:cubicBezTo>
                  <a:cubicBezTo>
                    <a:pt x="1247" y="218"/>
                    <a:pt x="1248" y="218"/>
                    <a:pt x="1249" y="218"/>
                  </a:cubicBezTo>
                  <a:cubicBezTo>
                    <a:pt x="1381" y="218"/>
                    <a:pt x="1381" y="218"/>
                    <a:pt x="1381" y="218"/>
                  </a:cubicBezTo>
                  <a:lnTo>
                    <a:pt x="1381" y="1094"/>
                  </a:lnTo>
                  <a:close/>
                  <a:moveTo>
                    <a:pt x="1381" y="1094"/>
                  </a:moveTo>
                  <a:cubicBezTo>
                    <a:pt x="1381" y="1094"/>
                    <a:pt x="1381" y="1094"/>
                    <a:pt x="1381" y="109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" name="Google Shape;699;p34"/>
            <p:cNvSpPr/>
            <p:nvPr/>
          </p:nvSpPr>
          <p:spPr>
            <a:xfrm>
              <a:off x="-130175" y="-7212013"/>
              <a:ext cx="636588" cy="42863"/>
            </a:xfrm>
            <a:custGeom>
              <a:avLst/>
              <a:gdLst/>
              <a:ahLst/>
              <a:cxnLst/>
              <a:rect l="l" t="t" r="r" b="b"/>
              <a:pathLst>
                <a:path w="635" h="42" extrusionOk="0">
                  <a:moveTo>
                    <a:pt x="0" y="21"/>
                  </a:moveTo>
                  <a:cubicBezTo>
                    <a:pt x="0" y="33"/>
                    <a:pt x="9" y="42"/>
                    <a:pt x="21" y="42"/>
                  </a:cubicBezTo>
                  <a:cubicBezTo>
                    <a:pt x="614" y="42"/>
                    <a:pt x="614" y="42"/>
                    <a:pt x="614" y="42"/>
                  </a:cubicBezTo>
                  <a:cubicBezTo>
                    <a:pt x="626" y="42"/>
                    <a:pt x="635" y="33"/>
                    <a:pt x="635" y="21"/>
                  </a:cubicBezTo>
                  <a:cubicBezTo>
                    <a:pt x="635" y="10"/>
                    <a:pt x="626" y="0"/>
                    <a:pt x="614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lose/>
                  <a:moveTo>
                    <a:pt x="0" y="21"/>
                  </a:moveTo>
                  <a:cubicBezTo>
                    <a:pt x="0" y="21"/>
                    <a:pt x="0" y="21"/>
                    <a:pt x="0" y="2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" name="Google Shape;700;p34"/>
            <p:cNvSpPr/>
            <p:nvPr/>
          </p:nvSpPr>
          <p:spPr>
            <a:xfrm>
              <a:off x="-130175" y="-7062788"/>
              <a:ext cx="636588" cy="41275"/>
            </a:xfrm>
            <a:custGeom>
              <a:avLst/>
              <a:gdLst/>
              <a:ahLst/>
              <a:cxnLst/>
              <a:rect l="l" t="t" r="r" b="b"/>
              <a:pathLst>
                <a:path w="635" h="41" extrusionOk="0">
                  <a:moveTo>
                    <a:pt x="61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32"/>
                    <a:pt x="9" y="41"/>
                    <a:pt x="21" y="41"/>
                  </a:cubicBezTo>
                  <a:cubicBezTo>
                    <a:pt x="614" y="41"/>
                    <a:pt x="614" y="41"/>
                    <a:pt x="614" y="41"/>
                  </a:cubicBezTo>
                  <a:cubicBezTo>
                    <a:pt x="626" y="41"/>
                    <a:pt x="635" y="32"/>
                    <a:pt x="635" y="21"/>
                  </a:cubicBezTo>
                  <a:cubicBezTo>
                    <a:pt x="635" y="9"/>
                    <a:pt x="626" y="0"/>
                    <a:pt x="614" y="0"/>
                  </a:cubicBezTo>
                  <a:close/>
                  <a:moveTo>
                    <a:pt x="614" y="0"/>
                  </a:moveTo>
                  <a:cubicBezTo>
                    <a:pt x="614" y="0"/>
                    <a:pt x="614" y="0"/>
                    <a:pt x="614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" name="Google Shape;701;p34"/>
            <p:cNvSpPr/>
            <p:nvPr/>
          </p:nvSpPr>
          <p:spPr>
            <a:xfrm>
              <a:off x="-130175" y="-6916738"/>
              <a:ext cx="636588" cy="42863"/>
            </a:xfrm>
            <a:custGeom>
              <a:avLst/>
              <a:gdLst/>
              <a:ahLst/>
              <a:cxnLst/>
              <a:rect l="l" t="t" r="r" b="b"/>
              <a:pathLst>
                <a:path w="635" h="42" extrusionOk="0">
                  <a:moveTo>
                    <a:pt x="61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3"/>
                    <a:pt x="9" y="42"/>
                    <a:pt x="21" y="42"/>
                  </a:cubicBezTo>
                  <a:cubicBezTo>
                    <a:pt x="614" y="42"/>
                    <a:pt x="614" y="42"/>
                    <a:pt x="614" y="42"/>
                  </a:cubicBezTo>
                  <a:cubicBezTo>
                    <a:pt x="626" y="42"/>
                    <a:pt x="635" y="33"/>
                    <a:pt x="635" y="21"/>
                  </a:cubicBezTo>
                  <a:cubicBezTo>
                    <a:pt x="635" y="10"/>
                    <a:pt x="626" y="0"/>
                    <a:pt x="614" y="0"/>
                  </a:cubicBezTo>
                  <a:close/>
                  <a:moveTo>
                    <a:pt x="614" y="0"/>
                  </a:moveTo>
                  <a:cubicBezTo>
                    <a:pt x="614" y="0"/>
                    <a:pt x="614" y="0"/>
                    <a:pt x="614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" name="Google Shape;702;p34"/>
            <p:cNvSpPr/>
            <p:nvPr/>
          </p:nvSpPr>
          <p:spPr>
            <a:xfrm>
              <a:off x="-130175" y="-6767513"/>
              <a:ext cx="636588" cy="41275"/>
            </a:xfrm>
            <a:custGeom>
              <a:avLst/>
              <a:gdLst/>
              <a:ahLst/>
              <a:cxnLst/>
              <a:rect l="l" t="t" r="r" b="b"/>
              <a:pathLst>
                <a:path w="635" h="41" extrusionOk="0">
                  <a:moveTo>
                    <a:pt x="61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32"/>
                    <a:pt x="9" y="41"/>
                    <a:pt x="21" y="41"/>
                  </a:cubicBezTo>
                  <a:cubicBezTo>
                    <a:pt x="614" y="41"/>
                    <a:pt x="614" y="41"/>
                    <a:pt x="614" y="41"/>
                  </a:cubicBezTo>
                  <a:cubicBezTo>
                    <a:pt x="626" y="41"/>
                    <a:pt x="635" y="32"/>
                    <a:pt x="635" y="21"/>
                  </a:cubicBezTo>
                  <a:cubicBezTo>
                    <a:pt x="635" y="9"/>
                    <a:pt x="626" y="0"/>
                    <a:pt x="614" y="0"/>
                  </a:cubicBezTo>
                  <a:close/>
                  <a:moveTo>
                    <a:pt x="614" y="0"/>
                  </a:moveTo>
                  <a:cubicBezTo>
                    <a:pt x="614" y="0"/>
                    <a:pt x="614" y="0"/>
                    <a:pt x="614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" name="Google Shape;703;p34"/>
            <p:cNvSpPr/>
            <p:nvPr/>
          </p:nvSpPr>
          <p:spPr>
            <a:xfrm>
              <a:off x="-130175" y="-6619875"/>
              <a:ext cx="636588" cy="41275"/>
            </a:xfrm>
            <a:custGeom>
              <a:avLst/>
              <a:gdLst/>
              <a:ahLst/>
              <a:cxnLst/>
              <a:rect l="l" t="t" r="r" b="b"/>
              <a:pathLst>
                <a:path w="635" h="42" extrusionOk="0">
                  <a:moveTo>
                    <a:pt x="61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3"/>
                    <a:pt x="9" y="42"/>
                    <a:pt x="21" y="42"/>
                  </a:cubicBezTo>
                  <a:cubicBezTo>
                    <a:pt x="614" y="42"/>
                    <a:pt x="614" y="42"/>
                    <a:pt x="614" y="42"/>
                  </a:cubicBezTo>
                  <a:cubicBezTo>
                    <a:pt x="626" y="42"/>
                    <a:pt x="635" y="33"/>
                    <a:pt x="635" y="21"/>
                  </a:cubicBezTo>
                  <a:cubicBezTo>
                    <a:pt x="635" y="10"/>
                    <a:pt x="626" y="0"/>
                    <a:pt x="614" y="0"/>
                  </a:cubicBezTo>
                  <a:close/>
                  <a:moveTo>
                    <a:pt x="614" y="0"/>
                  </a:moveTo>
                  <a:cubicBezTo>
                    <a:pt x="614" y="0"/>
                    <a:pt x="614" y="0"/>
                    <a:pt x="614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6" name="Google Shape;704;p34"/>
          <p:cNvGrpSpPr/>
          <p:nvPr/>
        </p:nvGrpSpPr>
        <p:grpSpPr>
          <a:xfrm flipH="1">
            <a:off x="2182034" y="1236478"/>
            <a:ext cx="512828" cy="626183"/>
            <a:chOff x="-592137" y="-5767388"/>
            <a:chExt cx="1192213" cy="1455738"/>
          </a:xfrm>
          <a:solidFill>
            <a:schemeClr val="bg1">
              <a:lumMod val="75000"/>
            </a:schemeClr>
          </a:solidFill>
        </p:grpSpPr>
        <p:sp>
          <p:nvSpPr>
            <p:cNvPr id="17" name="Google Shape;705;p34"/>
            <p:cNvSpPr/>
            <p:nvPr/>
          </p:nvSpPr>
          <p:spPr>
            <a:xfrm>
              <a:off x="96838" y="-4759325"/>
              <a:ext cx="387350" cy="276225"/>
            </a:xfrm>
            <a:custGeom>
              <a:avLst/>
              <a:gdLst/>
              <a:ahLst/>
              <a:cxnLst/>
              <a:rect l="l" t="t" r="r" b="b"/>
              <a:pathLst>
                <a:path w="387" h="276" extrusionOk="0">
                  <a:moveTo>
                    <a:pt x="343" y="10"/>
                  </a:moveTo>
                  <a:cubicBezTo>
                    <a:pt x="137" y="214"/>
                    <a:pt x="137" y="214"/>
                    <a:pt x="137" y="214"/>
                  </a:cubicBezTo>
                  <a:cubicBezTo>
                    <a:pt x="45" y="122"/>
                    <a:pt x="45" y="122"/>
                    <a:pt x="45" y="122"/>
                  </a:cubicBezTo>
                  <a:cubicBezTo>
                    <a:pt x="35" y="112"/>
                    <a:pt x="20" y="112"/>
                    <a:pt x="10" y="122"/>
                  </a:cubicBezTo>
                  <a:cubicBezTo>
                    <a:pt x="0" y="132"/>
                    <a:pt x="0" y="147"/>
                    <a:pt x="10" y="157"/>
                  </a:cubicBezTo>
                  <a:cubicBezTo>
                    <a:pt x="119" y="268"/>
                    <a:pt x="119" y="268"/>
                    <a:pt x="119" y="268"/>
                  </a:cubicBezTo>
                  <a:cubicBezTo>
                    <a:pt x="124" y="273"/>
                    <a:pt x="132" y="276"/>
                    <a:pt x="137" y="276"/>
                  </a:cubicBezTo>
                  <a:cubicBezTo>
                    <a:pt x="144" y="276"/>
                    <a:pt x="149" y="273"/>
                    <a:pt x="154" y="268"/>
                  </a:cubicBezTo>
                  <a:cubicBezTo>
                    <a:pt x="377" y="48"/>
                    <a:pt x="377" y="48"/>
                    <a:pt x="377" y="48"/>
                  </a:cubicBezTo>
                  <a:cubicBezTo>
                    <a:pt x="387" y="38"/>
                    <a:pt x="387" y="23"/>
                    <a:pt x="377" y="13"/>
                  </a:cubicBezTo>
                  <a:cubicBezTo>
                    <a:pt x="368" y="3"/>
                    <a:pt x="353" y="0"/>
                    <a:pt x="343" y="10"/>
                  </a:cubicBezTo>
                  <a:close/>
                  <a:moveTo>
                    <a:pt x="343" y="10"/>
                  </a:moveTo>
                  <a:cubicBezTo>
                    <a:pt x="343" y="10"/>
                    <a:pt x="343" y="10"/>
                    <a:pt x="343" y="1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" name="Google Shape;706;p34"/>
            <p:cNvSpPr/>
            <p:nvPr/>
          </p:nvSpPr>
          <p:spPr>
            <a:xfrm>
              <a:off x="-290512" y="-5221288"/>
              <a:ext cx="603250" cy="42863"/>
            </a:xfrm>
            <a:custGeom>
              <a:avLst/>
              <a:gdLst/>
              <a:ahLst/>
              <a:cxnLst/>
              <a:rect l="l" t="t" r="r" b="b"/>
              <a:pathLst>
                <a:path w="602" h="42" extrusionOk="0">
                  <a:moveTo>
                    <a:pt x="21" y="42"/>
                  </a:moveTo>
                  <a:cubicBezTo>
                    <a:pt x="9" y="42"/>
                    <a:pt x="0" y="33"/>
                    <a:pt x="0" y="21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581" y="0"/>
                    <a:pt x="581" y="0"/>
                    <a:pt x="581" y="0"/>
                  </a:cubicBezTo>
                  <a:cubicBezTo>
                    <a:pt x="592" y="0"/>
                    <a:pt x="602" y="9"/>
                    <a:pt x="602" y="21"/>
                  </a:cubicBezTo>
                  <a:cubicBezTo>
                    <a:pt x="602" y="33"/>
                    <a:pt x="592" y="42"/>
                    <a:pt x="581" y="42"/>
                  </a:cubicBezTo>
                  <a:lnTo>
                    <a:pt x="21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" name="Google Shape;707;p34"/>
            <p:cNvSpPr/>
            <p:nvPr/>
          </p:nvSpPr>
          <p:spPr>
            <a:xfrm>
              <a:off x="-419100" y="-5091113"/>
              <a:ext cx="731838" cy="41275"/>
            </a:xfrm>
            <a:custGeom>
              <a:avLst/>
              <a:gdLst/>
              <a:ahLst/>
              <a:cxnLst/>
              <a:rect l="l" t="t" r="r" b="b"/>
              <a:pathLst>
                <a:path w="731" h="42" extrusionOk="0">
                  <a:moveTo>
                    <a:pt x="21" y="42"/>
                  </a:moveTo>
                  <a:cubicBezTo>
                    <a:pt x="9" y="42"/>
                    <a:pt x="0" y="33"/>
                    <a:pt x="0" y="21"/>
                  </a:cubicBezTo>
                  <a:cubicBezTo>
                    <a:pt x="0" y="10"/>
                    <a:pt x="9" y="0"/>
                    <a:pt x="21" y="0"/>
                  </a:cubicBezTo>
                  <a:cubicBezTo>
                    <a:pt x="710" y="0"/>
                    <a:pt x="710" y="0"/>
                    <a:pt x="710" y="0"/>
                  </a:cubicBezTo>
                  <a:cubicBezTo>
                    <a:pt x="721" y="0"/>
                    <a:pt x="731" y="10"/>
                    <a:pt x="731" y="21"/>
                  </a:cubicBezTo>
                  <a:cubicBezTo>
                    <a:pt x="731" y="33"/>
                    <a:pt x="721" y="42"/>
                    <a:pt x="710" y="42"/>
                  </a:cubicBezTo>
                  <a:lnTo>
                    <a:pt x="21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" name="Google Shape;708;p34"/>
            <p:cNvSpPr/>
            <p:nvPr/>
          </p:nvSpPr>
          <p:spPr>
            <a:xfrm>
              <a:off x="-419100" y="-5349875"/>
              <a:ext cx="731838" cy="41275"/>
            </a:xfrm>
            <a:custGeom>
              <a:avLst/>
              <a:gdLst/>
              <a:ahLst/>
              <a:cxnLst/>
              <a:rect l="l" t="t" r="r" b="b"/>
              <a:pathLst>
                <a:path w="731" h="42" extrusionOk="0">
                  <a:moveTo>
                    <a:pt x="21" y="42"/>
                  </a:moveTo>
                  <a:cubicBezTo>
                    <a:pt x="9" y="42"/>
                    <a:pt x="0" y="32"/>
                    <a:pt x="0" y="21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710" y="0"/>
                    <a:pt x="710" y="0"/>
                    <a:pt x="710" y="0"/>
                  </a:cubicBezTo>
                  <a:cubicBezTo>
                    <a:pt x="721" y="0"/>
                    <a:pt x="731" y="9"/>
                    <a:pt x="731" y="21"/>
                  </a:cubicBezTo>
                  <a:cubicBezTo>
                    <a:pt x="731" y="32"/>
                    <a:pt x="721" y="42"/>
                    <a:pt x="710" y="42"/>
                  </a:cubicBezTo>
                  <a:lnTo>
                    <a:pt x="21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" name="Google Shape;709;p34"/>
            <p:cNvSpPr/>
            <p:nvPr/>
          </p:nvSpPr>
          <p:spPr>
            <a:xfrm>
              <a:off x="-419100" y="-4962525"/>
              <a:ext cx="330200" cy="41275"/>
            </a:xfrm>
            <a:custGeom>
              <a:avLst/>
              <a:gdLst/>
              <a:ahLst/>
              <a:cxnLst/>
              <a:rect l="l" t="t" r="r" b="b"/>
              <a:pathLst>
                <a:path w="329" h="42" extrusionOk="0">
                  <a:moveTo>
                    <a:pt x="21" y="42"/>
                  </a:moveTo>
                  <a:cubicBezTo>
                    <a:pt x="9" y="42"/>
                    <a:pt x="0" y="33"/>
                    <a:pt x="0" y="21"/>
                  </a:cubicBezTo>
                  <a:cubicBezTo>
                    <a:pt x="0" y="10"/>
                    <a:pt x="9" y="0"/>
                    <a:pt x="21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20" y="0"/>
                    <a:pt x="329" y="10"/>
                    <a:pt x="329" y="21"/>
                  </a:cubicBezTo>
                  <a:cubicBezTo>
                    <a:pt x="329" y="33"/>
                    <a:pt x="320" y="42"/>
                    <a:pt x="308" y="42"/>
                  </a:cubicBezTo>
                  <a:lnTo>
                    <a:pt x="21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" name="Google Shape;710;p34"/>
            <p:cNvSpPr/>
            <p:nvPr/>
          </p:nvSpPr>
          <p:spPr>
            <a:xfrm>
              <a:off x="-419100" y="-4833938"/>
              <a:ext cx="214313" cy="42863"/>
            </a:xfrm>
            <a:custGeom>
              <a:avLst/>
              <a:gdLst/>
              <a:ahLst/>
              <a:cxnLst/>
              <a:rect l="l" t="t" r="r" b="b"/>
              <a:pathLst>
                <a:path w="214" h="43" extrusionOk="0">
                  <a:moveTo>
                    <a:pt x="21" y="43"/>
                  </a:moveTo>
                  <a:cubicBezTo>
                    <a:pt x="9" y="43"/>
                    <a:pt x="0" y="33"/>
                    <a:pt x="0" y="22"/>
                  </a:cubicBezTo>
                  <a:cubicBezTo>
                    <a:pt x="0" y="10"/>
                    <a:pt x="9" y="0"/>
                    <a:pt x="21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205" y="0"/>
                    <a:pt x="214" y="10"/>
                    <a:pt x="214" y="22"/>
                  </a:cubicBezTo>
                  <a:cubicBezTo>
                    <a:pt x="214" y="33"/>
                    <a:pt x="205" y="43"/>
                    <a:pt x="193" y="43"/>
                  </a:cubicBezTo>
                  <a:lnTo>
                    <a:pt x="21" y="4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" name="Google Shape;711;p34"/>
            <p:cNvSpPr/>
            <p:nvPr/>
          </p:nvSpPr>
          <p:spPr>
            <a:xfrm>
              <a:off x="-419100" y="-5221288"/>
              <a:ext cx="42863" cy="42863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" name="Google Shape;712;p34"/>
            <p:cNvSpPr/>
            <p:nvPr/>
          </p:nvSpPr>
          <p:spPr>
            <a:xfrm>
              <a:off x="-592137" y="-5767388"/>
              <a:ext cx="1192213" cy="1455738"/>
            </a:xfrm>
            <a:custGeom>
              <a:avLst/>
              <a:gdLst/>
              <a:ahLst/>
              <a:cxnLst/>
              <a:rect l="l" t="t" r="r" b="b"/>
              <a:pathLst>
                <a:path w="1191" h="1455" extrusionOk="0">
                  <a:moveTo>
                    <a:pt x="653" y="1455"/>
                  </a:moveTo>
                  <a:cubicBezTo>
                    <a:pt x="610" y="1455"/>
                    <a:pt x="575" y="1420"/>
                    <a:pt x="575" y="1377"/>
                  </a:cubicBezTo>
                  <a:cubicBezTo>
                    <a:pt x="575" y="1340"/>
                    <a:pt x="575" y="1340"/>
                    <a:pt x="575" y="1340"/>
                  </a:cubicBezTo>
                  <a:cubicBezTo>
                    <a:pt x="50" y="1340"/>
                    <a:pt x="50" y="1340"/>
                    <a:pt x="50" y="1340"/>
                  </a:cubicBezTo>
                  <a:cubicBezTo>
                    <a:pt x="23" y="1340"/>
                    <a:pt x="0" y="1318"/>
                    <a:pt x="0" y="1290"/>
                  </a:cubicBezTo>
                  <a:cubicBezTo>
                    <a:pt x="0" y="309"/>
                    <a:pt x="0" y="309"/>
                    <a:pt x="0" y="309"/>
                  </a:cubicBezTo>
                  <a:cubicBezTo>
                    <a:pt x="0" y="303"/>
                    <a:pt x="3" y="298"/>
                    <a:pt x="7" y="294"/>
                  </a:cubicBezTo>
                  <a:cubicBezTo>
                    <a:pt x="294" y="7"/>
                    <a:pt x="294" y="7"/>
                    <a:pt x="294" y="7"/>
                  </a:cubicBezTo>
                  <a:cubicBezTo>
                    <a:pt x="298" y="3"/>
                    <a:pt x="303" y="0"/>
                    <a:pt x="309" y="0"/>
                  </a:cubicBezTo>
                  <a:cubicBezTo>
                    <a:pt x="1026" y="0"/>
                    <a:pt x="1026" y="0"/>
                    <a:pt x="1026" y="0"/>
                  </a:cubicBezTo>
                  <a:cubicBezTo>
                    <a:pt x="1054" y="0"/>
                    <a:pt x="1076" y="23"/>
                    <a:pt x="1076" y="50"/>
                  </a:cubicBezTo>
                  <a:cubicBezTo>
                    <a:pt x="1076" y="839"/>
                    <a:pt x="1076" y="839"/>
                    <a:pt x="1076" y="839"/>
                  </a:cubicBezTo>
                  <a:cubicBezTo>
                    <a:pt x="1113" y="839"/>
                    <a:pt x="1113" y="839"/>
                    <a:pt x="1113" y="839"/>
                  </a:cubicBezTo>
                  <a:cubicBezTo>
                    <a:pt x="1156" y="839"/>
                    <a:pt x="1191" y="874"/>
                    <a:pt x="1191" y="917"/>
                  </a:cubicBezTo>
                  <a:cubicBezTo>
                    <a:pt x="1191" y="1377"/>
                    <a:pt x="1191" y="1377"/>
                    <a:pt x="1191" y="1377"/>
                  </a:cubicBezTo>
                  <a:cubicBezTo>
                    <a:pt x="1191" y="1420"/>
                    <a:pt x="1156" y="1455"/>
                    <a:pt x="1113" y="1455"/>
                  </a:cubicBezTo>
                  <a:lnTo>
                    <a:pt x="653" y="1455"/>
                  </a:lnTo>
                  <a:close/>
                  <a:moveTo>
                    <a:pt x="653" y="881"/>
                  </a:moveTo>
                  <a:cubicBezTo>
                    <a:pt x="633" y="881"/>
                    <a:pt x="617" y="897"/>
                    <a:pt x="617" y="917"/>
                  </a:cubicBezTo>
                  <a:cubicBezTo>
                    <a:pt x="617" y="1377"/>
                    <a:pt x="617" y="1377"/>
                    <a:pt x="617" y="1377"/>
                  </a:cubicBezTo>
                  <a:cubicBezTo>
                    <a:pt x="617" y="1397"/>
                    <a:pt x="633" y="1413"/>
                    <a:pt x="653" y="1413"/>
                  </a:cubicBezTo>
                  <a:cubicBezTo>
                    <a:pt x="1113" y="1413"/>
                    <a:pt x="1113" y="1413"/>
                    <a:pt x="1113" y="1413"/>
                  </a:cubicBezTo>
                  <a:cubicBezTo>
                    <a:pt x="1133" y="1413"/>
                    <a:pt x="1149" y="1397"/>
                    <a:pt x="1149" y="1377"/>
                  </a:cubicBezTo>
                  <a:cubicBezTo>
                    <a:pt x="1149" y="917"/>
                    <a:pt x="1149" y="917"/>
                    <a:pt x="1149" y="917"/>
                  </a:cubicBezTo>
                  <a:cubicBezTo>
                    <a:pt x="1149" y="897"/>
                    <a:pt x="1133" y="881"/>
                    <a:pt x="1113" y="881"/>
                  </a:cubicBezTo>
                  <a:lnTo>
                    <a:pt x="653" y="881"/>
                  </a:lnTo>
                  <a:close/>
                  <a:moveTo>
                    <a:pt x="43" y="1298"/>
                  </a:moveTo>
                  <a:cubicBezTo>
                    <a:pt x="575" y="1298"/>
                    <a:pt x="575" y="1298"/>
                    <a:pt x="575" y="1298"/>
                  </a:cubicBezTo>
                  <a:cubicBezTo>
                    <a:pt x="575" y="917"/>
                    <a:pt x="575" y="917"/>
                    <a:pt x="575" y="917"/>
                  </a:cubicBezTo>
                  <a:cubicBezTo>
                    <a:pt x="575" y="874"/>
                    <a:pt x="610" y="839"/>
                    <a:pt x="653" y="839"/>
                  </a:cubicBezTo>
                  <a:cubicBezTo>
                    <a:pt x="1034" y="839"/>
                    <a:pt x="1034" y="839"/>
                    <a:pt x="1034" y="839"/>
                  </a:cubicBezTo>
                  <a:cubicBezTo>
                    <a:pt x="1034" y="43"/>
                    <a:pt x="1034" y="43"/>
                    <a:pt x="1034" y="43"/>
                  </a:cubicBezTo>
                  <a:cubicBezTo>
                    <a:pt x="330" y="43"/>
                    <a:pt x="330" y="43"/>
                    <a:pt x="330" y="43"/>
                  </a:cubicBezTo>
                  <a:cubicBezTo>
                    <a:pt x="330" y="280"/>
                    <a:pt x="330" y="280"/>
                    <a:pt x="330" y="280"/>
                  </a:cubicBezTo>
                  <a:cubicBezTo>
                    <a:pt x="330" y="307"/>
                    <a:pt x="307" y="330"/>
                    <a:pt x="280" y="330"/>
                  </a:cubicBezTo>
                  <a:cubicBezTo>
                    <a:pt x="43" y="330"/>
                    <a:pt x="43" y="330"/>
                    <a:pt x="43" y="330"/>
                  </a:cubicBezTo>
                  <a:lnTo>
                    <a:pt x="43" y="1298"/>
                  </a:lnTo>
                  <a:close/>
                  <a:moveTo>
                    <a:pt x="73" y="288"/>
                  </a:moveTo>
                  <a:cubicBezTo>
                    <a:pt x="288" y="288"/>
                    <a:pt x="288" y="288"/>
                    <a:pt x="288" y="288"/>
                  </a:cubicBezTo>
                  <a:cubicBezTo>
                    <a:pt x="288" y="72"/>
                    <a:pt x="288" y="72"/>
                    <a:pt x="288" y="72"/>
                  </a:cubicBezTo>
                  <a:lnTo>
                    <a:pt x="73" y="2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5" name="Google Shape;713;p34"/>
          <p:cNvGrpSpPr/>
          <p:nvPr/>
        </p:nvGrpSpPr>
        <p:grpSpPr>
          <a:xfrm flipH="1">
            <a:off x="499171" y="2802467"/>
            <a:ext cx="598682" cy="547702"/>
            <a:chOff x="-6419850" y="-9434513"/>
            <a:chExt cx="1454150" cy="1330326"/>
          </a:xfrm>
          <a:solidFill>
            <a:schemeClr val="bg1">
              <a:lumMod val="75000"/>
            </a:schemeClr>
          </a:solidFill>
        </p:grpSpPr>
        <p:sp>
          <p:nvSpPr>
            <p:cNvPr id="26" name="Google Shape;714;p34"/>
            <p:cNvSpPr/>
            <p:nvPr/>
          </p:nvSpPr>
          <p:spPr>
            <a:xfrm>
              <a:off x="-6419850" y="-9434513"/>
              <a:ext cx="1454150" cy="1122363"/>
            </a:xfrm>
            <a:custGeom>
              <a:avLst/>
              <a:gdLst/>
              <a:ahLst/>
              <a:cxnLst/>
              <a:rect l="l" t="t" r="r" b="b"/>
              <a:pathLst>
                <a:path w="1453" h="1120" extrusionOk="0">
                  <a:moveTo>
                    <a:pt x="1349" y="1120"/>
                  </a:moveTo>
                  <a:cubicBezTo>
                    <a:pt x="104" y="1120"/>
                    <a:pt x="104" y="1120"/>
                    <a:pt x="104" y="1120"/>
                  </a:cubicBezTo>
                  <a:cubicBezTo>
                    <a:pt x="46" y="1120"/>
                    <a:pt x="0" y="1074"/>
                    <a:pt x="0" y="1017"/>
                  </a:cubicBezTo>
                  <a:cubicBezTo>
                    <a:pt x="0" y="269"/>
                    <a:pt x="0" y="269"/>
                    <a:pt x="0" y="269"/>
                  </a:cubicBezTo>
                  <a:cubicBezTo>
                    <a:pt x="41" y="269"/>
                    <a:pt x="41" y="269"/>
                    <a:pt x="41" y="269"/>
                  </a:cubicBezTo>
                  <a:cubicBezTo>
                    <a:pt x="41" y="1017"/>
                    <a:pt x="41" y="1017"/>
                    <a:pt x="41" y="1017"/>
                  </a:cubicBezTo>
                  <a:cubicBezTo>
                    <a:pt x="41" y="1051"/>
                    <a:pt x="69" y="1079"/>
                    <a:pt x="104" y="1079"/>
                  </a:cubicBezTo>
                  <a:cubicBezTo>
                    <a:pt x="1349" y="1079"/>
                    <a:pt x="1349" y="1079"/>
                    <a:pt x="1349" y="1079"/>
                  </a:cubicBezTo>
                  <a:cubicBezTo>
                    <a:pt x="1383" y="1079"/>
                    <a:pt x="1411" y="1051"/>
                    <a:pt x="1411" y="1017"/>
                  </a:cubicBezTo>
                  <a:cubicBezTo>
                    <a:pt x="1411" y="103"/>
                    <a:pt x="1411" y="103"/>
                    <a:pt x="1411" y="103"/>
                  </a:cubicBezTo>
                  <a:cubicBezTo>
                    <a:pt x="1411" y="69"/>
                    <a:pt x="1383" y="41"/>
                    <a:pt x="1349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69" y="41"/>
                    <a:pt x="41" y="69"/>
                    <a:pt x="41" y="103"/>
                  </a:cubicBezTo>
                  <a:cubicBezTo>
                    <a:pt x="41" y="186"/>
                    <a:pt x="41" y="186"/>
                    <a:pt x="41" y="186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46"/>
                    <a:pt x="46" y="0"/>
                    <a:pt x="104" y="0"/>
                  </a:cubicBezTo>
                  <a:cubicBezTo>
                    <a:pt x="1349" y="0"/>
                    <a:pt x="1349" y="0"/>
                    <a:pt x="1349" y="0"/>
                  </a:cubicBezTo>
                  <a:cubicBezTo>
                    <a:pt x="1406" y="0"/>
                    <a:pt x="1453" y="46"/>
                    <a:pt x="1453" y="103"/>
                  </a:cubicBezTo>
                  <a:cubicBezTo>
                    <a:pt x="1453" y="1017"/>
                    <a:pt x="1453" y="1017"/>
                    <a:pt x="1453" y="1017"/>
                  </a:cubicBezTo>
                  <a:cubicBezTo>
                    <a:pt x="1453" y="1074"/>
                    <a:pt x="1406" y="1120"/>
                    <a:pt x="1349" y="1120"/>
                  </a:cubicBezTo>
                  <a:close/>
                  <a:moveTo>
                    <a:pt x="1349" y="1120"/>
                  </a:moveTo>
                  <a:cubicBezTo>
                    <a:pt x="1349" y="1120"/>
                    <a:pt x="1349" y="1120"/>
                    <a:pt x="1349" y="112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" name="Google Shape;715;p34"/>
            <p:cNvSpPr/>
            <p:nvPr/>
          </p:nvSpPr>
          <p:spPr>
            <a:xfrm>
              <a:off x="-6024562" y="-8229600"/>
              <a:ext cx="663575" cy="125413"/>
            </a:xfrm>
            <a:custGeom>
              <a:avLst/>
              <a:gdLst/>
              <a:ahLst/>
              <a:cxnLst/>
              <a:rect l="l" t="t" r="r" b="b"/>
              <a:pathLst>
                <a:path w="664" h="125" extrusionOk="0">
                  <a:moveTo>
                    <a:pt x="644" y="125"/>
                  </a:moveTo>
                  <a:cubicBezTo>
                    <a:pt x="21" y="125"/>
                    <a:pt x="21" y="125"/>
                    <a:pt x="21" y="125"/>
                  </a:cubicBezTo>
                  <a:cubicBezTo>
                    <a:pt x="10" y="125"/>
                    <a:pt x="0" y="116"/>
                    <a:pt x="0" y="104"/>
                  </a:cubicBezTo>
                  <a:cubicBezTo>
                    <a:pt x="0" y="0"/>
                    <a:pt x="110" y="0"/>
                    <a:pt x="146" y="0"/>
                  </a:cubicBezTo>
                  <a:cubicBezTo>
                    <a:pt x="519" y="0"/>
                    <a:pt x="519" y="0"/>
                    <a:pt x="519" y="0"/>
                  </a:cubicBezTo>
                  <a:cubicBezTo>
                    <a:pt x="555" y="0"/>
                    <a:pt x="664" y="0"/>
                    <a:pt x="664" y="104"/>
                  </a:cubicBezTo>
                  <a:cubicBezTo>
                    <a:pt x="664" y="116"/>
                    <a:pt x="655" y="125"/>
                    <a:pt x="644" y="125"/>
                  </a:cubicBezTo>
                  <a:close/>
                  <a:moveTo>
                    <a:pt x="44" y="84"/>
                  </a:moveTo>
                  <a:cubicBezTo>
                    <a:pt x="620" y="84"/>
                    <a:pt x="620" y="84"/>
                    <a:pt x="620" y="84"/>
                  </a:cubicBezTo>
                  <a:cubicBezTo>
                    <a:pt x="613" y="58"/>
                    <a:pt x="588" y="42"/>
                    <a:pt x="519" y="42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77" y="42"/>
                    <a:pt x="51" y="58"/>
                    <a:pt x="44" y="84"/>
                  </a:cubicBezTo>
                  <a:close/>
                  <a:moveTo>
                    <a:pt x="44" y="84"/>
                  </a:moveTo>
                  <a:cubicBezTo>
                    <a:pt x="44" y="84"/>
                    <a:pt x="44" y="84"/>
                    <a:pt x="44" y="8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" name="Google Shape;716;p34"/>
            <p:cNvSpPr/>
            <p:nvPr/>
          </p:nvSpPr>
          <p:spPr>
            <a:xfrm>
              <a:off x="-5878512" y="-8353425"/>
              <a:ext cx="373063" cy="166688"/>
            </a:xfrm>
            <a:custGeom>
              <a:avLst/>
              <a:gdLst/>
              <a:ahLst/>
              <a:cxnLst/>
              <a:rect l="l" t="t" r="r" b="b"/>
              <a:pathLst>
                <a:path w="373" h="166" extrusionOk="0">
                  <a:moveTo>
                    <a:pt x="352" y="166"/>
                  </a:moveTo>
                  <a:cubicBezTo>
                    <a:pt x="20" y="166"/>
                    <a:pt x="20" y="166"/>
                    <a:pt x="20" y="166"/>
                  </a:cubicBezTo>
                  <a:cubicBezTo>
                    <a:pt x="9" y="166"/>
                    <a:pt x="0" y="157"/>
                    <a:pt x="0" y="145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4" y="0"/>
                    <a:pt x="373" y="9"/>
                    <a:pt x="373" y="21"/>
                  </a:cubicBezTo>
                  <a:cubicBezTo>
                    <a:pt x="373" y="145"/>
                    <a:pt x="373" y="145"/>
                    <a:pt x="373" y="145"/>
                  </a:cubicBezTo>
                  <a:cubicBezTo>
                    <a:pt x="373" y="157"/>
                    <a:pt x="364" y="166"/>
                    <a:pt x="352" y="166"/>
                  </a:cubicBezTo>
                  <a:close/>
                  <a:moveTo>
                    <a:pt x="41" y="124"/>
                  </a:moveTo>
                  <a:cubicBezTo>
                    <a:pt x="332" y="124"/>
                    <a:pt x="332" y="124"/>
                    <a:pt x="332" y="124"/>
                  </a:cubicBezTo>
                  <a:cubicBezTo>
                    <a:pt x="332" y="41"/>
                    <a:pt x="332" y="41"/>
                    <a:pt x="332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124"/>
                  </a:lnTo>
                  <a:close/>
                  <a:moveTo>
                    <a:pt x="41" y="124"/>
                  </a:moveTo>
                  <a:cubicBezTo>
                    <a:pt x="41" y="124"/>
                    <a:pt x="41" y="124"/>
                    <a:pt x="41" y="12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" name="Google Shape;717;p34"/>
            <p:cNvSpPr/>
            <p:nvPr/>
          </p:nvSpPr>
          <p:spPr>
            <a:xfrm>
              <a:off x="-6399212" y="-8520113"/>
              <a:ext cx="1412875" cy="412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" name="Google Shape;718;p34"/>
            <p:cNvSpPr/>
            <p:nvPr/>
          </p:nvSpPr>
          <p:spPr>
            <a:xfrm>
              <a:off x="-5775325" y="-8435975"/>
              <a:ext cx="165100" cy="3968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1" name="Google Shape;719;p34"/>
          <p:cNvSpPr/>
          <p:nvPr/>
        </p:nvSpPr>
        <p:spPr>
          <a:xfrm flipH="1">
            <a:off x="1363555" y="1254259"/>
            <a:ext cx="524512" cy="524512"/>
          </a:xfrm>
          <a:custGeom>
            <a:avLst/>
            <a:gdLst/>
            <a:ahLst/>
            <a:cxnLst/>
            <a:rect l="l" t="t" r="r" b="b"/>
            <a:pathLst>
              <a:path w="1294" h="1294" extrusionOk="0">
                <a:moveTo>
                  <a:pt x="403" y="1294"/>
                </a:moveTo>
                <a:cubicBezTo>
                  <a:pt x="361" y="1294"/>
                  <a:pt x="326" y="1260"/>
                  <a:pt x="326" y="1218"/>
                </a:cubicBezTo>
                <a:cubicBezTo>
                  <a:pt x="326" y="1109"/>
                  <a:pt x="326" y="1109"/>
                  <a:pt x="326" y="1109"/>
                </a:cubicBezTo>
                <a:cubicBezTo>
                  <a:pt x="326" y="1090"/>
                  <a:pt x="333" y="1072"/>
                  <a:pt x="346" y="1058"/>
                </a:cubicBezTo>
                <a:cubicBezTo>
                  <a:pt x="349" y="1055"/>
                  <a:pt x="349" y="1055"/>
                  <a:pt x="349" y="1055"/>
                </a:cubicBezTo>
                <a:cubicBezTo>
                  <a:pt x="346" y="1051"/>
                  <a:pt x="346" y="1051"/>
                  <a:pt x="346" y="1051"/>
                </a:cubicBezTo>
                <a:cubicBezTo>
                  <a:pt x="333" y="1037"/>
                  <a:pt x="326" y="1019"/>
                  <a:pt x="326" y="1000"/>
                </a:cubicBezTo>
                <a:cubicBezTo>
                  <a:pt x="326" y="892"/>
                  <a:pt x="326" y="892"/>
                  <a:pt x="326" y="892"/>
                </a:cubicBezTo>
                <a:cubicBezTo>
                  <a:pt x="326" y="849"/>
                  <a:pt x="361" y="815"/>
                  <a:pt x="403" y="815"/>
                </a:cubicBezTo>
                <a:cubicBezTo>
                  <a:pt x="1218" y="815"/>
                  <a:pt x="1218" y="815"/>
                  <a:pt x="1218" y="815"/>
                </a:cubicBezTo>
                <a:cubicBezTo>
                  <a:pt x="1260" y="815"/>
                  <a:pt x="1294" y="849"/>
                  <a:pt x="1294" y="892"/>
                </a:cubicBezTo>
                <a:cubicBezTo>
                  <a:pt x="1294" y="1000"/>
                  <a:pt x="1294" y="1000"/>
                  <a:pt x="1294" y="1000"/>
                </a:cubicBezTo>
                <a:cubicBezTo>
                  <a:pt x="1294" y="1019"/>
                  <a:pt x="1287" y="1037"/>
                  <a:pt x="1274" y="1051"/>
                </a:cubicBezTo>
                <a:cubicBezTo>
                  <a:pt x="1271" y="1055"/>
                  <a:pt x="1271" y="1055"/>
                  <a:pt x="1271" y="1055"/>
                </a:cubicBezTo>
                <a:cubicBezTo>
                  <a:pt x="1274" y="1058"/>
                  <a:pt x="1274" y="1058"/>
                  <a:pt x="1274" y="1058"/>
                </a:cubicBezTo>
                <a:cubicBezTo>
                  <a:pt x="1287" y="1072"/>
                  <a:pt x="1294" y="1090"/>
                  <a:pt x="1294" y="1109"/>
                </a:cubicBezTo>
                <a:cubicBezTo>
                  <a:pt x="1294" y="1218"/>
                  <a:pt x="1294" y="1218"/>
                  <a:pt x="1294" y="1218"/>
                </a:cubicBezTo>
                <a:cubicBezTo>
                  <a:pt x="1294" y="1260"/>
                  <a:pt x="1260" y="1294"/>
                  <a:pt x="1218" y="1294"/>
                </a:cubicBezTo>
                <a:lnTo>
                  <a:pt x="403" y="1294"/>
                </a:lnTo>
                <a:close/>
                <a:moveTo>
                  <a:pt x="403" y="1077"/>
                </a:moveTo>
                <a:cubicBezTo>
                  <a:pt x="385" y="1077"/>
                  <a:pt x="371" y="1091"/>
                  <a:pt x="371" y="1109"/>
                </a:cubicBezTo>
                <a:cubicBezTo>
                  <a:pt x="371" y="1218"/>
                  <a:pt x="371" y="1218"/>
                  <a:pt x="371" y="1218"/>
                </a:cubicBezTo>
                <a:cubicBezTo>
                  <a:pt x="371" y="1235"/>
                  <a:pt x="385" y="1250"/>
                  <a:pt x="403" y="1250"/>
                </a:cubicBezTo>
                <a:cubicBezTo>
                  <a:pt x="1218" y="1250"/>
                  <a:pt x="1218" y="1250"/>
                  <a:pt x="1218" y="1250"/>
                </a:cubicBezTo>
                <a:cubicBezTo>
                  <a:pt x="1235" y="1250"/>
                  <a:pt x="1250" y="1235"/>
                  <a:pt x="1250" y="1218"/>
                </a:cubicBezTo>
                <a:cubicBezTo>
                  <a:pt x="1250" y="1109"/>
                  <a:pt x="1250" y="1109"/>
                  <a:pt x="1250" y="1109"/>
                </a:cubicBezTo>
                <a:cubicBezTo>
                  <a:pt x="1250" y="1091"/>
                  <a:pt x="1235" y="1077"/>
                  <a:pt x="1218" y="1077"/>
                </a:cubicBezTo>
                <a:lnTo>
                  <a:pt x="403" y="1077"/>
                </a:lnTo>
                <a:close/>
                <a:moveTo>
                  <a:pt x="403" y="859"/>
                </a:moveTo>
                <a:cubicBezTo>
                  <a:pt x="385" y="859"/>
                  <a:pt x="371" y="874"/>
                  <a:pt x="371" y="892"/>
                </a:cubicBezTo>
                <a:cubicBezTo>
                  <a:pt x="371" y="1000"/>
                  <a:pt x="371" y="1000"/>
                  <a:pt x="371" y="1000"/>
                </a:cubicBezTo>
                <a:cubicBezTo>
                  <a:pt x="371" y="1018"/>
                  <a:pt x="385" y="1032"/>
                  <a:pt x="403" y="1032"/>
                </a:cubicBezTo>
                <a:cubicBezTo>
                  <a:pt x="1218" y="1032"/>
                  <a:pt x="1218" y="1032"/>
                  <a:pt x="1218" y="1032"/>
                </a:cubicBezTo>
                <a:cubicBezTo>
                  <a:pt x="1235" y="1032"/>
                  <a:pt x="1250" y="1018"/>
                  <a:pt x="1250" y="1000"/>
                </a:cubicBezTo>
                <a:cubicBezTo>
                  <a:pt x="1250" y="892"/>
                  <a:pt x="1250" y="892"/>
                  <a:pt x="1250" y="892"/>
                </a:cubicBezTo>
                <a:cubicBezTo>
                  <a:pt x="1250" y="874"/>
                  <a:pt x="1235" y="859"/>
                  <a:pt x="1218" y="859"/>
                </a:cubicBezTo>
                <a:lnTo>
                  <a:pt x="403" y="859"/>
                </a:lnTo>
                <a:close/>
                <a:moveTo>
                  <a:pt x="946" y="1185"/>
                </a:moveTo>
                <a:cubicBezTo>
                  <a:pt x="934" y="1185"/>
                  <a:pt x="924" y="1176"/>
                  <a:pt x="924" y="1163"/>
                </a:cubicBezTo>
                <a:cubicBezTo>
                  <a:pt x="924" y="1151"/>
                  <a:pt x="934" y="1141"/>
                  <a:pt x="946" y="1141"/>
                </a:cubicBezTo>
                <a:cubicBezTo>
                  <a:pt x="1163" y="1141"/>
                  <a:pt x="1163" y="1141"/>
                  <a:pt x="1163" y="1141"/>
                </a:cubicBezTo>
                <a:cubicBezTo>
                  <a:pt x="1176" y="1141"/>
                  <a:pt x="1186" y="1151"/>
                  <a:pt x="1186" y="1163"/>
                </a:cubicBezTo>
                <a:cubicBezTo>
                  <a:pt x="1186" y="1176"/>
                  <a:pt x="1176" y="1185"/>
                  <a:pt x="1163" y="1185"/>
                </a:cubicBezTo>
                <a:lnTo>
                  <a:pt x="946" y="1185"/>
                </a:lnTo>
                <a:close/>
                <a:moveTo>
                  <a:pt x="457" y="1185"/>
                </a:moveTo>
                <a:cubicBezTo>
                  <a:pt x="445" y="1185"/>
                  <a:pt x="435" y="1176"/>
                  <a:pt x="435" y="1163"/>
                </a:cubicBezTo>
                <a:cubicBezTo>
                  <a:pt x="435" y="1151"/>
                  <a:pt x="445" y="1141"/>
                  <a:pt x="457" y="1141"/>
                </a:cubicBezTo>
                <a:cubicBezTo>
                  <a:pt x="469" y="1141"/>
                  <a:pt x="479" y="1151"/>
                  <a:pt x="479" y="1163"/>
                </a:cubicBezTo>
                <a:cubicBezTo>
                  <a:pt x="479" y="1176"/>
                  <a:pt x="469" y="1185"/>
                  <a:pt x="457" y="1185"/>
                </a:cubicBezTo>
                <a:close/>
                <a:moveTo>
                  <a:pt x="241" y="1104"/>
                </a:moveTo>
                <a:cubicBezTo>
                  <a:pt x="235" y="1104"/>
                  <a:pt x="230" y="1102"/>
                  <a:pt x="227" y="1099"/>
                </a:cubicBezTo>
                <a:cubicBezTo>
                  <a:pt x="83" y="981"/>
                  <a:pt x="0" y="806"/>
                  <a:pt x="0" y="620"/>
                </a:cubicBezTo>
                <a:cubicBezTo>
                  <a:pt x="0" y="620"/>
                  <a:pt x="0" y="620"/>
                  <a:pt x="0" y="620"/>
                </a:cubicBezTo>
                <a:cubicBezTo>
                  <a:pt x="0" y="278"/>
                  <a:pt x="279" y="0"/>
                  <a:pt x="620" y="0"/>
                </a:cubicBezTo>
                <a:cubicBezTo>
                  <a:pt x="962" y="0"/>
                  <a:pt x="1240" y="278"/>
                  <a:pt x="1240" y="620"/>
                </a:cubicBezTo>
                <a:cubicBezTo>
                  <a:pt x="1240" y="658"/>
                  <a:pt x="1236" y="696"/>
                  <a:pt x="1230" y="733"/>
                </a:cubicBezTo>
                <a:cubicBezTo>
                  <a:pt x="1228" y="743"/>
                  <a:pt x="1218" y="751"/>
                  <a:pt x="1208" y="751"/>
                </a:cubicBezTo>
                <a:cubicBezTo>
                  <a:pt x="1206" y="751"/>
                  <a:pt x="1205" y="751"/>
                  <a:pt x="1204" y="751"/>
                </a:cubicBezTo>
                <a:cubicBezTo>
                  <a:pt x="1198" y="750"/>
                  <a:pt x="1193" y="746"/>
                  <a:pt x="1190" y="741"/>
                </a:cubicBezTo>
                <a:cubicBezTo>
                  <a:pt x="1186" y="737"/>
                  <a:pt x="1185" y="731"/>
                  <a:pt x="1186" y="725"/>
                </a:cubicBezTo>
                <a:cubicBezTo>
                  <a:pt x="1190" y="702"/>
                  <a:pt x="1193" y="677"/>
                  <a:pt x="1194" y="647"/>
                </a:cubicBezTo>
                <a:cubicBezTo>
                  <a:pt x="1195" y="642"/>
                  <a:pt x="1195" y="642"/>
                  <a:pt x="1195" y="642"/>
                </a:cubicBezTo>
                <a:cubicBezTo>
                  <a:pt x="967" y="642"/>
                  <a:pt x="967" y="642"/>
                  <a:pt x="967" y="642"/>
                </a:cubicBezTo>
                <a:cubicBezTo>
                  <a:pt x="967" y="649"/>
                  <a:pt x="967" y="649"/>
                  <a:pt x="967" y="649"/>
                </a:cubicBezTo>
                <a:cubicBezTo>
                  <a:pt x="966" y="676"/>
                  <a:pt x="965" y="703"/>
                  <a:pt x="963" y="729"/>
                </a:cubicBezTo>
                <a:cubicBezTo>
                  <a:pt x="962" y="740"/>
                  <a:pt x="952" y="749"/>
                  <a:pt x="940" y="749"/>
                </a:cubicBezTo>
                <a:cubicBezTo>
                  <a:pt x="940" y="749"/>
                  <a:pt x="939" y="749"/>
                  <a:pt x="939" y="749"/>
                </a:cubicBezTo>
                <a:cubicBezTo>
                  <a:pt x="926" y="748"/>
                  <a:pt x="918" y="737"/>
                  <a:pt x="919" y="725"/>
                </a:cubicBezTo>
                <a:cubicBezTo>
                  <a:pt x="921" y="700"/>
                  <a:pt x="922" y="674"/>
                  <a:pt x="922" y="649"/>
                </a:cubicBezTo>
                <a:cubicBezTo>
                  <a:pt x="923" y="642"/>
                  <a:pt x="923" y="642"/>
                  <a:pt x="923" y="642"/>
                </a:cubicBezTo>
                <a:cubicBezTo>
                  <a:pt x="642" y="642"/>
                  <a:pt x="642" y="642"/>
                  <a:pt x="642" y="642"/>
                </a:cubicBezTo>
                <a:cubicBezTo>
                  <a:pt x="642" y="729"/>
                  <a:pt x="642" y="729"/>
                  <a:pt x="642" y="729"/>
                </a:cubicBezTo>
                <a:cubicBezTo>
                  <a:pt x="642" y="741"/>
                  <a:pt x="632" y="751"/>
                  <a:pt x="620" y="751"/>
                </a:cubicBezTo>
                <a:cubicBezTo>
                  <a:pt x="608" y="751"/>
                  <a:pt x="598" y="741"/>
                  <a:pt x="598" y="729"/>
                </a:cubicBezTo>
                <a:cubicBezTo>
                  <a:pt x="598" y="642"/>
                  <a:pt x="598" y="642"/>
                  <a:pt x="598" y="642"/>
                </a:cubicBezTo>
                <a:cubicBezTo>
                  <a:pt x="317" y="642"/>
                  <a:pt x="317" y="642"/>
                  <a:pt x="317" y="642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75"/>
                  <a:pt x="319" y="701"/>
                  <a:pt x="321" y="727"/>
                </a:cubicBezTo>
                <a:cubicBezTo>
                  <a:pt x="322" y="732"/>
                  <a:pt x="320" y="738"/>
                  <a:pt x="317" y="743"/>
                </a:cubicBezTo>
                <a:cubicBezTo>
                  <a:pt x="313" y="747"/>
                  <a:pt x="308" y="750"/>
                  <a:pt x="302" y="751"/>
                </a:cubicBezTo>
                <a:cubicBezTo>
                  <a:pt x="301" y="751"/>
                  <a:pt x="299" y="751"/>
                  <a:pt x="299" y="751"/>
                </a:cubicBezTo>
                <a:cubicBezTo>
                  <a:pt x="288" y="751"/>
                  <a:pt x="278" y="742"/>
                  <a:pt x="277" y="731"/>
                </a:cubicBezTo>
                <a:cubicBezTo>
                  <a:pt x="275" y="703"/>
                  <a:pt x="274" y="675"/>
                  <a:pt x="273" y="647"/>
                </a:cubicBezTo>
                <a:cubicBezTo>
                  <a:pt x="273" y="642"/>
                  <a:pt x="273" y="642"/>
                  <a:pt x="273" y="642"/>
                </a:cubicBezTo>
                <a:cubicBezTo>
                  <a:pt x="268" y="642"/>
                  <a:pt x="268" y="642"/>
                  <a:pt x="268" y="642"/>
                </a:cubicBezTo>
                <a:cubicBezTo>
                  <a:pt x="46" y="642"/>
                  <a:pt x="46" y="642"/>
                  <a:pt x="46" y="642"/>
                </a:cubicBezTo>
                <a:cubicBezTo>
                  <a:pt x="46" y="647"/>
                  <a:pt x="46" y="647"/>
                  <a:pt x="46" y="647"/>
                </a:cubicBezTo>
                <a:cubicBezTo>
                  <a:pt x="51" y="745"/>
                  <a:pt x="80" y="840"/>
                  <a:pt x="130" y="921"/>
                </a:cubicBezTo>
                <a:cubicBezTo>
                  <a:pt x="131" y="924"/>
                  <a:pt x="131" y="924"/>
                  <a:pt x="131" y="924"/>
                </a:cubicBezTo>
                <a:cubicBezTo>
                  <a:pt x="240" y="924"/>
                  <a:pt x="240" y="924"/>
                  <a:pt x="240" y="924"/>
                </a:cubicBezTo>
                <a:cubicBezTo>
                  <a:pt x="252" y="924"/>
                  <a:pt x="262" y="934"/>
                  <a:pt x="262" y="946"/>
                </a:cubicBezTo>
                <a:cubicBezTo>
                  <a:pt x="262" y="958"/>
                  <a:pt x="252" y="968"/>
                  <a:pt x="240" y="968"/>
                </a:cubicBezTo>
                <a:cubicBezTo>
                  <a:pt x="162" y="968"/>
                  <a:pt x="162" y="968"/>
                  <a:pt x="162" y="968"/>
                </a:cubicBezTo>
                <a:cubicBezTo>
                  <a:pt x="168" y="976"/>
                  <a:pt x="168" y="976"/>
                  <a:pt x="168" y="976"/>
                </a:cubicBezTo>
                <a:cubicBezTo>
                  <a:pt x="194" y="1009"/>
                  <a:pt x="223" y="1039"/>
                  <a:pt x="255" y="1065"/>
                </a:cubicBezTo>
                <a:cubicBezTo>
                  <a:pt x="259" y="1068"/>
                  <a:pt x="262" y="1074"/>
                  <a:pt x="263" y="1079"/>
                </a:cubicBezTo>
                <a:cubicBezTo>
                  <a:pt x="263" y="1085"/>
                  <a:pt x="262" y="1091"/>
                  <a:pt x="258" y="1096"/>
                </a:cubicBezTo>
                <a:cubicBezTo>
                  <a:pt x="253" y="1101"/>
                  <a:pt x="247" y="1104"/>
                  <a:pt x="241" y="1104"/>
                </a:cubicBezTo>
                <a:close/>
                <a:moveTo>
                  <a:pt x="927" y="323"/>
                </a:moveTo>
                <a:cubicBezTo>
                  <a:pt x="951" y="405"/>
                  <a:pt x="965" y="496"/>
                  <a:pt x="967" y="593"/>
                </a:cubicBezTo>
                <a:cubicBezTo>
                  <a:pt x="968" y="598"/>
                  <a:pt x="968" y="598"/>
                  <a:pt x="968" y="598"/>
                </a:cubicBezTo>
                <a:cubicBezTo>
                  <a:pt x="1194" y="598"/>
                  <a:pt x="1194" y="598"/>
                  <a:pt x="1194" y="598"/>
                </a:cubicBezTo>
                <a:cubicBezTo>
                  <a:pt x="1194" y="593"/>
                  <a:pt x="1194" y="593"/>
                  <a:pt x="1194" y="593"/>
                </a:cubicBezTo>
                <a:cubicBezTo>
                  <a:pt x="1190" y="496"/>
                  <a:pt x="1160" y="401"/>
                  <a:pt x="1109" y="319"/>
                </a:cubicBezTo>
                <a:cubicBezTo>
                  <a:pt x="1108" y="316"/>
                  <a:pt x="1108" y="316"/>
                  <a:pt x="1108" y="316"/>
                </a:cubicBezTo>
                <a:cubicBezTo>
                  <a:pt x="925" y="316"/>
                  <a:pt x="925" y="316"/>
                  <a:pt x="925" y="316"/>
                </a:cubicBezTo>
                <a:lnTo>
                  <a:pt x="927" y="323"/>
                </a:lnTo>
                <a:close/>
                <a:moveTo>
                  <a:pt x="642" y="598"/>
                </a:moveTo>
                <a:cubicBezTo>
                  <a:pt x="923" y="598"/>
                  <a:pt x="923" y="598"/>
                  <a:pt x="923" y="598"/>
                </a:cubicBezTo>
                <a:cubicBezTo>
                  <a:pt x="923" y="593"/>
                  <a:pt x="923" y="593"/>
                  <a:pt x="923" y="593"/>
                </a:cubicBezTo>
                <a:cubicBezTo>
                  <a:pt x="921" y="497"/>
                  <a:pt x="905" y="402"/>
                  <a:pt x="877" y="320"/>
                </a:cubicBezTo>
                <a:cubicBezTo>
                  <a:pt x="876" y="316"/>
                  <a:pt x="876" y="316"/>
                  <a:pt x="876" y="316"/>
                </a:cubicBezTo>
                <a:cubicBezTo>
                  <a:pt x="642" y="316"/>
                  <a:pt x="642" y="316"/>
                  <a:pt x="642" y="316"/>
                </a:cubicBezTo>
                <a:lnTo>
                  <a:pt x="642" y="598"/>
                </a:lnTo>
                <a:close/>
                <a:moveTo>
                  <a:pt x="363" y="320"/>
                </a:moveTo>
                <a:cubicBezTo>
                  <a:pt x="335" y="403"/>
                  <a:pt x="319" y="497"/>
                  <a:pt x="317" y="593"/>
                </a:cubicBezTo>
                <a:cubicBezTo>
                  <a:pt x="317" y="598"/>
                  <a:pt x="317" y="598"/>
                  <a:pt x="317" y="598"/>
                </a:cubicBezTo>
                <a:cubicBezTo>
                  <a:pt x="598" y="598"/>
                  <a:pt x="598" y="598"/>
                  <a:pt x="598" y="598"/>
                </a:cubicBezTo>
                <a:cubicBezTo>
                  <a:pt x="598" y="316"/>
                  <a:pt x="598" y="316"/>
                  <a:pt x="598" y="316"/>
                </a:cubicBezTo>
                <a:cubicBezTo>
                  <a:pt x="364" y="316"/>
                  <a:pt x="364" y="316"/>
                  <a:pt x="364" y="316"/>
                </a:cubicBezTo>
                <a:lnTo>
                  <a:pt x="363" y="320"/>
                </a:lnTo>
                <a:close/>
                <a:moveTo>
                  <a:pt x="131" y="319"/>
                </a:moveTo>
                <a:cubicBezTo>
                  <a:pt x="80" y="401"/>
                  <a:pt x="51" y="496"/>
                  <a:pt x="46" y="593"/>
                </a:cubicBezTo>
                <a:cubicBezTo>
                  <a:pt x="46" y="598"/>
                  <a:pt x="46" y="598"/>
                  <a:pt x="46" y="598"/>
                </a:cubicBezTo>
                <a:cubicBezTo>
                  <a:pt x="273" y="598"/>
                  <a:pt x="273" y="598"/>
                  <a:pt x="273" y="598"/>
                </a:cubicBezTo>
                <a:cubicBezTo>
                  <a:pt x="273" y="593"/>
                  <a:pt x="273" y="593"/>
                  <a:pt x="273" y="593"/>
                </a:cubicBezTo>
                <a:cubicBezTo>
                  <a:pt x="275" y="496"/>
                  <a:pt x="289" y="405"/>
                  <a:pt x="313" y="323"/>
                </a:cubicBezTo>
                <a:cubicBezTo>
                  <a:pt x="315" y="316"/>
                  <a:pt x="315" y="316"/>
                  <a:pt x="315" y="316"/>
                </a:cubicBezTo>
                <a:cubicBezTo>
                  <a:pt x="132" y="316"/>
                  <a:pt x="132" y="316"/>
                  <a:pt x="132" y="316"/>
                </a:cubicBezTo>
                <a:lnTo>
                  <a:pt x="131" y="319"/>
                </a:lnTo>
                <a:close/>
                <a:moveTo>
                  <a:pt x="794" y="82"/>
                </a:moveTo>
                <a:cubicBezTo>
                  <a:pt x="840" y="128"/>
                  <a:pt x="879" y="193"/>
                  <a:pt x="908" y="269"/>
                </a:cubicBezTo>
                <a:cubicBezTo>
                  <a:pt x="910" y="272"/>
                  <a:pt x="910" y="272"/>
                  <a:pt x="910" y="272"/>
                </a:cubicBezTo>
                <a:cubicBezTo>
                  <a:pt x="1078" y="272"/>
                  <a:pt x="1078" y="272"/>
                  <a:pt x="1078" y="272"/>
                </a:cubicBezTo>
                <a:cubicBezTo>
                  <a:pt x="1071" y="264"/>
                  <a:pt x="1071" y="264"/>
                  <a:pt x="1071" y="264"/>
                </a:cubicBezTo>
                <a:cubicBezTo>
                  <a:pt x="1001" y="175"/>
                  <a:pt x="907" y="109"/>
                  <a:pt x="799" y="73"/>
                </a:cubicBezTo>
                <a:lnTo>
                  <a:pt x="794" y="82"/>
                </a:lnTo>
                <a:close/>
                <a:moveTo>
                  <a:pt x="642" y="272"/>
                </a:moveTo>
                <a:cubicBezTo>
                  <a:pt x="860" y="272"/>
                  <a:pt x="860" y="272"/>
                  <a:pt x="860" y="272"/>
                </a:cubicBezTo>
                <a:cubicBezTo>
                  <a:pt x="857" y="265"/>
                  <a:pt x="857" y="265"/>
                  <a:pt x="857" y="265"/>
                </a:cubicBezTo>
                <a:cubicBezTo>
                  <a:pt x="805" y="141"/>
                  <a:pt x="729" y="62"/>
                  <a:pt x="648" y="47"/>
                </a:cubicBezTo>
                <a:cubicBezTo>
                  <a:pt x="642" y="46"/>
                  <a:pt x="642" y="46"/>
                  <a:pt x="642" y="46"/>
                </a:cubicBezTo>
                <a:lnTo>
                  <a:pt x="642" y="272"/>
                </a:lnTo>
                <a:close/>
                <a:moveTo>
                  <a:pt x="592" y="47"/>
                </a:moveTo>
                <a:cubicBezTo>
                  <a:pt x="511" y="62"/>
                  <a:pt x="435" y="141"/>
                  <a:pt x="383" y="265"/>
                </a:cubicBezTo>
                <a:cubicBezTo>
                  <a:pt x="380" y="272"/>
                  <a:pt x="380" y="272"/>
                  <a:pt x="380" y="272"/>
                </a:cubicBezTo>
                <a:cubicBezTo>
                  <a:pt x="598" y="272"/>
                  <a:pt x="598" y="272"/>
                  <a:pt x="598" y="272"/>
                </a:cubicBezTo>
                <a:cubicBezTo>
                  <a:pt x="598" y="46"/>
                  <a:pt x="598" y="46"/>
                  <a:pt x="598" y="46"/>
                </a:cubicBezTo>
                <a:lnTo>
                  <a:pt x="592" y="47"/>
                </a:lnTo>
                <a:close/>
                <a:moveTo>
                  <a:pt x="441" y="74"/>
                </a:moveTo>
                <a:cubicBezTo>
                  <a:pt x="333" y="109"/>
                  <a:pt x="239" y="175"/>
                  <a:pt x="169" y="264"/>
                </a:cubicBezTo>
                <a:cubicBezTo>
                  <a:pt x="163" y="272"/>
                  <a:pt x="163" y="272"/>
                  <a:pt x="163" y="272"/>
                </a:cubicBezTo>
                <a:cubicBezTo>
                  <a:pt x="330" y="272"/>
                  <a:pt x="330" y="272"/>
                  <a:pt x="330" y="272"/>
                </a:cubicBezTo>
                <a:cubicBezTo>
                  <a:pt x="332" y="269"/>
                  <a:pt x="332" y="269"/>
                  <a:pt x="332" y="269"/>
                </a:cubicBezTo>
                <a:cubicBezTo>
                  <a:pt x="361" y="193"/>
                  <a:pt x="400" y="128"/>
                  <a:pt x="446" y="82"/>
                </a:cubicBezTo>
                <a:lnTo>
                  <a:pt x="441" y="74"/>
                </a:lnTo>
                <a:close/>
                <a:moveTo>
                  <a:pt x="946" y="968"/>
                </a:moveTo>
                <a:cubicBezTo>
                  <a:pt x="934" y="968"/>
                  <a:pt x="924" y="958"/>
                  <a:pt x="924" y="946"/>
                </a:cubicBezTo>
                <a:cubicBezTo>
                  <a:pt x="924" y="934"/>
                  <a:pt x="934" y="924"/>
                  <a:pt x="946" y="924"/>
                </a:cubicBezTo>
                <a:cubicBezTo>
                  <a:pt x="1163" y="924"/>
                  <a:pt x="1163" y="924"/>
                  <a:pt x="1163" y="924"/>
                </a:cubicBezTo>
                <a:cubicBezTo>
                  <a:pt x="1176" y="924"/>
                  <a:pt x="1186" y="934"/>
                  <a:pt x="1186" y="946"/>
                </a:cubicBezTo>
                <a:cubicBezTo>
                  <a:pt x="1186" y="958"/>
                  <a:pt x="1176" y="968"/>
                  <a:pt x="1163" y="968"/>
                </a:cubicBezTo>
                <a:lnTo>
                  <a:pt x="946" y="968"/>
                </a:lnTo>
                <a:close/>
                <a:moveTo>
                  <a:pt x="457" y="968"/>
                </a:moveTo>
                <a:cubicBezTo>
                  <a:pt x="445" y="968"/>
                  <a:pt x="435" y="958"/>
                  <a:pt x="435" y="946"/>
                </a:cubicBezTo>
                <a:cubicBezTo>
                  <a:pt x="435" y="934"/>
                  <a:pt x="445" y="924"/>
                  <a:pt x="457" y="924"/>
                </a:cubicBezTo>
                <a:cubicBezTo>
                  <a:pt x="469" y="924"/>
                  <a:pt x="479" y="934"/>
                  <a:pt x="479" y="946"/>
                </a:cubicBezTo>
                <a:cubicBezTo>
                  <a:pt x="479" y="958"/>
                  <a:pt x="469" y="968"/>
                  <a:pt x="457" y="96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2" name="Google Shape;720;p34"/>
          <p:cNvGrpSpPr/>
          <p:nvPr/>
        </p:nvGrpSpPr>
        <p:grpSpPr>
          <a:xfrm flipH="1">
            <a:off x="2161308" y="2048450"/>
            <a:ext cx="520339" cy="520339"/>
            <a:chOff x="-636587" y="-1952625"/>
            <a:chExt cx="1209675" cy="1209675"/>
          </a:xfrm>
          <a:solidFill>
            <a:schemeClr val="bg1">
              <a:lumMod val="75000"/>
            </a:schemeClr>
          </a:solidFill>
        </p:grpSpPr>
        <p:sp>
          <p:nvSpPr>
            <p:cNvPr id="33" name="Google Shape;721;p34"/>
            <p:cNvSpPr/>
            <p:nvPr/>
          </p:nvSpPr>
          <p:spPr>
            <a:xfrm>
              <a:off x="-636587" y="-1952625"/>
              <a:ext cx="1209675" cy="1209675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157" y="543"/>
                  </a:moveTo>
                  <a:cubicBezTo>
                    <a:pt x="1087" y="543"/>
                    <a:pt x="1087" y="543"/>
                    <a:pt x="1087" y="543"/>
                  </a:cubicBezTo>
                  <a:cubicBezTo>
                    <a:pt x="1087" y="417"/>
                    <a:pt x="1087" y="417"/>
                    <a:pt x="1087" y="417"/>
                  </a:cubicBezTo>
                  <a:cubicBezTo>
                    <a:pt x="1087" y="387"/>
                    <a:pt x="1062" y="362"/>
                    <a:pt x="1032" y="362"/>
                  </a:cubicBezTo>
                  <a:cubicBezTo>
                    <a:pt x="966" y="362"/>
                    <a:pt x="966" y="362"/>
                    <a:pt x="966" y="362"/>
                  </a:cubicBezTo>
                  <a:cubicBezTo>
                    <a:pt x="966" y="313"/>
                    <a:pt x="966" y="313"/>
                    <a:pt x="966" y="313"/>
                  </a:cubicBezTo>
                  <a:cubicBezTo>
                    <a:pt x="956" y="303"/>
                    <a:pt x="956" y="303"/>
                    <a:pt x="956" y="303"/>
                  </a:cubicBezTo>
                  <a:cubicBezTo>
                    <a:pt x="956" y="303"/>
                    <a:pt x="956" y="303"/>
                    <a:pt x="956" y="303"/>
                  </a:cubicBezTo>
                  <a:cubicBezTo>
                    <a:pt x="809" y="156"/>
                    <a:pt x="809" y="156"/>
                    <a:pt x="809" y="156"/>
                  </a:cubicBezTo>
                  <a:cubicBezTo>
                    <a:pt x="652" y="0"/>
                    <a:pt x="652" y="0"/>
                    <a:pt x="6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221"/>
                    <a:pt x="161" y="221"/>
                    <a:pt x="161" y="221"/>
                  </a:cubicBezTo>
                  <a:cubicBezTo>
                    <a:pt x="55" y="221"/>
                    <a:pt x="55" y="221"/>
                    <a:pt x="55" y="221"/>
                  </a:cubicBezTo>
                  <a:cubicBezTo>
                    <a:pt x="24" y="221"/>
                    <a:pt x="0" y="246"/>
                    <a:pt x="0" y="276"/>
                  </a:cubicBezTo>
                  <a:cubicBezTo>
                    <a:pt x="0" y="1156"/>
                    <a:pt x="0" y="1156"/>
                    <a:pt x="0" y="1156"/>
                  </a:cubicBezTo>
                  <a:cubicBezTo>
                    <a:pt x="0" y="1156"/>
                    <a:pt x="0" y="1156"/>
                    <a:pt x="0" y="1156"/>
                  </a:cubicBezTo>
                  <a:cubicBezTo>
                    <a:pt x="0" y="1167"/>
                    <a:pt x="3" y="1178"/>
                    <a:pt x="10" y="1187"/>
                  </a:cubicBezTo>
                  <a:cubicBezTo>
                    <a:pt x="20" y="1200"/>
                    <a:pt x="35" y="1208"/>
                    <a:pt x="51" y="1208"/>
                  </a:cubicBezTo>
                  <a:cubicBezTo>
                    <a:pt x="952" y="1208"/>
                    <a:pt x="952" y="1208"/>
                    <a:pt x="952" y="1208"/>
                  </a:cubicBezTo>
                  <a:cubicBezTo>
                    <a:pt x="976" y="1208"/>
                    <a:pt x="996" y="1192"/>
                    <a:pt x="1002" y="1171"/>
                  </a:cubicBezTo>
                  <a:cubicBezTo>
                    <a:pt x="1208" y="607"/>
                    <a:pt x="1208" y="607"/>
                    <a:pt x="1208" y="607"/>
                  </a:cubicBezTo>
                  <a:cubicBezTo>
                    <a:pt x="1208" y="603"/>
                    <a:pt x="1208" y="603"/>
                    <a:pt x="1208" y="603"/>
                  </a:cubicBezTo>
                  <a:cubicBezTo>
                    <a:pt x="1208" y="568"/>
                    <a:pt x="1186" y="543"/>
                    <a:pt x="1157" y="543"/>
                  </a:cubicBezTo>
                  <a:close/>
                  <a:moveTo>
                    <a:pt x="1032" y="402"/>
                  </a:moveTo>
                  <a:cubicBezTo>
                    <a:pt x="1040" y="402"/>
                    <a:pt x="1047" y="409"/>
                    <a:pt x="1047" y="417"/>
                  </a:cubicBezTo>
                  <a:cubicBezTo>
                    <a:pt x="1047" y="543"/>
                    <a:pt x="1047" y="543"/>
                    <a:pt x="1047" y="543"/>
                  </a:cubicBezTo>
                  <a:cubicBezTo>
                    <a:pt x="966" y="543"/>
                    <a:pt x="966" y="543"/>
                    <a:pt x="966" y="543"/>
                  </a:cubicBezTo>
                  <a:cubicBezTo>
                    <a:pt x="966" y="402"/>
                    <a:pt x="966" y="402"/>
                    <a:pt x="966" y="402"/>
                  </a:cubicBezTo>
                  <a:lnTo>
                    <a:pt x="1032" y="402"/>
                  </a:lnTo>
                  <a:close/>
                  <a:moveTo>
                    <a:pt x="664" y="68"/>
                  </a:moveTo>
                  <a:cubicBezTo>
                    <a:pt x="897" y="302"/>
                    <a:pt x="897" y="302"/>
                    <a:pt x="897" y="302"/>
                  </a:cubicBezTo>
                  <a:cubicBezTo>
                    <a:pt x="664" y="302"/>
                    <a:pt x="664" y="302"/>
                    <a:pt x="664" y="302"/>
                  </a:cubicBezTo>
                  <a:lnTo>
                    <a:pt x="664" y="68"/>
                  </a:lnTo>
                  <a:close/>
                  <a:moveTo>
                    <a:pt x="201" y="40"/>
                  </a:moveTo>
                  <a:cubicBezTo>
                    <a:pt x="624" y="40"/>
                    <a:pt x="624" y="40"/>
                    <a:pt x="624" y="40"/>
                  </a:cubicBezTo>
                  <a:cubicBezTo>
                    <a:pt x="624" y="342"/>
                    <a:pt x="624" y="342"/>
                    <a:pt x="624" y="342"/>
                  </a:cubicBezTo>
                  <a:cubicBezTo>
                    <a:pt x="926" y="342"/>
                    <a:pt x="926" y="342"/>
                    <a:pt x="926" y="342"/>
                  </a:cubicBezTo>
                  <a:cubicBezTo>
                    <a:pt x="926" y="543"/>
                    <a:pt x="926" y="543"/>
                    <a:pt x="926" y="543"/>
                  </a:cubicBezTo>
                  <a:cubicBezTo>
                    <a:pt x="256" y="543"/>
                    <a:pt x="256" y="543"/>
                    <a:pt x="256" y="543"/>
                  </a:cubicBezTo>
                  <a:cubicBezTo>
                    <a:pt x="253" y="543"/>
                    <a:pt x="250" y="543"/>
                    <a:pt x="247" y="544"/>
                  </a:cubicBezTo>
                  <a:cubicBezTo>
                    <a:pt x="228" y="547"/>
                    <a:pt x="211" y="561"/>
                    <a:pt x="207" y="580"/>
                  </a:cubicBezTo>
                  <a:cubicBezTo>
                    <a:pt x="201" y="595"/>
                    <a:pt x="201" y="595"/>
                    <a:pt x="201" y="595"/>
                  </a:cubicBezTo>
                  <a:lnTo>
                    <a:pt x="201" y="40"/>
                  </a:lnTo>
                  <a:close/>
                  <a:moveTo>
                    <a:pt x="40" y="276"/>
                  </a:moveTo>
                  <a:cubicBezTo>
                    <a:pt x="40" y="268"/>
                    <a:pt x="46" y="261"/>
                    <a:pt x="55" y="261"/>
                  </a:cubicBezTo>
                  <a:cubicBezTo>
                    <a:pt x="161" y="261"/>
                    <a:pt x="161" y="261"/>
                    <a:pt x="161" y="261"/>
                  </a:cubicBezTo>
                  <a:cubicBezTo>
                    <a:pt x="161" y="705"/>
                    <a:pt x="161" y="705"/>
                    <a:pt x="161" y="705"/>
                  </a:cubicBezTo>
                  <a:cubicBezTo>
                    <a:pt x="40" y="1034"/>
                    <a:pt x="40" y="1034"/>
                    <a:pt x="40" y="1034"/>
                  </a:cubicBezTo>
                  <a:lnTo>
                    <a:pt x="40" y="276"/>
                  </a:lnTo>
                  <a:close/>
                  <a:moveTo>
                    <a:pt x="963" y="1159"/>
                  </a:moveTo>
                  <a:cubicBezTo>
                    <a:pt x="962" y="1164"/>
                    <a:pt x="958" y="1167"/>
                    <a:pt x="952" y="1167"/>
                  </a:cubicBezTo>
                  <a:cubicBezTo>
                    <a:pt x="51" y="1167"/>
                    <a:pt x="51" y="1167"/>
                    <a:pt x="51" y="1167"/>
                  </a:cubicBezTo>
                  <a:cubicBezTo>
                    <a:pt x="46" y="1167"/>
                    <a:pt x="43" y="1165"/>
                    <a:pt x="42" y="1163"/>
                  </a:cubicBezTo>
                  <a:cubicBezTo>
                    <a:pt x="41" y="1161"/>
                    <a:pt x="39" y="1158"/>
                    <a:pt x="40" y="1155"/>
                  </a:cubicBezTo>
                  <a:cubicBezTo>
                    <a:pt x="161" y="823"/>
                    <a:pt x="161" y="823"/>
                    <a:pt x="161" y="823"/>
                  </a:cubicBezTo>
                  <a:cubicBezTo>
                    <a:pt x="161" y="823"/>
                    <a:pt x="161" y="823"/>
                    <a:pt x="161" y="823"/>
                  </a:cubicBezTo>
                  <a:cubicBezTo>
                    <a:pt x="244" y="593"/>
                    <a:pt x="244" y="593"/>
                    <a:pt x="244" y="593"/>
                  </a:cubicBezTo>
                  <a:cubicBezTo>
                    <a:pt x="245" y="592"/>
                    <a:pt x="245" y="592"/>
                    <a:pt x="245" y="592"/>
                  </a:cubicBezTo>
                  <a:cubicBezTo>
                    <a:pt x="246" y="587"/>
                    <a:pt x="251" y="583"/>
                    <a:pt x="256" y="583"/>
                  </a:cubicBezTo>
                  <a:cubicBezTo>
                    <a:pt x="1157" y="583"/>
                    <a:pt x="1157" y="583"/>
                    <a:pt x="1157" y="583"/>
                  </a:cubicBezTo>
                  <a:cubicBezTo>
                    <a:pt x="1165" y="583"/>
                    <a:pt x="1167" y="594"/>
                    <a:pt x="1167" y="600"/>
                  </a:cubicBezTo>
                  <a:lnTo>
                    <a:pt x="963" y="1159"/>
                  </a:lnTo>
                  <a:close/>
                  <a:moveTo>
                    <a:pt x="963" y="1159"/>
                  </a:moveTo>
                  <a:cubicBezTo>
                    <a:pt x="963" y="1159"/>
                    <a:pt x="963" y="1159"/>
                    <a:pt x="963" y="1159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" name="Google Shape;722;p34"/>
            <p:cNvSpPr/>
            <p:nvPr/>
          </p:nvSpPr>
          <p:spPr>
            <a:xfrm>
              <a:off x="-333375" y="-1651000"/>
              <a:ext cx="241300" cy="39688"/>
            </a:xfrm>
            <a:custGeom>
              <a:avLst/>
              <a:gdLst/>
              <a:ahLst/>
              <a:cxnLst/>
              <a:rect l="l" t="t" r="r" b="b"/>
              <a:pathLst>
                <a:path w="241" h="40" extrusionOk="0">
                  <a:moveTo>
                    <a:pt x="20" y="40"/>
                  </a:moveTo>
                  <a:cubicBezTo>
                    <a:pt x="221" y="40"/>
                    <a:pt x="221" y="40"/>
                    <a:pt x="221" y="40"/>
                  </a:cubicBezTo>
                  <a:cubicBezTo>
                    <a:pt x="232" y="40"/>
                    <a:pt x="241" y="31"/>
                    <a:pt x="241" y="20"/>
                  </a:cubicBezTo>
                  <a:cubicBezTo>
                    <a:pt x="241" y="9"/>
                    <a:pt x="232" y="0"/>
                    <a:pt x="2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lose/>
                  <a:moveTo>
                    <a:pt x="20" y="40"/>
                  </a:moveTo>
                  <a:cubicBezTo>
                    <a:pt x="20" y="40"/>
                    <a:pt x="20" y="40"/>
                    <a:pt x="20" y="4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" name="Google Shape;723;p34"/>
            <p:cNvSpPr/>
            <p:nvPr/>
          </p:nvSpPr>
          <p:spPr>
            <a:xfrm>
              <a:off x="-333375" y="-1792288"/>
              <a:ext cx="241300" cy="41275"/>
            </a:xfrm>
            <a:custGeom>
              <a:avLst/>
              <a:gdLst/>
              <a:ahLst/>
              <a:cxnLst/>
              <a:rect l="l" t="t" r="r" b="b"/>
              <a:pathLst>
                <a:path w="241" h="40" extrusionOk="0">
                  <a:moveTo>
                    <a:pt x="20" y="40"/>
                  </a:moveTo>
                  <a:cubicBezTo>
                    <a:pt x="221" y="40"/>
                    <a:pt x="221" y="40"/>
                    <a:pt x="221" y="40"/>
                  </a:cubicBezTo>
                  <a:cubicBezTo>
                    <a:pt x="232" y="40"/>
                    <a:pt x="241" y="31"/>
                    <a:pt x="241" y="20"/>
                  </a:cubicBezTo>
                  <a:cubicBezTo>
                    <a:pt x="241" y="9"/>
                    <a:pt x="232" y="0"/>
                    <a:pt x="2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lose/>
                  <a:moveTo>
                    <a:pt x="20" y="40"/>
                  </a:moveTo>
                  <a:cubicBezTo>
                    <a:pt x="20" y="40"/>
                    <a:pt x="20" y="40"/>
                    <a:pt x="20" y="4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" name="Google Shape;724;p34"/>
            <p:cNvSpPr/>
            <p:nvPr/>
          </p:nvSpPr>
          <p:spPr>
            <a:xfrm>
              <a:off x="-333375" y="-1509713"/>
              <a:ext cx="522288" cy="39688"/>
            </a:xfrm>
            <a:custGeom>
              <a:avLst/>
              <a:gdLst/>
              <a:ahLst/>
              <a:cxnLst/>
              <a:rect l="l" t="t" r="r" b="b"/>
              <a:pathLst>
                <a:path w="523" h="40" extrusionOk="0">
                  <a:moveTo>
                    <a:pt x="20" y="40"/>
                  </a:moveTo>
                  <a:cubicBezTo>
                    <a:pt x="503" y="40"/>
                    <a:pt x="503" y="40"/>
                    <a:pt x="503" y="40"/>
                  </a:cubicBezTo>
                  <a:cubicBezTo>
                    <a:pt x="514" y="40"/>
                    <a:pt x="523" y="31"/>
                    <a:pt x="523" y="20"/>
                  </a:cubicBezTo>
                  <a:cubicBezTo>
                    <a:pt x="523" y="8"/>
                    <a:pt x="514" y="0"/>
                    <a:pt x="503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8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lose/>
                  <a:moveTo>
                    <a:pt x="20" y="40"/>
                  </a:moveTo>
                  <a:cubicBezTo>
                    <a:pt x="20" y="40"/>
                    <a:pt x="20" y="40"/>
                    <a:pt x="20" y="4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7" name="Google Shape;725;p34"/>
          <p:cNvGrpSpPr/>
          <p:nvPr/>
        </p:nvGrpSpPr>
        <p:grpSpPr>
          <a:xfrm flipH="1">
            <a:off x="2102151" y="5785102"/>
            <a:ext cx="661009" cy="596821"/>
            <a:chOff x="-806450" y="-9453563"/>
            <a:chExt cx="1536700" cy="1387475"/>
          </a:xfrm>
          <a:solidFill>
            <a:schemeClr val="bg1">
              <a:lumMod val="75000"/>
            </a:schemeClr>
          </a:solidFill>
        </p:grpSpPr>
        <p:sp>
          <p:nvSpPr>
            <p:cNvPr id="38" name="Google Shape;726;p34"/>
            <p:cNvSpPr/>
            <p:nvPr/>
          </p:nvSpPr>
          <p:spPr>
            <a:xfrm>
              <a:off x="-712787" y="-8418513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6" h="190" extrusionOk="0">
                  <a:moveTo>
                    <a:pt x="95" y="190"/>
                  </a:moveTo>
                  <a:cubicBezTo>
                    <a:pt x="43" y="190"/>
                    <a:pt x="0" y="148"/>
                    <a:pt x="0" y="95"/>
                  </a:cubicBezTo>
                  <a:cubicBezTo>
                    <a:pt x="0" y="43"/>
                    <a:pt x="43" y="0"/>
                    <a:pt x="95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43" y="0"/>
                    <a:pt x="286" y="43"/>
                    <a:pt x="286" y="95"/>
                  </a:cubicBezTo>
                  <a:cubicBezTo>
                    <a:pt x="286" y="148"/>
                    <a:pt x="243" y="190"/>
                    <a:pt x="190" y="190"/>
                  </a:cubicBezTo>
                  <a:lnTo>
                    <a:pt x="95" y="190"/>
                  </a:lnTo>
                  <a:close/>
                  <a:moveTo>
                    <a:pt x="95" y="42"/>
                  </a:moveTo>
                  <a:cubicBezTo>
                    <a:pt x="66" y="42"/>
                    <a:pt x="42" y="66"/>
                    <a:pt x="42" y="95"/>
                  </a:cubicBezTo>
                  <a:cubicBezTo>
                    <a:pt x="42" y="125"/>
                    <a:pt x="66" y="148"/>
                    <a:pt x="95" y="148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20" y="148"/>
                    <a:pt x="244" y="125"/>
                    <a:pt x="244" y="95"/>
                  </a:cubicBezTo>
                  <a:cubicBezTo>
                    <a:pt x="244" y="66"/>
                    <a:pt x="220" y="42"/>
                    <a:pt x="190" y="42"/>
                  </a:cubicBezTo>
                  <a:lnTo>
                    <a:pt x="95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" name="Google Shape;727;p34"/>
            <p:cNvSpPr/>
            <p:nvPr/>
          </p:nvSpPr>
          <p:spPr>
            <a:xfrm>
              <a:off x="-722312" y="-9248775"/>
              <a:ext cx="304800" cy="690563"/>
            </a:xfrm>
            <a:custGeom>
              <a:avLst/>
              <a:gdLst/>
              <a:ahLst/>
              <a:cxnLst/>
              <a:rect l="l" t="t" r="r" b="b"/>
              <a:pathLst>
                <a:path w="304" h="689" extrusionOk="0">
                  <a:moveTo>
                    <a:pt x="41" y="689"/>
                  </a:moveTo>
                  <a:cubicBezTo>
                    <a:pt x="19" y="689"/>
                    <a:pt x="0" y="670"/>
                    <a:pt x="0" y="647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19" y="0"/>
                    <a:pt x="41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85" y="0"/>
                    <a:pt x="304" y="18"/>
                    <a:pt x="304" y="41"/>
                  </a:cubicBezTo>
                  <a:cubicBezTo>
                    <a:pt x="304" y="647"/>
                    <a:pt x="304" y="647"/>
                    <a:pt x="304" y="647"/>
                  </a:cubicBezTo>
                  <a:cubicBezTo>
                    <a:pt x="304" y="670"/>
                    <a:pt x="285" y="689"/>
                    <a:pt x="263" y="689"/>
                  </a:cubicBezTo>
                  <a:lnTo>
                    <a:pt x="41" y="689"/>
                  </a:lnTo>
                  <a:close/>
                  <a:moveTo>
                    <a:pt x="42" y="647"/>
                  </a:moveTo>
                  <a:cubicBezTo>
                    <a:pt x="262" y="647"/>
                    <a:pt x="262" y="647"/>
                    <a:pt x="262" y="647"/>
                  </a:cubicBezTo>
                  <a:cubicBezTo>
                    <a:pt x="262" y="41"/>
                    <a:pt x="262" y="41"/>
                    <a:pt x="262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6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0" name="Google Shape;728;p34"/>
            <p:cNvCxnSpPr/>
            <p:nvPr/>
          </p:nvCxnSpPr>
          <p:spPr>
            <a:xfrm>
              <a:off x="-612775" y="-87455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41" name="Google Shape;729;p34"/>
            <p:cNvCxnSpPr/>
            <p:nvPr/>
          </p:nvCxnSpPr>
          <p:spPr>
            <a:xfrm>
              <a:off x="-612775" y="-87455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42" name="Google Shape;730;p34"/>
            <p:cNvSpPr/>
            <p:nvPr/>
          </p:nvSpPr>
          <p:spPr>
            <a:xfrm>
              <a:off x="-633412" y="-9067800"/>
              <a:ext cx="41275" cy="320675"/>
            </a:xfrm>
            <a:custGeom>
              <a:avLst/>
              <a:gdLst/>
              <a:ahLst/>
              <a:cxnLst/>
              <a:rect l="l" t="t" r="r" b="b"/>
              <a:pathLst>
                <a:path w="41" h="321" extrusionOk="0">
                  <a:moveTo>
                    <a:pt x="20" y="321"/>
                  </a:moveTo>
                  <a:cubicBezTo>
                    <a:pt x="9" y="321"/>
                    <a:pt x="0" y="312"/>
                    <a:pt x="0" y="30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1" y="9"/>
                    <a:pt x="41" y="21"/>
                  </a:cubicBezTo>
                  <a:cubicBezTo>
                    <a:pt x="41" y="300"/>
                    <a:pt x="41" y="300"/>
                    <a:pt x="41" y="300"/>
                  </a:cubicBezTo>
                  <a:cubicBezTo>
                    <a:pt x="41" y="312"/>
                    <a:pt x="32" y="321"/>
                    <a:pt x="20" y="3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3" name="Google Shape;731;p34"/>
            <p:cNvCxnSpPr/>
            <p:nvPr/>
          </p:nvCxnSpPr>
          <p:spPr>
            <a:xfrm>
              <a:off x="-527050" y="-87455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44" name="Google Shape;732;p34"/>
            <p:cNvCxnSpPr/>
            <p:nvPr/>
          </p:nvCxnSpPr>
          <p:spPr>
            <a:xfrm>
              <a:off x="-527050" y="-87455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45" name="Google Shape;733;p34"/>
            <p:cNvSpPr/>
            <p:nvPr/>
          </p:nvSpPr>
          <p:spPr>
            <a:xfrm>
              <a:off x="-547687" y="-8994775"/>
              <a:ext cx="41275" cy="247650"/>
            </a:xfrm>
            <a:custGeom>
              <a:avLst/>
              <a:gdLst/>
              <a:ahLst/>
              <a:cxnLst/>
              <a:rect l="l" t="t" r="r" b="b"/>
              <a:pathLst>
                <a:path w="41" h="247" extrusionOk="0">
                  <a:moveTo>
                    <a:pt x="21" y="247"/>
                  </a:moveTo>
                  <a:cubicBezTo>
                    <a:pt x="9" y="247"/>
                    <a:pt x="0" y="238"/>
                    <a:pt x="0" y="22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1"/>
                  </a:cubicBezTo>
                  <a:cubicBezTo>
                    <a:pt x="41" y="226"/>
                    <a:pt x="41" y="226"/>
                    <a:pt x="41" y="226"/>
                  </a:cubicBezTo>
                  <a:cubicBezTo>
                    <a:pt x="41" y="238"/>
                    <a:pt x="32" y="247"/>
                    <a:pt x="21" y="2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" name="Google Shape;734;p34"/>
            <p:cNvSpPr/>
            <p:nvPr/>
          </p:nvSpPr>
          <p:spPr>
            <a:xfrm>
              <a:off x="-282575" y="-8418513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" h="190" extrusionOk="0">
                  <a:moveTo>
                    <a:pt x="95" y="190"/>
                  </a:moveTo>
                  <a:cubicBezTo>
                    <a:pt x="42" y="190"/>
                    <a:pt x="0" y="148"/>
                    <a:pt x="0" y="95"/>
                  </a:cubicBezTo>
                  <a:cubicBezTo>
                    <a:pt x="0" y="43"/>
                    <a:pt x="42" y="0"/>
                    <a:pt x="95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42" y="0"/>
                    <a:pt x="285" y="43"/>
                    <a:pt x="285" y="95"/>
                  </a:cubicBezTo>
                  <a:cubicBezTo>
                    <a:pt x="285" y="148"/>
                    <a:pt x="242" y="190"/>
                    <a:pt x="190" y="190"/>
                  </a:cubicBezTo>
                  <a:lnTo>
                    <a:pt x="95" y="190"/>
                  </a:lnTo>
                  <a:close/>
                  <a:moveTo>
                    <a:pt x="95" y="42"/>
                  </a:moveTo>
                  <a:cubicBezTo>
                    <a:pt x="65" y="42"/>
                    <a:pt x="41" y="66"/>
                    <a:pt x="41" y="95"/>
                  </a:cubicBezTo>
                  <a:cubicBezTo>
                    <a:pt x="41" y="125"/>
                    <a:pt x="65" y="148"/>
                    <a:pt x="95" y="148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19" y="148"/>
                    <a:pt x="243" y="125"/>
                    <a:pt x="243" y="95"/>
                  </a:cubicBezTo>
                  <a:cubicBezTo>
                    <a:pt x="243" y="66"/>
                    <a:pt x="219" y="42"/>
                    <a:pt x="190" y="42"/>
                  </a:cubicBezTo>
                  <a:lnTo>
                    <a:pt x="95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" name="Google Shape;735;p34"/>
            <p:cNvSpPr/>
            <p:nvPr/>
          </p:nvSpPr>
          <p:spPr>
            <a:xfrm>
              <a:off x="-292100" y="-9248775"/>
              <a:ext cx="303213" cy="690563"/>
            </a:xfrm>
            <a:custGeom>
              <a:avLst/>
              <a:gdLst/>
              <a:ahLst/>
              <a:cxnLst/>
              <a:rect l="l" t="t" r="r" b="b"/>
              <a:pathLst>
                <a:path w="303" h="689" extrusionOk="0">
                  <a:moveTo>
                    <a:pt x="41" y="689"/>
                  </a:moveTo>
                  <a:cubicBezTo>
                    <a:pt x="18" y="689"/>
                    <a:pt x="0" y="670"/>
                    <a:pt x="0" y="647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18" y="0"/>
                    <a:pt x="41" y="0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85" y="0"/>
                    <a:pt x="303" y="18"/>
                    <a:pt x="303" y="41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3" y="670"/>
                    <a:pt x="285" y="689"/>
                    <a:pt x="262" y="689"/>
                  </a:cubicBezTo>
                  <a:lnTo>
                    <a:pt x="41" y="689"/>
                  </a:lnTo>
                  <a:close/>
                  <a:moveTo>
                    <a:pt x="41" y="647"/>
                  </a:moveTo>
                  <a:cubicBezTo>
                    <a:pt x="261" y="647"/>
                    <a:pt x="261" y="647"/>
                    <a:pt x="261" y="647"/>
                  </a:cubicBezTo>
                  <a:cubicBezTo>
                    <a:pt x="261" y="41"/>
                    <a:pt x="261" y="41"/>
                    <a:pt x="261" y="41"/>
                  </a:cubicBezTo>
                  <a:cubicBezTo>
                    <a:pt x="41" y="41"/>
                    <a:pt x="41" y="41"/>
                    <a:pt x="41" y="41"/>
                  </a:cubicBezTo>
                  <a:lnTo>
                    <a:pt x="41" y="6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8" name="Google Shape;736;p34"/>
            <p:cNvCxnSpPr/>
            <p:nvPr/>
          </p:nvCxnSpPr>
          <p:spPr>
            <a:xfrm>
              <a:off x="-182562" y="-87455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49" name="Google Shape;737;p34"/>
            <p:cNvCxnSpPr/>
            <p:nvPr/>
          </p:nvCxnSpPr>
          <p:spPr>
            <a:xfrm>
              <a:off x="-182562" y="-87455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50" name="Google Shape;738;p34"/>
            <p:cNvSpPr/>
            <p:nvPr/>
          </p:nvSpPr>
          <p:spPr>
            <a:xfrm>
              <a:off x="-203200" y="-9067800"/>
              <a:ext cx="41275" cy="320675"/>
            </a:xfrm>
            <a:custGeom>
              <a:avLst/>
              <a:gdLst/>
              <a:ahLst/>
              <a:cxnLst/>
              <a:rect l="l" t="t" r="r" b="b"/>
              <a:pathLst>
                <a:path w="42" h="321" extrusionOk="0">
                  <a:moveTo>
                    <a:pt x="21" y="321"/>
                  </a:moveTo>
                  <a:cubicBezTo>
                    <a:pt x="9" y="321"/>
                    <a:pt x="0" y="312"/>
                    <a:pt x="0" y="30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2" y="9"/>
                    <a:pt x="42" y="21"/>
                  </a:cubicBezTo>
                  <a:cubicBezTo>
                    <a:pt x="42" y="300"/>
                    <a:pt x="42" y="300"/>
                    <a:pt x="42" y="300"/>
                  </a:cubicBezTo>
                  <a:cubicBezTo>
                    <a:pt x="42" y="312"/>
                    <a:pt x="32" y="321"/>
                    <a:pt x="21" y="3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1" name="Google Shape;739;p34"/>
            <p:cNvCxnSpPr/>
            <p:nvPr/>
          </p:nvCxnSpPr>
          <p:spPr>
            <a:xfrm>
              <a:off x="-98425" y="-87455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52" name="Google Shape;740;p34"/>
            <p:cNvCxnSpPr/>
            <p:nvPr/>
          </p:nvCxnSpPr>
          <p:spPr>
            <a:xfrm>
              <a:off x="-98425" y="-87455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53" name="Google Shape;741;p34"/>
            <p:cNvSpPr/>
            <p:nvPr/>
          </p:nvSpPr>
          <p:spPr>
            <a:xfrm>
              <a:off x="-119062" y="-9067800"/>
              <a:ext cx="42863" cy="320675"/>
            </a:xfrm>
            <a:custGeom>
              <a:avLst/>
              <a:gdLst/>
              <a:ahLst/>
              <a:cxnLst/>
              <a:rect l="l" t="t" r="r" b="b"/>
              <a:pathLst>
                <a:path w="42" h="321" extrusionOk="0">
                  <a:moveTo>
                    <a:pt x="21" y="321"/>
                  </a:moveTo>
                  <a:cubicBezTo>
                    <a:pt x="9" y="321"/>
                    <a:pt x="0" y="312"/>
                    <a:pt x="0" y="30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2" y="9"/>
                    <a:pt x="42" y="21"/>
                  </a:cubicBezTo>
                  <a:cubicBezTo>
                    <a:pt x="42" y="300"/>
                    <a:pt x="42" y="300"/>
                    <a:pt x="42" y="300"/>
                  </a:cubicBezTo>
                  <a:cubicBezTo>
                    <a:pt x="42" y="312"/>
                    <a:pt x="32" y="321"/>
                    <a:pt x="21" y="3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" name="Google Shape;742;p34"/>
            <p:cNvSpPr/>
            <p:nvPr/>
          </p:nvSpPr>
          <p:spPr>
            <a:xfrm>
              <a:off x="-806450" y="-9453563"/>
              <a:ext cx="1536700" cy="1387475"/>
            </a:xfrm>
            <a:custGeom>
              <a:avLst/>
              <a:gdLst/>
              <a:ahLst/>
              <a:cxnLst/>
              <a:rect l="l" t="t" r="r" b="b"/>
              <a:pathLst>
                <a:path w="1535" h="1386" extrusionOk="0">
                  <a:moveTo>
                    <a:pt x="1124" y="1386"/>
                  </a:moveTo>
                  <a:cubicBezTo>
                    <a:pt x="1112" y="1386"/>
                    <a:pt x="1101" y="1382"/>
                    <a:pt x="1091" y="1375"/>
                  </a:cubicBezTo>
                  <a:cubicBezTo>
                    <a:pt x="1079" y="1367"/>
                    <a:pt x="1070" y="1354"/>
                    <a:pt x="1068" y="1338"/>
                  </a:cubicBezTo>
                  <a:cubicBezTo>
                    <a:pt x="904" y="386"/>
                    <a:pt x="904" y="386"/>
                    <a:pt x="904" y="386"/>
                  </a:cubicBezTo>
                  <a:cubicBezTo>
                    <a:pt x="901" y="386"/>
                    <a:pt x="901" y="386"/>
                    <a:pt x="901" y="386"/>
                  </a:cubicBezTo>
                  <a:cubicBezTo>
                    <a:pt x="901" y="1327"/>
                    <a:pt x="901" y="1327"/>
                    <a:pt x="901" y="1327"/>
                  </a:cubicBezTo>
                  <a:cubicBezTo>
                    <a:pt x="901" y="1358"/>
                    <a:pt x="875" y="1384"/>
                    <a:pt x="844" y="1384"/>
                  </a:cubicBezTo>
                  <a:cubicBezTo>
                    <a:pt x="487" y="1384"/>
                    <a:pt x="487" y="1384"/>
                    <a:pt x="487" y="1384"/>
                  </a:cubicBezTo>
                  <a:cubicBezTo>
                    <a:pt x="474" y="1384"/>
                    <a:pt x="462" y="1380"/>
                    <a:pt x="452" y="1372"/>
                  </a:cubicBezTo>
                  <a:cubicBezTo>
                    <a:pt x="451" y="1371"/>
                    <a:pt x="451" y="1371"/>
                    <a:pt x="451" y="1371"/>
                  </a:cubicBezTo>
                  <a:cubicBezTo>
                    <a:pt x="450" y="1372"/>
                    <a:pt x="450" y="1372"/>
                    <a:pt x="450" y="1372"/>
                  </a:cubicBezTo>
                  <a:cubicBezTo>
                    <a:pt x="439" y="1380"/>
                    <a:pt x="427" y="1384"/>
                    <a:pt x="415" y="1384"/>
                  </a:cubicBezTo>
                  <a:cubicBezTo>
                    <a:pt x="57" y="1384"/>
                    <a:pt x="57" y="1384"/>
                    <a:pt x="57" y="1384"/>
                  </a:cubicBezTo>
                  <a:cubicBezTo>
                    <a:pt x="26" y="1384"/>
                    <a:pt x="0" y="1358"/>
                    <a:pt x="0" y="132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66"/>
                    <a:pt x="26" y="40"/>
                    <a:pt x="57" y="4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31" y="40"/>
                    <a:pt x="141" y="50"/>
                    <a:pt x="141" y="61"/>
                  </a:cubicBezTo>
                  <a:cubicBezTo>
                    <a:pt x="141" y="73"/>
                    <a:pt x="131" y="82"/>
                    <a:pt x="120" y="82"/>
                  </a:cubicBezTo>
                  <a:cubicBezTo>
                    <a:pt x="57" y="82"/>
                    <a:pt x="57" y="82"/>
                    <a:pt x="57" y="82"/>
                  </a:cubicBezTo>
                  <a:cubicBezTo>
                    <a:pt x="49" y="82"/>
                    <a:pt x="42" y="89"/>
                    <a:pt x="42" y="97"/>
                  </a:cubicBezTo>
                  <a:cubicBezTo>
                    <a:pt x="42" y="1327"/>
                    <a:pt x="42" y="1327"/>
                    <a:pt x="42" y="1327"/>
                  </a:cubicBezTo>
                  <a:cubicBezTo>
                    <a:pt x="42" y="1335"/>
                    <a:pt x="49" y="1342"/>
                    <a:pt x="57" y="1342"/>
                  </a:cubicBezTo>
                  <a:cubicBezTo>
                    <a:pt x="415" y="1342"/>
                    <a:pt x="415" y="1342"/>
                    <a:pt x="415" y="1342"/>
                  </a:cubicBezTo>
                  <a:cubicBezTo>
                    <a:pt x="423" y="1342"/>
                    <a:pt x="429" y="1336"/>
                    <a:pt x="430" y="1328"/>
                  </a:cubicBezTo>
                  <a:cubicBezTo>
                    <a:pt x="430" y="1327"/>
                    <a:pt x="430" y="1327"/>
                    <a:pt x="430" y="1327"/>
                  </a:cubicBezTo>
                  <a:cubicBezTo>
                    <a:pt x="430" y="1239"/>
                    <a:pt x="430" y="1239"/>
                    <a:pt x="430" y="1239"/>
                  </a:cubicBezTo>
                  <a:cubicBezTo>
                    <a:pt x="430" y="1227"/>
                    <a:pt x="439" y="1218"/>
                    <a:pt x="451" y="1218"/>
                  </a:cubicBezTo>
                  <a:cubicBezTo>
                    <a:pt x="462" y="1218"/>
                    <a:pt x="472" y="1227"/>
                    <a:pt x="472" y="1239"/>
                  </a:cubicBezTo>
                  <a:cubicBezTo>
                    <a:pt x="472" y="1324"/>
                    <a:pt x="472" y="1324"/>
                    <a:pt x="472" y="1324"/>
                  </a:cubicBezTo>
                  <a:cubicBezTo>
                    <a:pt x="472" y="1325"/>
                    <a:pt x="472" y="1326"/>
                    <a:pt x="472" y="1327"/>
                  </a:cubicBezTo>
                  <a:cubicBezTo>
                    <a:pt x="472" y="1327"/>
                    <a:pt x="472" y="1327"/>
                    <a:pt x="472" y="1328"/>
                  </a:cubicBezTo>
                  <a:cubicBezTo>
                    <a:pt x="472" y="1336"/>
                    <a:pt x="479" y="1342"/>
                    <a:pt x="487" y="1342"/>
                  </a:cubicBezTo>
                  <a:cubicBezTo>
                    <a:pt x="844" y="1342"/>
                    <a:pt x="844" y="1342"/>
                    <a:pt x="844" y="1342"/>
                  </a:cubicBezTo>
                  <a:cubicBezTo>
                    <a:pt x="852" y="1342"/>
                    <a:pt x="859" y="1335"/>
                    <a:pt x="859" y="1327"/>
                  </a:cubicBezTo>
                  <a:cubicBezTo>
                    <a:pt x="859" y="97"/>
                    <a:pt x="859" y="97"/>
                    <a:pt x="859" y="97"/>
                  </a:cubicBezTo>
                  <a:cubicBezTo>
                    <a:pt x="859" y="89"/>
                    <a:pt x="852" y="82"/>
                    <a:pt x="844" y="82"/>
                  </a:cubicBezTo>
                  <a:cubicBezTo>
                    <a:pt x="487" y="82"/>
                    <a:pt x="487" y="82"/>
                    <a:pt x="487" y="82"/>
                  </a:cubicBezTo>
                  <a:cubicBezTo>
                    <a:pt x="478" y="82"/>
                    <a:pt x="472" y="89"/>
                    <a:pt x="472" y="97"/>
                  </a:cubicBezTo>
                  <a:cubicBezTo>
                    <a:pt x="472" y="1136"/>
                    <a:pt x="472" y="1136"/>
                    <a:pt x="472" y="1136"/>
                  </a:cubicBezTo>
                  <a:cubicBezTo>
                    <a:pt x="472" y="1147"/>
                    <a:pt x="462" y="1157"/>
                    <a:pt x="451" y="1157"/>
                  </a:cubicBezTo>
                  <a:cubicBezTo>
                    <a:pt x="439" y="1157"/>
                    <a:pt x="430" y="1147"/>
                    <a:pt x="430" y="1136"/>
                  </a:cubicBezTo>
                  <a:cubicBezTo>
                    <a:pt x="430" y="97"/>
                    <a:pt x="430" y="97"/>
                    <a:pt x="430" y="97"/>
                  </a:cubicBezTo>
                  <a:cubicBezTo>
                    <a:pt x="430" y="96"/>
                    <a:pt x="430" y="96"/>
                    <a:pt x="430" y="96"/>
                  </a:cubicBezTo>
                  <a:cubicBezTo>
                    <a:pt x="429" y="88"/>
                    <a:pt x="423" y="82"/>
                    <a:pt x="415" y="82"/>
                  </a:cubicBezTo>
                  <a:cubicBezTo>
                    <a:pt x="224" y="82"/>
                    <a:pt x="224" y="82"/>
                    <a:pt x="224" y="82"/>
                  </a:cubicBezTo>
                  <a:cubicBezTo>
                    <a:pt x="213" y="82"/>
                    <a:pt x="204" y="73"/>
                    <a:pt x="204" y="61"/>
                  </a:cubicBezTo>
                  <a:cubicBezTo>
                    <a:pt x="204" y="50"/>
                    <a:pt x="213" y="40"/>
                    <a:pt x="224" y="40"/>
                  </a:cubicBezTo>
                  <a:cubicBezTo>
                    <a:pt x="415" y="40"/>
                    <a:pt x="415" y="40"/>
                    <a:pt x="415" y="40"/>
                  </a:cubicBezTo>
                  <a:cubicBezTo>
                    <a:pt x="427" y="40"/>
                    <a:pt x="439" y="44"/>
                    <a:pt x="450" y="52"/>
                  </a:cubicBezTo>
                  <a:cubicBezTo>
                    <a:pt x="451" y="53"/>
                    <a:pt x="451" y="53"/>
                    <a:pt x="451" y="53"/>
                  </a:cubicBezTo>
                  <a:cubicBezTo>
                    <a:pt x="452" y="52"/>
                    <a:pt x="452" y="52"/>
                    <a:pt x="452" y="52"/>
                  </a:cubicBezTo>
                  <a:cubicBezTo>
                    <a:pt x="462" y="44"/>
                    <a:pt x="474" y="40"/>
                    <a:pt x="487" y="40"/>
                  </a:cubicBezTo>
                  <a:cubicBezTo>
                    <a:pt x="844" y="40"/>
                    <a:pt x="844" y="40"/>
                    <a:pt x="844" y="40"/>
                  </a:cubicBezTo>
                  <a:cubicBezTo>
                    <a:pt x="862" y="40"/>
                    <a:pt x="880" y="49"/>
                    <a:pt x="891" y="64"/>
                  </a:cubicBezTo>
                  <a:cubicBezTo>
                    <a:pt x="891" y="66"/>
                    <a:pt x="891" y="66"/>
                    <a:pt x="891" y="66"/>
                  </a:cubicBezTo>
                  <a:cubicBezTo>
                    <a:pt x="893" y="65"/>
                    <a:pt x="893" y="65"/>
                    <a:pt x="893" y="65"/>
                  </a:cubicBezTo>
                  <a:cubicBezTo>
                    <a:pt x="897" y="63"/>
                    <a:pt x="902" y="62"/>
                    <a:pt x="907" y="61"/>
                  </a:cubicBezTo>
                  <a:cubicBezTo>
                    <a:pt x="1259" y="0"/>
                    <a:pt x="1259" y="0"/>
                    <a:pt x="1259" y="0"/>
                  </a:cubicBezTo>
                  <a:cubicBezTo>
                    <a:pt x="1262" y="0"/>
                    <a:pt x="1265" y="0"/>
                    <a:pt x="1268" y="0"/>
                  </a:cubicBezTo>
                  <a:cubicBezTo>
                    <a:pt x="1296" y="0"/>
                    <a:pt x="1320" y="20"/>
                    <a:pt x="1324" y="47"/>
                  </a:cubicBezTo>
                  <a:cubicBezTo>
                    <a:pt x="1532" y="1259"/>
                    <a:pt x="1532" y="1259"/>
                    <a:pt x="1532" y="1259"/>
                  </a:cubicBezTo>
                  <a:cubicBezTo>
                    <a:pt x="1535" y="1274"/>
                    <a:pt x="1531" y="1289"/>
                    <a:pt x="1522" y="1301"/>
                  </a:cubicBezTo>
                  <a:cubicBezTo>
                    <a:pt x="1514" y="1314"/>
                    <a:pt x="1501" y="1322"/>
                    <a:pt x="1486" y="1325"/>
                  </a:cubicBezTo>
                  <a:cubicBezTo>
                    <a:pt x="1134" y="1385"/>
                    <a:pt x="1134" y="1385"/>
                    <a:pt x="1134" y="1385"/>
                  </a:cubicBezTo>
                  <a:cubicBezTo>
                    <a:pt x="1130" y="1386"/>
                    <a:pt x="1127" y="1386"/>
                    <a:pt x="1124" y="1386"/>
                  </a:cubicBezTo>
                  <a:close/>
                  <a:moveTo>
                    <a:pt x="1268" y="41"/>
                  </a:moveTo>
                  <a:cubicBezTo>
                    <a:pt x="1267" y="41"/>
                    <a:pt x="1266" y="42"/>
                    <a:pt x="1266" y="42"/>
                  </a:cubicBezTo>
                  <a:cubicBezTo>
                    <a:pt x="914" y="102"/>
                    <a:pt x="914" y="102"/>
                    <a:pt x="914" y="102"/>
                  </a:cubicBezTo>
                  <a:cubicBezTo>
                    <a:pt x="909" y="103"/>
                    <a:pt x="904" y="106"/>
                    <a:pt x="902" y="111"/>
                  </a:cubicBezTo>
                  <a:cubicBezTo>
                    <a:pt x="901" y="114"/>
                    <a:pt x="901" y="117"/>
                    <a:pt x="901" y="120"/>
                  </a:cubicBezTo>
                  <a:cubicBezTo>
                    <a:pt x="1109" y="1331"/>
                    <a:pt x="1109" y="1331"/>
                    <a:pt x="1109" y="1331"/>
                  </a:cubicBezTo>
                  <a:cubicBezTo>
                    <a:pt x="1110" y="1335"/>
                    <a:pt x="1112" y="1339"/>
                    <a:pt x="1115" y="1341"/>
                  </a:cubicBezTo>
                  <a:cubicBezTo>
                    <a:pt x="1118" y="1343"/>
                    <a:pt x="1121" y="1344"/>
                    <a:pt x="1124" y="1344"/>
                  </a:cubicBezTo>
                  <a:cubicBezTo>
                    <a:pt x="1125" y="1344"/>
                    <a:pt x="1126" y="1344"/>
                    <a:pt x="1127" y="1344"/>
                  </a:cubicBezTo>
                  <a:cubicBezTo>
                    <a:pt x="1478" y="1284"/>
                    <a:pt x="1478" y="1284"/>
                    <a:pt x="1478" y="1284"/>
                  </a:cubicBezTo>
                  <a:cubicBezTo>
                    <a:pt x="1482" y="1283"/>
                    <a:pt x="1486" y="1281"/>
                    <a:pt x="1488" y="1277"/>
                  </a:cubicBezTo>
                  <a:cubicBezTo>
                    <a:pt x="1491" y="1274"/>
                    <a:pt x="1492" y="1270"/>
                    <a:pt x="1491" y="1266"/>
                  </a:cubicBezTo>
                  <a:cubicBezTo>
                    <a:pt x="1283" y="54"/>
                    <a:pt x="1283" y="54"/>
                    <a:pt x="1283" y="54"/>
                  </a:cubicBezTo>
                  <a:cubicBezTo>
                    <a:pt x="1282" y="47"/>
                    <a:pt x="1276" y="41"/>
                    <a:pt x="1268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" name="Google Shape;743;p34"/>
            <p:cNvSpPr/>
            <p:nvPr/>
          </p:nvSpPr>
          <p:spPr>
            <a:xfrm>
              <a:off x="317500" y="-8450263"/>
              <a:ext cx="288925" cy="206375"/>
            </a:xfrm>
            <a:custGeom>
              <a:avLst/>
              <a:gdLst/>
              <a:ahLst/>
              <a:cxnLst/>
              <a:rect l="l" t="t" r="r" b="b"/>
              <a:pathLst>
                <a:path w="290" h="206" extrusionOk="0">
                  <a:moveTo>
                    <a:pt x="98" y="206"/>
                  </a:moveTo>
                  <a:cubicBezTo>
                    <a:pt x="78" y="206"/>
                    <a:pt x="59" y="200"/>
                    <a:pt x="43" y="189"/>
                  </a:cubicBezTo>
                  <a:cubicBezTo>
                    <a:pt x="22" y="174"/>
                    <a:pt x="8" y="152"/>
                    <a:pt x="4" y="127"/>
                  </a:cubicBezTo>
                  <a:cubicBezTo>
                    <a:pt x="0" y="102"/>
                    <a:pt x="5" y="77"/>
                    <a:pt x="20" y="56"/>
                  </a:cubicBezTo>
                  <a:cubicBezTo>
                    <a:pt x="35" y="35"/>
                    <a:pt x="57" y="21"/>
                    <a:pt x="82" y="17"/>
                  </a:cubicBezTo>
                  <a:cubicBezTo>
                    <a:pt x="175" y="1"/>
                    <a:pt x="175" y="1"/>
                    <a:pt x="175" y="1"/>
                  </a:cubicBezTo>
                  <a:cubicBezTo>
                    <a:pt x="181" y="0"/>
                    <a:pt x="186" y="0"/>
                    <a:pt x="192" y="0"/>
                  </a:cubicBezTo>
                  <a:cubicBezTo>
                    <a:pt x="238" y="0"/>
                    <a:pt x="278" y="33"/>
                    <a:pt x="285" y="79"/>
                  </a:cubicBezTo>
                  <a:cubicBezTo>
                    <a:pt x="290" y="104"/>
                    <a:pt x="284" y="129"/>
                    <a:pt x="269" y="150"/>
                  </a:cubicBezTo>
                  <a:cubicBezTo>
                    <a:pt x="255" y="171"/>
                    <a:pt x="233" y="184"/>
                    <a:pt x="208" y="189"/>
                  </a:cubicBezTo>
                  <a:cubicBezTo>
                    <a:pt x="114" y="205"/>
                    <a:pt x="114" y="205"/>
                    <a:pt x="114" y="205"/>
                  </a:cubicBezTo>
                  <a:cubicBezTo>
                    <a:pt x="109" y="206"/>
                    <a:pt x="103" y="206"/>
                    <a:pt x="98" y="206"/>
                  </a:cubicBezTo>
                  <a:close/>
                  <a:moveTo>
                    <a:pt x="192" y="41"/>
                  </a:moveTo>
                  <a:cubicBezTo>
                    <a:pt x="189" y="41"/>
                    <a:pt x="185" y="42"/>
                    <a:pt x="182" y="42"/>
                  </a:cubicBezTo>
                  <a:cubicBezTo>
                    <a:pt x="89" y="58"/>
                    <a:pt x="89" y="58"/>
                    <a:pt x="89" y="58"/>
                  </a:cubicBezTo>
                  <a:cubicBezTo>
                    <a:pt x="75" y="61"/>
                    <a:pt x="62" y="68"/>
                    <a:pt x="54" y="80"/>
                  </a:cubicBezTo>
                  <a:cubicBezTo>
                    <a:pt x="46" y="92"/>
                    <a:pt x="43" y="106"/>
                    <a:pt x="45" y="120"/>
                  </a:cubicBezTo>
                  <a:cubicBezTo>
                    <a:pt x="48" y="134"/>
                    <a:pt x="55" y="146"/>
                    <a:pt x="67" y="154"/>
                  </a:cubicBezTo>
                  <a:cubicBezTo>
                    <a:pt x="76" y="161"/>
                    <a:pt x="87" y="164"/>
                    <a:pt x="98" y="164"/>
                  </a:cubicBezTo>
                  <a:cubicBezTo>
                    <a:pt x="101" y="164"/>
                    <a:pt x="104" y="164"/>
                    <a:pt x="107" y="164"/>
                  </a:cubicBezTo>
                  <a:cubicBezTo>
                    <a:pt x="201" y="147"/>
                    <a:pt x="201" y="147"/>
                    <a:pt x="201" y="147"/>
                  </a:cubicBezTo>
                  <a:cubicBezTo>
                    <a:pt x="215" y="145"/>
                    <a:pt x="227" y="137"/>
                    <a:pt x="235" y="126"/>
                  </a:cubicBezTo>
                  <a:cubicBezTo>
                    <a:pt x="243" y="114"/>
                    <a:pt x="247" y="100"/>
                    <a:pt x="244" y="86"/>
                  </a:cubicBezTo>
                  <a:cubicBezTo>
                    <a:pt x="240" y="60"/>
                    <a:pt x="218" y="41"/>
                    <a:pt x="192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" name="Google Shape;744;p34"/>
            <p:cNvSpPr/>
            <p:nvPr/>
          </p:nvSpPr>
          <p:spPr>
            <a:xfrm>
              <a:off x="158750" y="-9280525"/>
              <a:ext cx="407988" cy="719138"/>
            </a:xfrm>
            <a:custGeom>
              <a:avLst/>
              <a:gdLst/>
              <a:ahLst/>
              <a:cxnLst/>
              <a:rect l="l" t="t" r="r" b="b"/>
              <a:pathLst>
                <a:path w="407" h="718" extrusionOk="0">
                  <a:moveTo>
                    <a:pt x="147" y="718"/>
                  </a:moveTo>
                  <a:cubicBezTo>
                    <a:pt x="138" y="718"/>
                    <a:pt x="130" y="716"/>
                    <a:pt x="123" y="711"/>
                  </a:cubicBezTo>
                  <a:cubicBezTo>
                    <a:pt x="114" y="704"/>
                    <a:pt x="108" y="695"/>
                    <a:pt x="106" y="684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0" y="64"/>
                    <a:pt x="15" y="42"/>
                    <a:pt x="37" y="38"/>
                  </a:cubicBezTo>
                  <a:cubicBezTo>
                    <a:pt x="255" y="1"/>
                    <a:pt x="255" y="1"/>
                    <a:pt x="255" y="1"/>
                  </a:cubicBezTo>
                  <a:cubicBezTo>
                    <a:pt x="258" y="1"/>
                    <a:pt x="260" y="0"/>
                    <a:pt x="262" y="0"/>
                  </a:cubicBezTo>
                  <a:cubicBezTo>
                    <a:pt x="271" y="0"/>
                    <a:pt x="279" y="3"/>
                    <a:pt x="286" y="8"/>
                  </a:cubicBezTo>
                  <a:cubicBezTo>
                    <a:pt x="295" y="14"/>
                    <a:pt x="301" y="24"/>
                    <a:pt x="303" y="35"/>
                  </a:cubicBezTo>
                  <a:cubicBezTo>
                    <a:pt x="405" y="633"/>
                    <a:pt x="405" y="633"/>
                    <a:pt x="405" y="633"/>
                  </a:cubicBezTo>
                  <a:cubicBezTo>
                    <a:pt x="407" y="643"/>
                    <a:pt x="405" y="654"/>
                    <a:pt x="398" y="663"/>
                  </a:cubicBezTo>
                  <a:cubicBezTo>
                    <a:pt x="392" y="672"/>
                    <a:pt x="383" y="678"/>
                    <a:pt x="372" y="680"/>
                  </a:cubicBezTo>
                  <a:cubicBezTo>
                    <a:pt x="283" y="695"/>
                    <a:pt x="283" y="695"/>
                    <a:pt x="283" y="695"/>
                  </a:cubicBezTo>
                  <a:cubicBezTo>
                    <a:pt x="281" y="696"/>
                    <a:pt x="280" y="696"/>
                    <a:pt x="279" y="696"/>
                  </a:cubicBezTo>
                  <a:cubicBezTo>
                    <a:pt x="269" y="696"/>
                    <a:pt x="260" y="688"/>
                    <a:pt x="258" y="678"/>
                  </a:cubicBezTo>
                  <a:cubicBezTo>
                    <a:pt x="257" y="673"/>
                    <a:pt x="259" y="667"/>
                    <a:pt x="262" y="663"/>
                  </a:cubicBezTo>
                  <a:cubicBezTo>
                    <a:pt x="265" y="658"/>
                    <a:pt x="270" y="655"/>
                    <a:pt x="275" y="654"/>
                  </a:cubicBezTo>
                  <a:cubicBezTo>
                    <a:pt x="364" y="639"/>
                    <a:pt x="364" y="639"/>
                    <a:pt x="364" y="639"/>
                  </a:cubicBezTo>
                  <a:cubicBezTo>
                    <a:pt x="262" y="42"/>
                    <a:pt x="262" y="42"/>
                    <a:pt x="262" y="42"/>
                  </a:cubicBezTo>
                  <a:cubicBezTo>
                    <a:pt x="45" y="79"/>
                    <a:pt x="45" y="79"/>
                    <a:pt x="45" y="79"/>
                  </a:cubicBezTo>
                  <a:cubicBezTo>
                    <a:pt x="147" y="676"/>
                    <a:pt x="147" y="676"/>
                    <a:pt x="147" y="676"/>
                  </a:cubicBezTo>
                  <a:cubicBezTo>
                    <a:pt x="172" y="672"/>
                    <a:pt x="172" y="672"/>
                    <a:pt x="172" y="672"/>
                  </a:cubicBezTo>
                  <a:cubicBezTo>
                    <a:pt x="173" y="672"/>
                    <a:pt x="174" y="672"/>
                    <a:pt x="176" y="672"/>
                  </a:cubicBezTo>
                  <a:cubicBezTo>
                    <a:pt x="186" y="672"/>
                    <a:pt x="194" y="679"/>
                    <a:pt x="196" y="689"/>
                  </a:cubicBezTo>
                  <a:cubicBezTo>
                    <a:pt x="198" y="700"/>
                    <a:pt x="190" y="711"/>
                    <a:pt x="179" y="713"/>
                  </a:cubicBezTo>
                  <a:cubicBezTo>
                    <a:pt x="154" y="718"/>
                    <a:pt x="154" y="718"/>
                    <a:pt x="154" y="718"/>
                  </a:cubicBezTo>
                  <a:cubicBezTo>
                    <a:pt x="151" y="718"/>
                    <a:pt x="149" y="718"/>
                    <a:pt x="147" y="7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7" name="Google Shape;745;p34"/>
            <p:cNvCxnSpPr/>
            <p:nvPr/>
          </p:nvCxnSpPr>
          <p:spPr>
            <a:xfrm>
              <a:off x="293688" y="-907732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58" name="Google Shape;746;p34"/>
            <p:cNvCxnSpPr/>
            <p:nvPr/>
          </p:nvCxnSpPr>
          <p:spPr>
            <a:xfrm>
              <a:off x="293688" y="-907732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59" name="Google Shape;747;p34"/>
            <p:cNvSpPr/>
            <p:nvPr/>
          </p:nvSpPr>
          <p:spPr>
            <a:xfrm>
              <a:off x="276225" y="-9077325"/>
              <a:ext cx="90488" cy="319088"/>
            </a:xfrm>
            <a:custGeom>
              <a:avLst/>
              <a:gdLst/>
              <a:ahLst/>
              <a:cxnLst/>
              <a:rect l="l" t="t" r="r" b="b"/>
              <a:pathLst>
                <a:path w="91" h="318" extrusionOk="0">
                  <a:moveTo>
                    <a:pt x="69" y="318"/>
                  </a:moveTo>
                  <a:cubicBezTo>
                    <a:pt x="58" y="318"/>
                    <a:pt x="50" y="310"/>
                    <a:pt x="48" y="300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0" y="19"/>
                    <a:pt x="1" y="14"/>
                    <a:pt x="4" y="9"/>
                  </a:cubicBezTo>
                  <a:cubicBezTo>
                    <a:pt x="7" y="5"/>
                    <a:pt x="12" y="2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32" y="0"/>
                    <a:pt x="40" y="8"/>
                    <a:pt x="42" y="18"/>
                  </a:cubicBezTo>
                  <a:cubicBezTo>
                    <a:pt x="89" y="293"/>
                    <a:pt x="89" y="293"/>
                    <a:pt x="89" y="293"/>
                  </a:cubicBezTo>
                  <a:cubicBezTo>
                    <a:pt x="91" y="305"/>
                    <a:pt x="83" y="315"/>
                    <a:pt x="72" y="317"/>
                  </a:cubicBezTo>
                  <a:cubicBezTo>
                    <a:pt x="71" y="318"/>
                    <a:pt x="70" y="318"/>
                    <a:pt x="69" y="3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60" name="Google Shape;748;p34"/>
            <p:cNvCxnSpPr/>
            <p:nvPr/>
          </p:nvCxnSpPr>
          <p:spPr>
            <a:xfrm>
              <a:off x="428625" y="-87709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61" name="Google Shape;749;p34"/>
            <p:cNvCxnSpPr/>
            <p:nvPr/>
          </p:nvCxnSpPr>
          <p:spPr>
            <a:xfrm>
              <a:off x="428625" y="-87709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62" name="Google Shape;750;p34"/>
            <p:cNvSpPr/>
            <p:nvPr/>
          </p:nvSpPr>
          <p:spPr>
            <a:xfrm>
              <a:off x="358775" y="-9090025"/>
              <a:ext cx="92075" cy="317500"/>
            </a:xfrm>
            <a:custGeom>
              <a:avLst/>
              <a:gdLst/>
              <a:ahLst/>
              <a:cxnLst/>
              <a:rect l="l" t="t" r="r" b="b"/>
              <a:pathLst>
                <a:path w="92" h="317" extrusionOk="0">
                  <a:moveTo>
                    <a:pt x="69" y="317"/>
                  </a:moveTo>
                  <a:cubicBezTo>
                    <a:pt x="59" y="317"/>
                    <a:pt x="51" y="310"/>
                    <a:pt x="49" y="300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0" y="13"/>
                    <a:pt x="7" y="2"/>
                    <a:pt x="19" y="0"/>
                  </a:cubicBezTo>
                  <a:cubicBezTo>
                    <a:pt x="20" y="0"/>
                    <a:pt x="21" y="0"/>
                    <a:pt x="22" y="0"/>
                  </a:cubicBezTo>
                  <a:cubicBezTo>
                    <a:pt x="33" y="0"/>
                    <a:pt x="41" y="7"/>
                    <a:pt x="43" y="17"/>
                  </a:cubicBezTo>
                  <a:cubicBezTo>
                    <a:pt x="90" y="293"/>
                    <a:pt x="90" y="293"/>
                    <a:pt x="90" y="293"/>
                  </a:cubicBezTo>
                  <a:cubicBezTo>
                    <a:pt x="92" y="304"/>
                    <a:pt x="84" y="315"/>
                    <a:pt x="73" y="317"/>
                  </a:cubicBezTo>
                  <a:cubicBezTo>
                    <a:pt x="72" y="317"/>
                    <a:pt x="71" y="317"/>
                    <a:pt x="69" y="3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3" name="Google Shape;751;p34"/>
          <p:cNvGrpSpPr/>
          <p:nvPr/>
        </p:nvGrpSpPr>
        <p:grpSpPr>
          <a:xfrm flipH="1">
            <a:off x="1367932" y="5074681"/>
            <a:ext cx="515758" cy="462000"/>
            <a:chOff x="-858837" y="-3890963"/>
            <a:chExt cx="1538287" cy="1377950"/>
          </a:xfrm>
          <a:solidFill>
            <a:schemeClr val="bg1">
              <a:lumMod val="75000"/>
            </a:schemeClr>
          </a:solidFill>
        </p:grpSpPr>
        <p:sp>
          <p:nvSpPr>
            <p:cNvPr id="64" name="Google Shape;752;p34"/>
            <p:cNvSpPr/>
            <p:nvPr/>
          </p:nvSpPr>
          <p:spPr>
            <a:xfrm>
              <a:off x="-858837" y="-3890963"/>
              <a:ext cx="1112838" cy="1377950"/>
            </a:xfrm>
            <a:custGeom>
              <a:avLst/>
              <a:gdLst/>
              <a:ahLst/>
              <a:cxnLst/>
              <a:rect l="l" t="t" r="r" b="b"/>
              <a:pathLst>
                <a:path w="1111" h="1377" extrusionOk="0">
                  <a:moveTo>
                    <a:pt x="1088" y="1332"/>
                  </a:moveTo>
                  <a:cubicBezTo>
                    <a:pt x="82" y="1332"/>
                    <a:pt x="82" y="1332"/>
                    <a:pt x="82" y="1332"/>
                  </a:cubicBezTo>
                  <a:cubicBezTo>
                    <a:pt x="62" y="1332"/>
                    <a:pt x="45" y="1315"/>
                    <a:pt x="45" y="1295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45" y="62"/>
                    <a:pt x="62" y="45"/>
                    <a:pt x="82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59" y="45"/>
                    <a:pt x="169" y="35"/>
                    <a:pt x="169" y="22"/>
                  </a:cubicBezTo>
                  <a:cubicBezTo>
                    <a:pt x="169" y="10"/>
                    <a:pt x="159" y="0"/>
                    <a:pt x="146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37" y="0"/>
                    <a:pt x="0" y="37"/>
                    <a:pt x="0" y="82"/>
                  </a:cubicBezTo>
                  <a:cubicBezTo>
                    <a:pt x="0" y="1295"/>
                    <a:pt x="0" y="1295"/>
                    <a:pt x="0" y="1295"/>
                  </a:cubicBezTo>
                  <a:cubicBezTo>
                    <a:pt x="0" y="1340"/>
                    <a:pt x="37" y="1377"/>
                    <a:pt x="82" y="1377"/>
                  </a:cubicBezTo>
                  <a:cubicBezTo>
                    <a:pt x="1088" y="1377"/>
                    <a:pt x="1088" y="1377"/>
                    <a:pt x="1088" y="1377"/>
                  </a:cubicBezTo>
                  <a:cubicBezTo>
                    <a:pt x="1101" y="1377"/>
                    <a:pt x="1111" y="1367"/>
                    <a:pt x="1111" y="1354"/>
                  </a:cubicBezTo>
                  <a:cubicBezTo>
                    <a:pt x="1111" y="1342"/>
                    <a:pt x="1101" y="1332"/>
                    <a:pt x="1088" y="1332"/>
                  </a:cubicBezTo>
                  <a:close/>
                  <a:moveTo>
                    <a:pt x="1088" y="1332"/>
                  </a:moveTo>
                  <a:cubicBezTo>
                    <a:pt x="1088" y="1332"/>
                    <a:pt x="1088" y="1332"/>
                    <a:pt x="1088" y="133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" name="Google Shape;753;p34"/>
            <p:cNvSpPr/>
            <p:nvPr/>
          </p:nvSpPr>
          <p:spPr>
            <a:xfrm>
              <a:off x="-628650" y="-3890963"/>
              <a:ext cx="1308100" cy="1377950"/>
            </a:xfrm>
            <a:custGeom>
              <a:avLst/>
              <a:gdLst/>
              <a:ahLst/>
              <a:cxnLst/>
              <a:rect l="l" t="t" r="r" b="b"/>
              <a:pathLst>
                <a:path w="1307" h="1377" extrusionOk="0">
                  <a:moveTo>
                    <a:pt x="1225" y="242"/>
                  </a:moveTo>
                  <a:cubicBezTo>
                    <a:pt x="1204" y="242"/>
                    <a:pt x="1204" y="242"/>
                    <a:pt x="1204" y="242"/>
                  </a:cubicBezTo>
                  <a:cubicBezTo>
                    <a:pt x="1204" y="166"/>
                    <a:pt x="1204" y="166"/>
                    <a:pt x="1204" y="166"/>
                  </a:cubicBezTo>
                  <a:cubicBezTo>
                    <a:pt x="1204" y="121"/>
                    <a:pt x="1167" y="84"/>
                    <a:pt x="1122" y="84"/>
                  </a:cubicBezTo>
                  <a:cubicBezTo>
                    <a:pt x="398" y="84"/>
                    <a:pt x="398" y="84"/>
                    <a:pt x="398" y="84"/>
                  </a:cubicBezTo>
                  <a:cubicBezTo>
                    <a:pt x="365" y="36"/>
                    <a:pt x="365" y="36"/>
                    <a:pt x="365" y="36"/>
                  </a:cubicBezTo>
                  <a:cubicBezTo>
                    <a:pt x="350" y="13"/>
                    <a:pt x="324" y="0"/>
                    <a:pt x="297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297" y="45"/>
                    <a:pt x="297" y="45"/>
                    <a:pt x="297" y="45"/>
                  </a:cubicBezTo>
                  <a:cubicBezTo>
                    <a:pt x="309" y="45"/>
                    <a:pt x="321" y="51"/>
                    <a:pt x="328" y="61"/>
                  </a:cubicBezTo>
                  <a:cubicBezTo>
                    <a:pt x="343" y="83"/>
                    <a:pt x="456" y="251"/>
                    <a:pt x="474" y="277"/>
                  </a:cubicBezTo>
                  <a:cubicBezTo>
                    <a:pt x="478" y="283"/>
                    <a:pt x="485" y="287"/>
                    <a:pt x="492" y="287"/>
                  </a:cubicBezTo>
                  <a:cubicBezTo>
                    <a:pt x="1225" y="287"/>
                    <a:pt x="1225" y="287"/>
                    <a:pt x="1225" y="287"/>
                  </a:cubicBezTo>
                  <a:cubicBezTo>
                    <a:pt x="1245" y="287"/>
                    <a:pt x="1262" y="303"/>
                    <a:pt x="1262" y="324"/>
                  </a:cubicBezTo>
                  <a:cubicBezTo>
                    <a:pt x="1262" y="1295"/>
                    <a:pt x="1262" y="1295"/>
                    <a:pt x="1262" y="1295"/>
                  </a:cubicBezTo>
                  <a:cubicBezTo>
                    <a:pt x="1262" y="1315"/>
                    <a:pt x="1245" y="1332"/>
                    <a:pt x="1225" y="1332"/>
                  </a:cubicBezTo>
                  <a:cubicBezTo>
                    <a:pt x="964" y="1332"/>
                    <a:pt x="964" y="1332"/>
                    <a:pt x="964" y="1332"/>
                  </a:cubicBezTo>
                  <a:cubicBezTo>
                    <a:pt x="952" y="1332"/>
                    <a:pt x="942" y="1342"/>
                    <a:pt x="942" y="1354"/>
                  </a:cubicBezTo>
                  <a:cubicBezTo>
                    <a:pt x="942" y="1367"/>
                    <a:pt x="952" y="1377"/>
                    <a:pt x="964" y="1377"/>
                  </a:cubicBezTo>
                  <a:cubicBezTo>
                    <a:pt x="1225" y="1377"/>
                    <a:pt x="1225" y="1377"/>
                    <a:pt x="1225" y="1377"/>
                  </a:cubicBezTo>
                  <a:cubicBezTo>
                    <a:pt x="1270" y="1377"/>
                    <a:pt x="1307" y="1340"/>
                    <a:pt x="1307" y="1295"/>
                  </a:cubicBezTo>
                  <a:cubicBezTo>
                    <a:pt x="1307" y="324"/>
                    <a:pt x="1307" y="324"/>
                    <a:pt x="1307" y="324"/>
                  </a:cubicBezTo>
                  <a:cubicBezTo>
                    <a:pt x="1307" y="278"/>
                    <a:pt x="1270" y="242"/>
                    <a:pt x="1225" y="242"/>
                  </a:cubicBezTo>
                  <a:close/>
                  <a:moveTo>
                    <a:pt x="504" y="242"/>
                  </a:moveTo>
                  <a:cubicBezTo>
                    <a:pt x="428" y="129"/>
                    <a:pt x="428" y="129"/>
                    <a:pt x="428" y="129"/>
                  </a:cubicBezTo>
                  <a:cubicBezTo>
                    <a:pt x="1122" y="129"/>
                    <a:pt x="1122" y="129"/>
                    <a:pt x="1122" y="129"/>
                  </a:cubicBezTo>
                  <a:cubicBezTo>
                    <a:pt x="1143" y="129"/>
                    <a:pt x="1159" y="146"/>
                    <a:pt x="1159" y="166"/>
                  </a:cubicBezTo>
                  <a:cubicBezTo>
                    <a:pt x="1159" y="242"/>
                    <a:pt x="1159" y="242"/>
                    <a:pt x="1159" y="242"/>
                  </a:cubicBezTo>
                  <a:lnTo>
                    <a:pt x="504" y="242"/>
                  </a:lnTo>
                  <a:close/>
                  <a:moveTo>
                    <a:pt x="504" y="242"/>
                  </a:moveTo>
                  <a:cubicBezTo>
                    <a:pt x="504" y="242"/>
                    <a:pt x="504" y="242"/>
                    <a:pt x="504" y="24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6" name="Google Shape;754;p34"/>
          <p:cNvGrpSpPr/>
          <p:nvPr/>
        </p:nvGrpSpPr>
        <p:grpSpPr>
          <a:xfrm flipH="1">
            <a:off x="1341404" y="5867401"/>
            <a:ext cx="568814" cy="471124"/>
            <a:chOff x="-6384925" y="-1952625"/>
            <a:chExt cx="1460501" cy="1209675"/>
          </a:xfrm>
          <a:solidFill>
            <a:schemeClr val="bg1">
              <a:lumMod val="75000"/>
            </a:schemeClr>
          </a:solidFill>
        </p:grpSpPr>
        <p:sp>
          <p:nvSpPr>
            <p:cNvPr id="67" name="Google Shape;755;p34"/>
            <p:cNvSpPr/>
            <p:nvPr/>
          </p:nvSpPr>
          <p:spPr>
            <a:xfrm>
              <a:off x="-6380162" y="-1768475"/>
              <a:ext cx="1455738" cy="1025525"/>
            </a:xfrm>
            <a:custGeom>
              <a:avLst/>
              <a:gdLst/>
              <a:ahLst/>
              <a:cxnLst/>
              <a:rect l="l" t="t" r="r" b="b"/>
              <a:pathLst>
                <a:path w="1454" h="1024" extrusionOk="0">
                  <a:moveTo>
                    <a:pt x="144" y="1024"/>
                  </a:moveTo>
                  <a:cubicBezTo>
                    <a:pt x="63" y="1024"/>
                    <a:pt x="0" y="961"/>
                    <a:pt x="0" y="880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63"/>
                    <a:pt x="63" y="0"/>
                    <a:pt x="144" y="0"/>
                  </a:cubicBezTo>
                  <a:cubicBezTo>
                    <a:pt x="1311" y="0"/>
                    <a:pt x="1311" y="0"/>
                    <a:pt x="1311" y="0"/>
                  </a:cubicBezTo>
                  <a:cubicBezTo>
                    <a:pt x="1391" y="0"/>
                    <a:pt x="1454" y="63"/>
                    <a:pt x="1454" y="143"/>
                  </a:cubicBezTo>
                  <a:cubicBezTo>
                    <a:pt x="1454" y="880"/>
                    <a:pt x="1454" y="880"/>
                    <a:pt x="1454" y="880"/>
                  </a:cubicBezTo>
                  <a:cubicBezTo>
                    <a:pt x="1454" y="961"/>
                    <a:pt x="1391" y="1024"/>
                    <a:pt x="1311" y="1024"/>
                  </a:cubicBezTo>
                  <a:lnTo>
                    <a:pt x="144" y="1024"/>
                  </a:lnTo>
                  <a:close/>
                  <a:moveTo>
                    <a:pt x="144" y="41"/>
                  </a:moveTo>
                  <a:cubicBezTo>
                    <a:pt x="89" y="41"/>
                    <a:pt x="42" y="89"/>
                    <a:pt x="42" y="143"/>
                  </a:cubicBezTo>
                  <a:cubicBezTo>
                    <a:pt x="42" y="880"/>
                    <a:pt x="42" y="880"/>
                    <a:pt x="42" y="880"/>
                  </a:cubicBezTo>
                  <a:cubicBezTo>
                    <a:pt x="42" y="935"/>
                    <a:pt x="89" y="983"/>
                    <a:pt x="144" y="983"/>
                  </a:cubicBezTo>
                  <a:cubicBezTo>
                    <a:pt x="1311" y="983"/>
                    <a:pt x="1311" y="983"/>
                    <a:pt x="1311" y="983"/>
                  </a:cubicBezTo>
                  <a:cubicBezTo>
                    <a:pt x="1365" y="983"/>
                    <a:pt x="1413" y="935"/>
                    <a:pt x="1413" y="880"/>
                  </a:cubicBezTo>
                  <a:cubicBezTo>
                    <a:pt x="1413" y="143"/>
                    <a:pt x="1413" y="143"/>
                    <a:pt x="1413" y="143"/>
                  </a:cubicBezTo>
                  <a:cubicBezTo>
                    <a:pt x="1413" y="89"/>
                    <a:pt x="1365" y="41"/>
                    <a:pt x="1311" y="41"/>
                  </a:cubicBezTo>
                  <a:lnTo>
                    <a:pt x="144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" name="Google Shape;756;p34"/>
            <p:cNvSpPr/>
            <p:nvPr/>
          </p:nvSpPr>
          <p:spPr>
            <a:xfrm>
              <a:off x="-5888037" y="-1952625"/>
              <a:ext cx="471488" cy="225425"/>
            </a:xfrm>
            <a:custGeom>
              <a:avLst/>
              <a:gdLst/>
              <a:ahLst/>
              <a:cxnLst/>
              <a:rect l="l" t="t" r="r" b="b"/>
              <a:pathLst>
                <a:path w="471" h="225" extrusionOk="0">
                  <a:moveTo>
                    <a:pt x="450" y="225"/>
                  </a:moveTo>
                  <a:cubicBezTo>
                    <a:pt x="437" y="225"/>
                    <a:pt x="429" y="218"/>
                    <a:pt x="429" y="205"/>
                  </a:cubicBezTo>
                  <a:cubicBezTo>
                    <a:pt x="429" y="82"/>
                    <a:pt x="429" y="82"/>
                    <a:pt x="429" y="82"/>
                  </a:cubicBezTo>
                  <a:cubicBezTo>
                    <a:pt x="429" y="58"/>
                    <a:pt x="413" y="41"/>
                    <a:pt x="389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58" y="41"/>
                    <a:pt x="41" y="58"/>
                    <a:pt x="41" y="82"/>
                  </a:cubicBezTo>
                  <a:cubicBezTo>
                    <a:pt x="41" y="205"/>
                    <a:pt x="41" y="205"/>
                    <a:pt x="41" y="205"/>
                  </a:cubicBezTo>
                  <a:cubicBezTo>
                    <a:pt x="41" y="218"/>
                    <a:pt x="33" y="225"/>
                    <a:pt x="20" y="225"/>
                  </a:cubicBezTo>
                  <a:cubicBezTo>
                    <a:pt x="7" y="225"/>
                    <a:pt x="0" y="218"/>
                    <a:pt x="0" y="20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38"/>
                    <a:pt x="38" y="0"/>
                    <a:pt x="82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433" y="0"/>
                    <a:pt x="471" y="38"/>
                    <a:pt x="471" y="82"/>
                  </a:cubicBezTo>
                  <a:cubicBezTo>
                    <a:pt x="471" y="205"/>
                    <a:pt x="471" y="205"/>
                    <a:pt x="471" y="205"/>
                  </a:cubicBezTo>
                  <a:cubicBezTo>
                    <a:pt x="471" y="218"/>
                    <a:pt x="463" y="225"/>
                    <a:pt x="450" y="2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" name="Google Shape;757;p34"/>
            <p:cNvSpPr/>
            <p:nvPr/>
          </p:nvSpPr>
          <p:spPr>
            <a:xfrm>
              <a:off x="-6384925" y="-1525588"/>
              <a:ext cx="1457325" cy="288925"/>
            </a:xfrm>
            <a:custGeom>
              <a:avLst/>
              <a:gdLst/>
              <a:ahLst/>
              <a:cxnLst/>
              <a:rect l="l" t="t" r="r" b="b"/>
              <a:pathLst>
                <a:path w="1455" h="289" extrusionOk="0">
                  <a:moveTo>
                    <a:pt x="720" y="289"/>
                  </a:moveTo>
                  <a:cubicBezTo>
                    <a:pt x="17" y="45"/>
                    <a:pt x="17" y="45"/>
                    <a:pt x="17" y="45"/>
                  </a:cubicBezTo>
                  <a:cubicBezTo>
                    <a:pt x="9" y="40"/>
                    <a:pt x="0" y="28"/>
                    <a:pt x="3" y="15"/>
                  </a:cubicBezTo>
                  <a:cubicBezTo>
                    <a:pt x="7" y="8"/>
                    <a:pt x="17" y="1"/>
                    <a:pt x="27" y="1"/>
                  </a:cubicBezTo>
                  <a:cubicBezTo>
                    <a:pt x="29" y="1"/>
                    <a:pt x="32" y="1"/>
                    <a:pt x="34" y="2"/>
                  </a:cubicBezTo>
                  <a:cubicBezTo>
                    <a:pt x="731" y="249"/>
                    <a:pt x="731" y="249"/>
                    <a:pt x="731" y="249"/>
                  </a:cubicBezTo>
                  <a:cubicBezTo>
                    <a:pt x="1429" y="2"/>
                    <a:pt x="1429" y="2"/>
                    <a:pt x="1429" y="2"/>
                  </a:cubicBezTo>
                  <a:cubicBezTo>
                    <a:pt x="1432" y="1"/>
                    <a:pt x="1435" y="0"/>
                    <a:pt x="1438" y="0"/>
                  </a:cubicBezTo>
                  <a:cubicBezTo>
                    <a:pt x="1443" y="0"/>
                    <a:pt x="1449" y="2"/>
                    <a:pt x="1453" y="14"/>
                  </a:cubicBezTo>
                  <a:cubicBezTo>
                    <a:pt x="1455" y="21"/>
                    <a:pt x="1455" y="26"/>
                    <a:pt x="1453" y="30"/>
                  </a:cubicBezTo>
                  <a:cubicBezTo>
                    <a:pt x="1451" y="33"/>
                    <a:pt x="1447" y="36"/>
                    <a:pt x="1441" y="38"/>
                  </a:cubicBezTo>
                  <a:cubicBezTo>
                    <a:pt x="727" y="286"/>
                    <a:pt x="727" y="286"/>
                    <a:pt x="727" y="286"/>
                  </a:cubicBezTo>
                  <a:cubicBezTo>
                    <a:pt x="727" y="286"/>
                    <a:pt x="727" y="286"/>
                    <a:pt x="727" y="286"/>
                  </a:cubicBezTo>
                  <a:lnTo>
                    <a:pt x="720" y="2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" name="Google Shape;758;p34"/>
          <p:cNvGrpSpPr/>
          <p:nvPr/>
        </p:nvGrpSpPr>
        <p:grpSpPr>
          <a:xfrm flipH="1">
            <a:off x="1343535" y="2777065"/>
            <a:ext cx="564552" cy="538442"/>
            <a:chOff x="-2651125" y="-3922713"/>
            <a:chExt cx="1544638" cy="1473200"/>
          </a:xfrm>
          <a:solidFill>
            <a:schemeClr val="bg1">
              <a:lumMod val="75000"/>
            </a:schemeClr>
          </a:solidFill>
        </p:grpSpPr>
        <p:cxnSp>
          <p:nvCxnSpPr>
            <p:cNvPr id="71" name="Google Shape;759;p34"/>
            <p:cNvCxnSpPr/>
            <p:nvPr/>
          </p:nvCxnSpPr>
          <p:spPr>
            <a:xfrm>
              <a:off x="-2562225" y="-327977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72" name="Google Shape;760;p34"/>
            <p:cNvCxnSpPr/>
            <p:nvPr/>
          </p:nvCxnSpPr>
          <p:spPr>
            <a:xfrm>
              <a:off x="-2562225" y="-327977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73" name="Google Shape;761;p34"/>
            <p:cNvCxnSpPr/>
            <p:nvPr/>
          </p:nvCxnSpPr>
          <p:spPr>
            <a:xfrm>
              <a:off x="-2562225" y="-327977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74" name="Google Shape;762;p34"/>
            <p:cNvCxnSpPr/>
            <p:nvPr/>
          </p:nvCxnSpPr>
          <p:spPr>
            <a:xfrm>
              <a:off x="-2562225" y="-327977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75" name="Google Shape;763;p34"/>
            <p:cNvCxnSpPr/>
            <p:nvPr/>
          </p:nvCxnSpPr>
          <p:spPr>
            <a:xfrm>
              <a:off x="-2266950" y="-25987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76" name="Google Shape;764;p34"/>
            <p:cNvCxnSpPr/>
            <p:nvPr/>
          </p:nvCxnSpPr>
          <p:spPr>
            <a:xfrm>
              <a:off x="-2266950" y="-25987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77" name="Google Shape;765;p34"/>
            <p:cNvCxnSpPr/>
            <p:nvPr/>
          </p:nvCxnSpPr>
          <p:spPr>
            <a:xfrm>
              <a:off x="-2266950" y="-25987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78" name="Google Shape;766;p34"/>
            <p:cNvCxnSpPr/>
            <p:nvPr/>
          </p:nvCxnSpPr>
          <p:spPr>
            <a:xfrm>
              <a:off x="-2266950" y="-25987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79" name="Google Shape;767;p34"/>
            <p:cNvCxnSpPr/>
            <p:nvPr/>
          </p:nvCxnSpPr>
          <p:spPr>
            <a:xfrm>
              <a:off x="-1450975" y="-25733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80" name="Google Shape;768;p34"/>
            <p:cNvCxnSpPr/>
            <p:nvPr/>
          </p:nvCxnSpPr>
          <p:spPr>
            <a:xfrm>
              <a:off x="-1450975" y="-25733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81" name="Google Shape;769;p34"/>
            <p:cNvCxnSpPr/>
            <p:nvPr/>
          </p:nvCxnSpPr>
          <p:spPr>
            <a:xfrm>
              <a:off x="-1450975" y="-25733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82" name="Google Shape;770;p34"/>
            <p:cNvCxnSpPr/>
            <p:nvPr/>
          </p:nvCxnSpPr>
          <p:spPr>
            <a:xfrm>
              <a:off x="-1450975" y="-25733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83" name="Google Shape;771;p34"/>
            <p:cNvCxnSpPr/>
            <p:nvPr/>
          </p:nvCxnSpPr>
          <p:spPr>
            <a:xfrm>
              <a:off x="-1433513" y="-378777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84" name="Google Shape;772;p34"/>
            <p:cNvCxnSpPr/>
            <p:nvPr/>
          </p:nvCxnSpPr>
          <p:spPr>
            <a:xfrm>
              <a:off x="-1433513" y="-378777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85" name="Google Shape;773;p34"/>
            <p:cNvCxnSpPr/>
            <p:nvPr/>
          </p:nvCxnSpPr>
          <p:spPr>
            <a:xfrm>
              <a:off x="-1433513" y="-378777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86" name="Google Shape;774;p34"/>
            <p:cNvCxnSpPr/>
            <p:nvPr/>
          </p:nvCxnSpPr>
          <p:spPr>
            <a:xfrm>
              <a:off x="-1433513" y="-378777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87" name="Google Shape;775;p34"/>
            <p:cNvSpPr/>
            <p:nvPr/>
          </p:nvSpPr>
          <p:spPr>
            <a:xfrm>
              <a:off x="-2651125" y="-3922713"/>
              <a:ext cx="1544638" cy="1473200"/>
            </a:xfrm>
            <a:custGeom>
              <a:avLst/>
              <a:gdLst/>
              <a:ahLst/>
              <a:cxnLst/>
              <a:rect l="l" t="t" r="r" b="b"/>
              <a:pathLst>
                <a:path w="1543" h="1471" extrusionOk="0">
                  <a:moveTo>
                    <a:pt x="805" y="1471"/>
                  </a:moveTo>
                  <a:cubicBezTo>
                    <a:pt x="685" y="1471"/>
                    <a:pt x="568" y="1442"/>
                    <a:pt x="467" y="1388"/>
                  </a:cubicBezTo>
                  <a:cubicBezTo>
                    <a:pt x="466" y="1388"/>
                    <a:pt x="466" y="1388"/>
                    <a:pt x="466" y="1388"/>
                  </a:cubicBezTo>
                  <a:cubicBezTo>
                    <a:pt x="465" y="1388"/>
                    <a:pt x="465" y="1388"/>
                    <a:pt x="465" y="1388"/>
                  </a:cubicBezTo>
                  <a:cubicBezTo>
                    <a:pt x="448" y="1403"/>
                    <a:pt x="427" y="1412"/>
                    <a:pt x="406" y="1412"/>
                  </a:cubicBezTo>
                  <a:cubicBezTo>
                    <a:pt x="377" y="1412"/>
                    <a:pt x="348" y="1396"/>
                    <a:pt x="331" y="1372"/>
                  </a:cubicBezTo>
                  <a:cubicBezTo>
                    <a:pt x="315" y="1348"/>
                    <a:pt x="311" y="1319"/>
                    <a:pt x="322" y="1290"/>
                  </a:cubicBezTo>
                  <a:cubicBezTo>
                    <a:pt x="322" y="1289"/>
                    <a:pt x="322" y="1289"/>
                    <a:pt x="322" y="1289"/>
                  </a:cubicBezTo>
                  <a:cubicBezTo>
                    <a:pt x="321" y="1288"/>
                    <a:pt x="321" y="1288"/>
                    <a:pt x="321" y="1288"/>
                  </a:cubicBezTo>
                  <a:cubicBezTo>
                    <a:pt x="244" y="1219"/>
                    <a:pt x="180" y="1132"/>
                    <a:pt x="137" y="1036"/>
                  </a:cubicBezTo>
                  <a:cubicBezTo>
                    <a:pt x="94" y="940"/>
                    <a:pt x="72" y="834"/>
                    <a:pt x="73" y="730"/>
                  </a:cubicBezTo>
                  <a:cubicBezTo>
                    <a:pt x="73" y="728"/>
                    <a:pt x="73" y="728"/>
                    <a:pt x="73" y="728"/>
                  </a:cubicBezTo>
                  <a:cubicBezTo>
                    <a:pt x="71" y="728"/>
                    <a:pt x="71" y="728"/>
                    <a:pt x="71" y="728"/>
                  </a:cubicBezTo>
                  <a:cubicBezTo>
                    <a:pt x="19" y="713"/>
                    <a:pt x="0" y="668"/>
                    <a:pt x="5" y="630"/>
                  </a:cubicBezTo>
                  <a:cubicBezTo>
                    <a:pt x="10" y="592"/>
                    <a:pt x="40" y="553"/>
                    <a:pt x="94" y="552"/>
                  </a:cubicBezTo>
                  <a:cubicBezTo>
                    <a:pt x="95" y="552"/>
                    <a:pt x="95" y="552"/>
                    <a:pt x="95" y="552"/>
                  </a:cubicBezTo>
                  <a:cubicBezTo>
                    <a:pt x="96" y="550"/>
                    <a:pt x="96" y="550"/>
                    <a:pt x="96" y="550"/>
                  </a:cubicBezTo>
                  <a:cubicBezTo>
                    <a:pt x="114" y="478"/>
                    <a:pt x="144" y="409"/>
                    <a:pt x="183" y="346"/>
                  </a:cubicBezTo>
                  <a:cubicBezTo>
                    <a:pt x="188" y="338"/>
                    <a:pt x="195" y="336"/>
                    <a:pt x="200" y="336"/>
                  </a:cubicBezTo>
                  <a:cubicBezTo>
                    <a:pt x="207" y="336"/>
                    <a:pt x="215" y="341"/>
                    <a:pt x="219" y="348"/>
                  </a:cubicBezTo>
                  <a:cubicBezTo>
                    <a:pt x="223" y="354"/>
                    <a:pt x="223" y="361"/>
                    <a:pt x="219" y="368"/>
                  </a:cubicBezTo>
                  <a:cubicBezTo>
                    <a:pt x="181" y="428"/>
                    <a:pt x="153" y="493"/>
                    <a:pt x="136" y="561"/>
                  </a:cubicBezTo>
                  <a:cubicBezTo>
                    <a:pt x="136" y="563"/>
                    <a:pt x="136" y="563"/>
                    <a:pt x="136" y="563"/>
                  </a:cubicBezTo>
                  <a:cubicBezTo>
                    <a:pt x="137" y="563"/>
                    <a:pt x="137" y="563"/>
                    <a:pt x="137" y="563"/>
                  </a:cubicBezTo>
                  <a:cubicBezTo>
                    <a:pt x="152" y="572"/>
                    <a:pt x="164" y="584"/>
                    <a:pt x="172" y="599"/>
                  </a:cubicBezTo>
                  <a:cubicBezTo>
                    <a:pt x="173" y="600"/>
                    <a:pt x="173" y="600"/>
                    <a:pt x="173" y="600"/>
                  </a:cubicBezTo>
                  <a:cubicBezTo>
                    <a:pt x="174" y="600"/>
                    <a:pt x="174" y="600"/>
                    <a:pt x="174" y="600"/>
                  </a:cubicBezTo>
                  <a:cubicBezTo>
                    <a:pt x="267" y="580"/>
                    <a:pt x="361" y="570"/>
                    <a:pt x="456" y="570"/>
                  </a:cubicBezTo>
                  <a:cubicBezTo>
                    <a:pt x="457" y="570"/>
                    <a:pt x="457" y="570"/>
                    <a:pt x="457" y="570"/>
                  </a:cubicBezTo>
                  <a:cubicBezTo>
                    <a:pt x="457" y="569"/>
                    <a:pt x="457" y="569"/>
                    <a:pt x="457" y="569"/>
                  </a:cubicBezTo>
                  <a:cubicBezTo>
                    <a:pt x="472" y="537"/>
                    <a:pt x="504" y="516"/>
                    <a:pt x="539" y="516"/>
                  </a:cubicBezTo>
                  <a:cubicBezTo>
                    <a:pt x="548" y="516"/>
                    <a:pt x="556" y="518"/>
                    <a:pt x="564" y="520"/>
                  </a:cubicBezTo>
                  <a:cubicBezTo>
                    <a:pt x="565" y="520"/>
                    <a:pt x="565" y="520"/>
                    <a:pt x="565" y="520"/>
                  </a:cubicBezTo>
                  <a:cubicBezTo>
                    <a:pt x="566" y="519"/>
                    <a:pt x="566" y="519"/>
                    <a:pt x="566" y="519"/>
                  </a:cubicBezTo>
                  <a:cubicBezTo>
                    <a:pt x="612" y="456"/>
                    <a:pt x="666" y="398"/>
                    <a:pt x="725" y="347"/>
                  </a:cubicBezTo>
                  <a:cubicBezTo>
                    <a:pt x="726" y="346"/>
                    <a:pt x="726" y="346"/>
                    <a:pt x="726" y="346"/>
                  </a:cubicBezTo>
                  <a:cubicBezTo>
                    <a:pt x="726" y="345"/>
                    <a:pt x="726" y="345"/>
                    <a:pt x="726" y="345"/>
                  </a:cubicBezTo>
                  <a:cubicBezTo>
                    <a:pt x="715" y="325"/>
                    <a:pt x="713" y="301"/>
                    <a:pt x="719" y="280"/>
                  </a:cubicBezTo>
                  <a:cubicBezTo>
                    <a:pt x="719" y="278"/>
                    <a:pt x="719" y="278"/>
                    <a:pt x="719" y="278"/>
                  </a:cubicBezTo>
                  <a:cubicBezTo>
                    <a:pt x="718" y="278"/>
                    <a:pt x="718" y="278"/>
                    <a:pt x="718" y="278"/>
                  </a:cubicBezTo>
                  <a:cubicBezTo>
                    <a:pt x="646" y="235"/>
                    <a:pt x="568" y="201"/>
                    <a:pt x="487" y="178"/>
                  </a:cubicBezTo>
                  <a:cubicBezTo>
                    <a:pt x="486" y="177"/>
                    <a:pt x="486" y="177"/>
                    <a:pt x="486" y="177"/>
                  </a:cubicBezTo>
                  <a:cubicBezTo>
                    <a:pt x="485" y="179"/>
                    <a:pt x="485" y="179"/>
                    <a:pt x="485" y="179"/>
                  </a:cubicBezTo>
                  <a:cubicBezTo>
                    <a:pt x="470" y="209"/>
                    <a:pt x="438" y="228"/>
                    <a:pt x="404" y="228"/>
                  </a:cubicBezTo>
                  <a:cubicBezTo>
                    <a:pt x="386" y="228"/>
                    <a:pt x="368" y="222"/>
                    <a:pt x="353" y="212"/>
                  </a:cubicBezTo>
                  <a:cubicBezTo>
                    <a:pt x="352" y="211"/>
                    <a:pt x="352" y="211"/>
                    <a:pt x="352" y="211"/>
                  </a:cubicBezTo>
                  <a:cubicBezTo>
                    <a:pt x="351" y="212"/>
                    <a:pt x="351" y="212"/>
                    <a:pt x="351" y="212"/>
                  </a:cubicBezTo>
                  <a:cubicBezTo>
                    <a:pt x="328" y="232"/>
                    <a:pt x="306" y="254"/>
                    <a:pt x="286" y="277"/>
                  </a:cubicBezTo>
                  <a:cubicBezTo>
                    <a:pt x="282" y="282"/>
                    <a:pt x="277" y="284"/>
                    <a:pt x="271" y="284"/>
                  </a:cubicBezTo>
                  <a:cubicBezTo>
                    <a:pt x="263" y="284"/>
                    <a:pt x="255" y="278"/>
                    <a:pt x="251" y="270"/>
                  </a:cubicBezTo>
                  <a:cubicBezTo>
                    <a:pt x="249" y="266"/>
                    <a:pt x="247" y="258"/>
                    <a:pt x="254" y="250"/>
                  </a:cubicBezTo>
                  <a:cubicBezTo>
                    <a:pt x="276" y="225"/>
                    <a:pt x="299" y="202"/>
                    <a:pt x="324" y="180"/>
                  </a:cubicBezTo>
                  <a:cubicBezTo>
                    <a:pt x="325" y="179"/>
                    <a:pt x="325" y="179"/>
                    <a:pt x="325" y="179"/>
                  </a:cubicBezTo>
                  <a:cubicBezTo>
                    <a:pt x="325" y="178"/>
                    <a:pt x="325" y="178"/>
                    <a:pt x="325" y="178"/>
                  </a:cubicBezTo>
                  <a:cubicBezTo>
                    <a:pt x="311" y="148"/>
                    <a:pt x="313" y="117"/>
                    <a:pt x="330" y="91"/>
                  </a:cubicBezTo>
                  <a:cubicBezTo>
                    <a:pt x="346" y="65"/>
                    <a:pt x="376" y="49"/>
                    <a:pt x="406" y="49"/>
                  </a:cubicBezTo>
                  <a:cubicBezTo>
                    <a:pt x="430" y="49"/>
                    <a:pt x="453" y="59"/>
                    <a:pt x="471" y="79"/>
                  </a:cubicBezTo>
                  <a:cubicBezTo>
                    <a:pt x="472" y="79"/>
                    <a:pt x="472" y="79"/>
                    <a:pt x="472" y="79"/>
                  </a:cubicBezTo>
                  <a:cubicBezTo>
                    <a:pt x="473" y="79"/>
                    <a:pt x="473" y="79"/>
                    <a:pt x="473" y="79"/>
                  </a:cubicBezTo>
                  <a:cubicBezTo>
                    <a:pt x="573" y="27"/>
                    <a:pt x="688" y="0"/>
                    <a:pt x="805" y="0"/>
                  </a:cubicBezTo>
                  <a:cubicBezTo>
                    <a:pt x="919" y="0"/>
                    <a:pt x="1031" y="26"/>
                    <a:pt x="1130" y="75"/>
                  </a:cubicBezTo>
                  <a:cubicBezTo>
                    <a:pt x="1131" y="76"/>
                    <a:pt x="1131" y="76"/>
                    <a:pt x="1131" y="76"/>
                  </a:cubicBezTo>
                  <a:cubicBezTo>
                    <a:pt x="1132" y="75"/>
                    <a:pt x="1132" y="75"/>
                    <a:pt x="1132" y="75"/>
                  </a:cubicBezTo>
                  <a:cubicBezTo>
                    <a:pt x="1149" y="58"/>
                    <a:pt x="1170" y="49"/>
                    <a:pt x="1193" y="49"/>
                  </a:cubicBezTo>
                  <a:cubicBezTo>
                    <a:pt x="1222" y="49"/>
                    <a:pt x="1251" y="64"/>
                    <a:pt x="1268" y="89"/>
                  </a:cubicBezTo>
                  <a:cubicBezTo>
                    <a:pt x="1285" y="113"/>
                    <a:pt x="1288" y="142"/>
                    <a:pt x="1277" y="171"/>
                  </a:cubicBezTo>
                  <a:cubicBezTo>
                    <a:pt x="1277" y="173"/>
                    <a:pt x="1277" y="173"/>
                    <a:pt x="1277" y="173"/>
                  </a:cubicBezTo>
                  <a:cubicBezTo>
                    <a:pt x="1278" y="173"/>
                    <a:pt x="1278" y="173"/>
                    <a:pt x="1278" y="173"/>
                  </a:cubicBezTo>
                  <a:cubicBezTo>
                    <a:pt x="1295" y="188"/>
                    <a:pt x="1312" y="203"/>
                    <a:pt x="1327" y="219"/>
                  </a:cubicBezTo>
                  <a:cubicBezTo>
                    <a:pt x="1328" y="220"/>
                    <a:pt x="1328" y="220"/>
                    <a:pt x="1328" y="220"/>
                  </a:cubicBezTo>
                  <a:cubicBezTo>
                    <a:pt x="1329" y="220"/>
                    <a:pt x="1329" y="220"/>
                    <a:pt x="1329" y="220"/>
                  </a:cubicBezTo>
                  <a:cubicBezTo>
                    <a:pt x="1342" y="214"/>
                    <a:pt x="1356" y="210"/>
                    <a:pt x="1369" y="210"/>
                  </a:cubicBezTo>
                  <a:cubicBezTo>
                    <a:pt x="1403" y="210"/>
                    <a:pt x="1434" y="231"/>
                    <a:pt x="1449" y="263"/>
                  </a:cubicBezTo>
                  <a:cubicBezTo>
                    <a:pt x="1464" y="295"/>
                    <a:pt x="1459" y="331"/>
                    <a:pt x="1436" y="359"/>
                  </a:cubicBezTo>
                  <a:cubicBezTo>
                    <a:pt x="1435" y="360"/>
                    <a:pt x="1435" y="360"/>
                    <a:pt x="1435" y="360"/>
                  </a:cubicBezTo>
                  <a:cubicBezTo>
                    <a:pt x="1436" y="361"/>
                    <a:pt x="1436" y="361"/>
                    <a:pt x="1436" y="361"/>
                  </a:cubicBezTo>
                  <a:cubicBezTo>
                    <a:pt x="1493" y="457"/>
                    <a:pt x="1528" y="570"/>
                    <a:pt x="1535" y="687"/>
                  </a:cubicBezTo>
                  <a:cubicBezTo>
                    <a:pt x="1543" y="804"/>
                    <a:pt x="1523" y="920"/>
                    <a:pt x="1479" y="1023"/>
                  </a:cubicBezTo>
                  <a:cubicBezTo>
                    <a:pt x="1479" y="1024"/>
                    <a:pt x="1478" y="1025"/>
                    <a:pt x="1478" y="1026"/>
                  </a:cubicBezTo>
                  <a:cubicBezTo>
                    <a:pt x="1435" y="1126"/>
                    <a:pt x="1372" y="1214"/>
                    <a:pt x="1290" y="1286"/>
                  </a:cubicBezTo>
                  <a:cubicBezTo>
                    <a:pt x="1289" y="1287"/>
                    <a:pt x="1289" y="1287"/>
                    <a:pt x="1289" y="1287"/>
                  </a:cubicBezTo>
                  <a:cubicBezTo>
                    <a:pt x="1290" y="1288"/>
                    <a:pt x="1290" y="1288"/>
                    <a:pt x="1290" y="1288"/>
                  </a:cubicBezTo>
                  <a:cubicBezTo>
                    <a:pt x="1303" y="1318"/>
                    <a:pt x="1300" y="1348"/>
                    <a:pt x="1284" y="1374"/>
                  </a:cubicBezTo>
                  <a:cubicBezTo>
                    <a:pt x="1267" y="1399"/>
                    <a:pt x="1238" y="1415"/>
                    <a:pt x="1208" y="1415"/>
                  </a:cubicBezTo>
                  <a:cubicBezTo>
                    <a:pt x="1208" y="1415"/>
                    <a:pt x="1208" y="1415"/>
                    <a:pt x="1208" y="1415"/>
                  </a:cubicBezTo>
                  <a:cubicBezTo>
                    <a:pt x="1184" y="1415"/>
                    <a:pt x="1163" y="1406"/>
                    <a:pt x="1145" y="1388"/>
                  </a:cubicBezTo>
                  <a:cubicBezTo>
                    <a:pt x="1144" y="1388"/>
                    <a:pt x="1144" y="1388"/>
                    <a:pt x="1144" y="1388"/>
                  </a:cubicBezTo>
                  <a:cubicBezTo>
                    <a:pt x="1143" y="1388"/>
                    <a:pt x="1143" y="1388"/>
                    <a:pt x="1143" y="1388"/>
                  </a:cubicBezTo>
                  <a:cubicBezTo>
                    <a:pt x="1041" y="1442"/>
                    <a:pt x="924" y="1471"/>
                    <a:pt x="805" y="1471"/>
                  </a:cubicBezTo>
                  <a:close/>
                  <a:moveTo>
                    <a:pt x="1121" y="863"/>
                  </a:moveTo>
                  <a:cubicBezTo>
                    <a:pt x="958" y="1069"/>
                    <a:pt x="742" y="1226"/>
                    <a:pt x="495" y="1314"/>
                  </a:cubicBezTo>
                  <a:cubicBezTo>
                    <a:pt x="494" y="1315"/>
                    <a:pt x="494" y="1315"/>
                    <a:pt x="494" y="1315"/>
                  </a:cubicBezTo>
                  <a:cubicBezTo>
                    <a:pt x="494" y="1316"/>
                    <a:pt x="494" y="1316"/>
                    <a:pt x="494" y="1316"/>
                  </a:cubicBezTo>
                  <a:cubicBezTo>
                    <a:pt x="495" y="1328"/>
                    <a:pt x="493" y="1340"/>
                    <a:pt x="489" y="1351"/>
                  </a:cubicBezTo>
                  <a:cubicBezTo>
                    <a:pt x="489" y="1353"/>
                    <a:pt x="489" y="1353"/>
                    <a:pt x="489" y="1353"/>
                  </a:cubicBezTo>
                  <a:cubicBezTo>
                    <a:pt x="490" y="1353"/>
                    <a:pt x="490" y="1353"/>
                    <a:pt x="490" y="1353"/>
                  </a:cubicBezTo>
                  <a:cubicBezTo>
                    <a:pt x="587" y="1403"/>
                    <a:pt x="696" y="1429"/>
                    <a:pt x="805" y="1429"/>
                  </a:cubicBezTo>
                  <a:cubicBezTo>
                    <a:pt x="915" y="1429"/>
                    <a:pt x="1025" y="1403"/>
                    <a:pt x="1122" y="1352"/>
                  </a:cubicBezTo>
                  <a:cubicBezTo>
                    <a:pt x="1123" y="1352"/>
                    <a:pt x="1123" y="1352"/>
                    <a:pt x="1123" y="1352"/>
                  </a:cubicBezTo>
                  <a:cubicBezTo>
                    <a:pt x="1123" y="1350"/>
                    <a:pt x="1123" y="1350"/>
                    <a:pt x="1123" y="1350"/>
                  </a:cubicBezTo>
                  <a:cubicBezTo>
                    <a:pt x="1116" y="1326"/>
                    <a:pt x="1120" y="1299"/>
                    <a:pt x="1134" y="1278"/>
                  </a:cubicBezTo>
                  <a:cubicBezTo>
                    <a:pt x="1148" y="1256"/>
                    <a:pt x="1170" y="1241"/>
                    <a:pt x="1195" y="1237"/>
                  </a:cubicBezTo>
                  <a:cubicBezTo>
                    <a:pt x="1196" y="1237"/>
                    <a:pt x="1196" y="1237"/>
                    <a:pt x="1196" y="1237"/>
                  </a:cubicBezTo>
                  <a:cubicBezTo>
                    <a:pt x="1196" y="1236"/>
                    <a:pt x="1196" y="1236"/>
                    <a:pt x="1196" y="1236"/>
                  </a:cubicBezTo>
                  <a:cubicBezTo>
                    <a:pt x="1200" y="1195"/>
                    <a:pt x="1202" y="1155"/>
                    <a:pt x="1201" y="1115"/>
                  </a:cubicBezTo>
                  <a:cubicBezTo>
                    <a:pt x="1201" y="1109"/>
                    <a:pt x="1203" y="1104"/>
                    <a:pt x="1207" y="1100"/>
                  </a:cubicBezTo>
                  <a:cubicBezTo>
                    <a:pt x="1211" y="1096"/>
                    <a:pt x="1216" y="1094"/>
                    <a:pt x="1222" y="1094"/>
                  </a:cubicBezTo>
                  <a:cubicBezTo>
                    <a:pt x="1232" y="1094"/>
                    <a:pt x="1243" y="1100"/>
                    <a:pt x="1243" y="1114"/>
                  </a:cubicBezTo>
                  <a:cubicBezTo>
                    <a:pt x="1244" y="1155"/>
                    <a:pt x="1242" y="1198"/>
                    <a:pt x="1237" y="1240"/>
                  </a:cubicBezTo>
                  <a:cubicBezTo>
                    <a:pt x="1237" y="1241"/>
                    <a:pt x="1237" y="1241"/>
                    <a:pt x="1237" y="1241"/>
                  </a:cubicBezTo>
                  <a:cubicBezTo>
                    <a:pt x="1239" y="1241"/>
                    <a:pt x="1239" y="1241"/>
                    <a:pt x="1239" y="1241"/>
                  </a:cubicBezTo>
                  <a:cubicBezTo>
                    <a:pt x="1247" y="1244"/>
                    <a:pt x="1255" y="1249"/>
                    <a:pt x="1262" y="1254"/>
                  </a:cubicBezTo>
                  <a:cubicBezTo>
                    <a:pt x="1263" y="1255"/>
                    <a:pt x="1263" y="1255"/>
                    <a:pt x="1263" y="1255"/>
                  </a:cubicBezTo>
                  <a:cubicBezTo>
                    <a:pt x="1264" y="1254"/>
                    <a:pt x="1264" y="1254"/>
                    <a:pt x="1264" y="1254"/>
                  </a:cubicBezTo>
                  <a:cubicBezTo>
                    <a:pt x="1337" y="1189"/>
                    <a:pt x="1394" y="1111"/>
                    <a:pt x="1434" y="1022"/>
                  </a:cubicBezTo>
                  <a:cubicBezTo>
                    <a:pt x="1434" y="1021"/>
                    <a:pt x="1434" y="1021"/>
                    <a:pt x="1434" y="1021"/>
                  </a:cubicBezTo>
                  <a:cubicBezTo>
                    <a:pt x="1434" y="1021"/>
                    <a:pt x="1434" y="1021"/>
                    <a:pt x="1434" y="1021"/>
                  </a:cubicBezTo>
                  <a:cubicBezTo>
                    <a:pt x="1370" y="956"/>
                    <a:pt x="1300" y="897"/>
                    <a:pt x="1225" y="846"/>
                  </a:cubicBezTo>
                  <a:cubicBezTo>
                    <a:pt x="1224" y="845"/>
                    <a:pt x="1224" y="845"/>
                    <a:pt x="1224" y="845"/>
                  </a:cubicBezTo>
                  <a:cubicBezTo>
                    <a:pt x="1223" y="846"/>
                    <a:pt x="1223" y="846"/>
                    <a:pt x="1223" y="846"/>
                  </a:cubicBezTo>
                  <a:cubicBezTo>
                    <a:pt x="1218" y="850"/>
                    <a:pt x="1213" y="854"/>
                    <a:pt x="1208" y="858"/>
                  </a:cubicBezTo>
                  <a:cubicBezTo>
                    <a:pt x="1207" y="858"/>
                    <a:pt x="1207" y="858"/>
                    <a:pt x="1207" y="858"/>
                  </a:cubicBezTo>
                  <a:cubicBezTo>
                    <a:pt x="1207" y="859"/>
                    <a:pt x="1207" y="859"/>
                    <a:pt x="1207" y="859"/>
                  </a:cubicBezTo>
                  <a:cubicBezTo>
                    <a:pt x="1218" y="899"/>
                    <a:pt x="1226" y="939"/>
                    <a:pt x="1232" y="979"/>
                  </a:cubicBezTo>
                  <a:cubicBezTo>
                    <a:pt x="1233" y="985"/>
                    <a:pt x="1232" y="991"/>
                    <a:pt x="1228" y="995"/>
                  </a:cubicBezTo>
                  <a:cubicBezTo>
                    <a:pt x="1224" y="1000"/>
                    <a:pt x="1218" y="1002"/>
                    <a:pt x="1211" y="1002"/>
                  </a:cubicBezTo>
                  <a:cubicBezTo>
                    <a:pt x="1203" y="1002"/>
                    <a:pt x="1193" y="998"/>
                    <a:pt x="1191" y="985"/>
                  </a:cubicBezTo>
                  <a:cubicBezTo>
                    <a:pt x="1185" y="947"/>
                    <a:pt x="1177" y="909"/>
                    <a:pt x="1167" y="872"/>
                  </a:cubicBezTo>
                  <a:cubicBezTo>
                    <a:pt x="1167" y="871"/>
                    <a:pt x="1167" y="871"/>
                    <a:pt x="1167" y="871"/>
                  </a:cubicBezTo>
                  <a:cubicBezTo>
                    <a:pt x="1166" y="871"/>
                    <a:pt x="1166" y="871"/>
                    <a:pt x="1166" y="871"/>
                  </a:cubicBezTo>
                  <a:cubicBezTo>
                    <a:pt x="1164" y="871"/>
                    <a:pt x="1163" y="871"/>
                    <a:pt x="1161" y="871"/>
                  </a:cubicBezTo>
                  <a:cubicBezTo>
                    <a:pt x="1148" y="871"/>
                    <a:pt x="1135" y="868"/>
                    <a:pt x="1123" y="863"/>
                  </a:cubicBezTo>
                  <a:cubicBezTo>
                    <a:pt x="1122" y="862"/>
                    <a:pt x="1122" y="862"/>
                    <a:pt x="1122" y="862"/>
                  </a:cubicBezTo>
                  <a:lnTo>
                    <a:pt x="1121" y="863"/>
                  </a:lnTo>
                  <a:close/>
                  <a:moveTo>
                    <a:pt x="1209" y="1278"/>
                  </a:moveTo>
                  <a:cubicBezTo>
                    <a:pt x="1187" y="1278"/>
                    <a:pt x="1162" y="1293"/>
                    <a:pt x="1161" y="1326"/>
                  </a:cubicBezTo>
                  <a:cubicBezTo>
                    <a:pt x="1161" y="1352"/>
                    <a:pt x="1182" y="1374"/>
                    <a:pt x="1209" y="1374"/>
                  </a:cubicBezTo>
                  <a:cubicBezTo>
                    <a:pt x="1235" y="1374"/>
                    <a:pt x="1256" y="1352"/>
                    <a:pt x="1256" y="1326"/>
                  </a:cubicBezTo>
                  <a:cubicBezTo>
                    <a:pt x="1255" y="1293"/>
                    <a:pt x="1231" y="1278"/>
                    <a:pt x="1209" y="1278"/>
                  </a:cubicBezTo>
                  <a:close/>
                  <a:moveTo>
                    <a:pt x="405" y="1274"/>
                  </a:moveTo>
                  <a:cubicBezTo>
                    <a:pt x="379" y="1274"/>
                    <a:pt x="358" y="1295"/>
                    <a:pt x="358" y="1322"/>
                  </a:cubicBezTo>
                  <a:cubicBezTo>
                    <a:pt x="358" y="1348"/>
                    <a:pt x="379" y="1370"/>
                    <a:pt x="405" y="1370"/>
                  </a:cubicBezTo>
                  <a:cubicBezTo>
                    <a:pt x="431" y="1370"/>
                    <a:pt x="453" y="1348"/>
                    <a:pt x="453" y="1322"/>
                  </a:cubicBezTo>
                  <a:cubicBezTo>
                    <a:pt x="453" y="1296"/>
                    <a:pt x="431" y="1274"/>
                    <a:pt x="405" y="1274"/>
                  </a:cubicBezTo>
                  <a:close/>
                  <a:moveTo>
                    <a:pt x="510" y="692"/>
                  </a:moveTo>
                  <a:cubicBezTo>
                    <a:pt x="428" y="860"/>
                    <a:pt x="394" y="1046"/>
                    <a:pt x="413" y="1231"/>
                  </a:cubicBezTo>
                  <a:cubicBezTo>
                    <a:pt x="413" y="1233"/>
                    <a:pt x="413" y="1233"/>
                    <a:pt x="413" y="1233"/>
                  </a:cubicBezTo>
                  <a:cubicBezTo>
                    <a:pt x="415" y="1233"/>
                    <a:pt x="415" y="1233"/>
                    <a:pt x="415" y="1233"/>
                  </a:cubicBezTo>
                  <a:cubicBezTo>
                    <a:pt x="442" y="1236"/>
                    <a:pt x="466" y="1251"/>
                    <a:pt x="481" y="1274"/>
                  </a:cubicBezTo>
                  <a:cubicBezTo>
                    <a:pt x="481" y="1275"/>
                    <a:pt x="481" y="1275"/>
                    <a:pt x="481" y="1275"/>
                  </a:cubicBezTo>
                  <a:cubicBezTo>
                    <a:pt x="483" y="1275"/>
                    <a:pt x="483" y="1275"/>
                    <a:pt x="483" y="1275"/>
                  </a:cubicBezTo>
                  <a:cubicBezTo>
                    <a:pt x="721" y="1188"/>
                    <a:pt x="931" y="1037"/>
                    <a:pt x="1089" y="837"/>
                  </a:cubicBezTo>
                  <a:cubicBezTo>
                    <a:pt x="1090" y="836"/>
                    <a:pt x="1090" y="836"/>
                    <a:pt x="1090" y="836"/>
                  </a:cubicBezTo>
                  <a:cubicBezTo>
                    <a:pt x="1089" y="835"/>
                    <a:pt x="1089" y="835"/>
                    <a:pt x="1089" y="835"/>
                  </a:cubicBezTo>
                  <a:cubicBezTo>
                    <a:pt x="1073" y="813"/>
                    <a:pt x="1068" y="785"/>
                    <a:pt x="1075" y="759"/>
                  </a:cubicBezTo>
                  <a:cubicBezTo>
                    <a:pt x="1075" y="758"/>
                    <a:pt x="1075" y="758"/>
                    <a:pt x="1075" y="758"/>
                  </a:cubicBezTo>
                  <a:cubicBezTo>
                    <a:pt x="1074" y="757"/>
                    <a:pt x="1074" y="757"/>
                    <a:pt x="1074" y="757"/>
                  </a:cubicBezTo>
                  <a:cubicBezTo>
                    <a:pt x="933" y="686"/>
                    <a:pt x="783" y="640"/>
                    <a:pt x="628" y="621"/>
                  </a:cubicBezTo>
                  <a:cubicBezTo>
                    <a:pt x="627" y="621"/>
                    <a:pt x="627" y="621"/>
                    <a:pt x="627" y="621"/>
                  </a:cubicBezTo>
                  <a:cubicBezTo>
                    <a:pt x="626" y="623"/>
                    <a:pt x="626" y="623"/>
                    <a:pt x="626" y="623"/>
                  </a:cubicBezTo>
                  <a:cubicBezTo>
                    <a:pt x="618" y="664"/>
                    <a:pt x="580" y="695"/>
                    <a:pt x="538" y="695"/>
                  </a:cubicBezTo>
                  <a:cubicBezTo>
                    <a:pt x="529" y="695"/>
                    <a:pt x="520" y="694"/>
                    <a:pt x="512" y="691"/>
                  </a:cubicBezTo>
                  <a:cubicBezTo>
                    <a:pt x="511" y="691"/>
                    <a:pt x="511" y="691"/>
                    <a:pt x="511" y="691"/>
                  </a:cubicBezTo>
                  <a:lnTo>
                    <a:pt x="510" y="692"/>
                  </a:lnTo>
                  <a:close/>
                  <a:moveTo>
                    <a:pt x="448" y="611"/>
                  </a:moveTo>
                  <a:cubicBezTo>
                    <a:pt x="361" y="612"/>
                    <a:pt x="186" y="640"/>
                    <a:pt x="184" y="640"/>
                  </a:cubicBezTo>
                  <a:cubicBezTo>
                    <a:pt x="182" y="640"/>
                    <a:pt x="182" y="640"/>
                    <a:pt x="182" y="640"/>
                  </a:cubicBezTo>
                  <a:cubicBezTo>
                    <a:pt x="182" y="642"/>
                    <a:pt x="182" y="642"/>
                    <a:pt x="182" y="642"/>
                  </a:cubicBezTo>
                  <a:cubicBezTo>
                    <a:pt x="182" y="713"/>
                    <a:pt x="116" y="728"/>
                    <a:pt x="115" y="728"/>
                  </a:cubicBezTo>
                  <a:cubicBezTo>
                    <a:pt x="114" y="728"/>
                    <a:pt x="114" y="728"/>
                    <a:pt x="114" y="728"/>
                  </a:cubicBezTo>
                  <a:cubicBezTo>
                    <a:pt x="114" y="730"/>
                    <a:pt x="114" y="730"/>
                    <a:pt x="114" y="730"/>
                  </a:cubicBezTo>
                  <a:cubicBezTo>
                    <a:pt x="114" y="916"/>
                    <a:pt x="209" y="1132"/>
                    <a:pt x="345" y="1253"/>
                  </a:cubicBezTo>
                  <a:cubicBezTo>
                    <a:pt x="346" y="1254"/>
                    <a:pt x="346" y="1254"/>
                    <a:pt x="346" y="1254"/>
                  </a:cubicBezTo>
                  <a:cubicBezTo>
                    <a:pt x="348" y="1253"/>
                    <a:pt x="348" y="1253"/>
                    <a:pt x="348" y="1253"/>
                  </a:cubicBezTo>
                  <a:cubicBezTo>
                    <a:pt x="355" y="1247"/>
                    <a:pt x="363" y="1243"/>
                    <a:pt x="371" y="1239"/>
                  </a:cubicBezTo>
                  <a:cubicBezTo>
                    <a:pt x="372" y="1239"/>
                    <a:pt x="372" y="1239"/>
                    <a:pt x="372" y="1239"/>
                  </a:cubicBezTo>
                  <a:cubicBezTo>
                    <a:pt x="372" y="1237"/>
                    <a:pt x="372" y="1237"/>
                    <a:pt x="372" y="1237"/>
                  </a:cubicBezTo>
                  <a:cubicBezTo>
                    <a:pt x="352" y="1042"/>
                    <a:pt x="387" y="846"/>
                    <a:pt x="475" y="670"/>
                  </a:cubicBezTo>
                  <a:cubicBezTo>
                    <a:pt x="475" y="669"/>
                    <a:pt x="475" y="669"/>
                    <a:pt x="475" y="669"/>
                  </a:cubicBezTo>
                  <a:cubicBezTo>
                    <a:pt x="474" y="668"/>
                    <a:pt x="474" y="668"/>
                    <a:pt x="474" y="668"/>
                  </a:cubicBezTo>
                  <a:cubicBezTo>
                    <a:pt x="460" y="653"/>
                    <a:pt x="451" y="633"/>
                    <a:pt x="450" y="613"/>
                  </a:cubicBezTo>
                  <a:cubicBezTo>
                    <a:pt x="449" y="611"/>
                    <a:pt x="449" y="611"/>
                    <a:pt x="449" y="611"/>
                  </a:cubicBezTo>
                  <a:lnTo>
                    <a:pt x="448" y="611"/>
                  </a:lnTo>
                  <a:close/>
                  <a:moveTo>
                    <a:pt x="1366" y="391"/>
                  </a:moveTo>
                  <a:cubicBezTo>
                    <a:pt x="1333" y="505"/>
                    <a:pt x="1284" y="614"/>
                    <a:pt x="1223" y="716"/>
                  </a:cubicBezTo>
                  <a:cubicBezTo>
                    <a:pt x="1223" y="717"/>
                    <a:pt x="1223" y="717"/>
                    <a:pt x="1223" y="717"/>
                  </a:cubicBezTo>
                  <a:cubicBezTo>
                    <a:pt x="1224" y="718"/>
                    <a:pt x="1224" y="718"/>
                    <a:pt x="1224" y="718"/>
                  </a:cubicBezTo>
                  <a:cubicBezTo>
                    <a:pt x="1247" y="741"/>
                    <a:pt x="1256" y="777"/>
                    <a:pt x="1246" y="809"/>
                  </a:cubicBezTo>
                  <a:cubicBezTo>
                    <a:pt x="1246" y="810"/>
                    <a:pt x="1246" y="810"/>
                    <a:pt x="1246" y="810"/>
                  </a:cubicBezTo>
                  <a:cubicBezTo>
                    <a:pt x="1247" y="811"/>
                    <a:pt x="1247" y="811"/>
                    <a:pt x="1247" y="811"/>
                  </a:cubicBezTo>
                  <a:cubicBezTo>
                    <a:pt x="1319" y="860"/>
                    <a:pt x="1388" y="916"/>
                    <a:pt x="1450" y="978"/>
                  </a:cubicBezTo>
                  <a:cubicBezTo>
                    <a:pt x="1452" y="980"/>
                    <a:pt x="1452" y="980"/>
                    <a:pt x="1452" y="980"/>
                  </a:cubicBezTo>
                  <a:cubicBezTo>
                    <a:pt x="1452" y="977"/>
                    <a:pt x="1452" y="977"/>
                    <a:pt x="1452" y="977"/>
                  </a:cubicBezTo>
                  <a:cubicBezTo>
                    <a:pt x="1524" y="787"/>
                    <a:pt x="1505" y="560"/>
                    <a:pt x="1401" y="385"/>
                  </a:cubicBezTo>
                  <a:cubicBezTo>
                    <a:pt x="1401" y="384"/>
                    <a:pt x="1401" y="384"/>
                    <a:pt x="1401" y="384"/>
                  </a:cubicBezTo>
                  <a:cubicBezTo>
                    <a:pt x="1399" y="384"/>
                    <a:pt x="1399" y="384"/>
                    <a:pt x="1399" y="384"/>
                  </a:cubicBezTo>
                  <a:cubicBezTo>
                    <a:pt x="1389" y="388"/>
                    <a:pt x="1379" y="390"/>
                    <a:pt x="1368" y="390"/>
                  </a:cubicBezTo>
                  <a:cubicBezTo>
                    <a:pt x="1367" y="390"/>
                    <a:pt x="1367" y="390"/>
                    <a:pt x="1367" y="390"/>
                  </a:cubicBezTo>
                  <a:lnTo>
                    <a:pt x="1366" y="391"/>
                  </a:lnTo>
                  <a:close/>
                  <a:moveTo>
                    <a:pt x="1161" y="733"/>
                  </a:moveTo>
                  <a:cubicBezTo>
                    <a:pt x="1135" y="733"/>
                    <a:pt x="1113" y="755"/>
                    <a:pt x="1113" y="781"/>
                  </a:cubicBezTo>
                  <a:cubicBezTo>
                    <a:pt x="1113" y="808"/>
                    <a:pt x="1135" y="829"/>
                    <a:pt x="1161" y="829"/>
                  </a:cubicBezTo>
                  <a:cubicBezTo>
                    <a:pt x="1194" y="828"/>
                    <a:pt x="1208" y="804"/>
                    <a:pt x="1208" y="781"/>
                  </a:cubicBezTo>
                  <a:cubicBezTo>
                    <a:pt x="1208" y="759"/>
                    <a:pt x="1194" y="735"/>
                    <a:pt x="1161" y="733"/>
                  </a:cubicBezTo>
                  <a:close/>
                  <a:moveTo>
                    <a:pt x="753" y="378"/>
                  </a:moveTo>
                  <a:cubicBezTo>
                    <a:pt x="697" y="426"/>
                    <a:pt x="646" y="481"/>
                    <a:pt x="602" y="541"/>
                  </a:cubicBezTo>
                  <a:cubicBezTo>
                    <a:pt x="601" y="542"/>
                    <a:pt x="601" y="542"/>
                    <a:pt x="601" y="542"/>
                  </a:cubicBezTo>
                  <a:cubicBezTo>
                    <a:pt x="602" y="543"/>
                    <a:pt x="602" y="543"/>
                    <a:pt x="602" y="543"/>
                  </a:cubicBezTo>
                  <a:cubicBezTo>
                    <a:pt x="612" y="553"/>
                    <a:pt x="619" y="565"/>
                    <a:pt x="623" y="578"/>
                  </a:cubicBezTo>
                  <a:cubicBezTo>
                    <a:pt x="624" y="579"/>
                    <a:pt x="624" y="579"/>
                    <a:pt x="624" y="579"/>
                  </a:cubicBezTo>
                  <a:cubicBezTo>
                    <a:pt x="625" y="579"/>
                    <a:pt x="625" y="579"/>
                    <a:pt x="625" y="579"/>
                  </a:cubicBezTo>
                  <a:cubicBezTo>
                    <a:pt x="788" y="598"/>
                    <a:pt x="946" y="646"/>
                    <a:pt x="1094" y="721"/>
                  </a:cubicBezTo>
                  <a:cubicBezTo>
                    <a:pt x="1095" y="721"/>
                    <a:pt x="1095" y="721"/>
                    <a:pt x="1095" y="721"/>
                  </a:cubicBezTo>
                  <a:cubicBezTo>
                    <a:pt x="1096" y="720"/>
                    <a:pt x="1096" y="720"/>
                    <a:pt x="1096" y="720"/>
                  </a:cubicBezTo>
                  <a:cubicBezTo>
                    <a:pt x="1099" y="717"/>
                    <a:pt x="1103" y="713"/>
                    <a:pt x="1107" y="710"/>
                  </a:cubicBezTo>
                  <a:cubicBezTo>
                    <a:pt x="1108" y="709"/>
                    <a:pt x="1108" y="709"/>
                    <a:pt x="1108" y="709"/>
                  </a:cubicBezTo>
                  <a:cubicBezTo>
                    <a:pt x="1107" y="708"/>
                    <a:pt x="1107" y="708"/>
                    <a:pt x="1107" y="708"/>
                  </a:cubicBezTo>
                  <a:cubicBezTo>
                    <a:pt x="1048" y="583"/>
                    <a:pt x="962" y="468"/>
                    <a:pt x="857" y="378"/>
                  </a:cubicBezTo>
                  <a:cubicBezTo>
                    <a:pt x="856" y="377"/>
                    <a:pt x="856" y="377"/>
                    <a:pt x="856" y="377"/>
                  </a:cubicBezTo>
                  <a:cubicBezTo>
                    <a:pt x="855" y="378"/>
                    <a:pt x="855" y="378"/>
                    <a:pt x="855" y="378"/>
                  </a:cubicBezTo>
                  <a:cubicBezTo>
                    <a:pt x="840" y="388"/>
                    <a:pt x="823" y="393"/>
                    <a:pt x="805" y="393"/>
                  </a:cubicBezTo>
                  <a:cubicBezTo>
                    <a:pt x="787" y="393"/>
                    <a:pt x="770" y="388"/>
                    <a:pt x="755" y="378"/>
                  </a:cubicBezTo>
                  <a:cubicBezTo>
                    <a:pt x="754" y="377"/>
                    <a:pt x="754" y="377"/>
                    <a:pt x="754" y="377"/>
                  </a:cubicBezTo>
                  <a:lnTo>
                    <a:pt x="753" y="378"/>
                  </a:lnTo>
                  <a:close/>
                  <a:moveTo>
                    <a:pt x="1161" y="692"/>
                  </a:moveTo>
                  <a:cubicBezTo>
                    <a:pt x="1169" y="692"/>
                    <a:pt x="1178" y="693"/>
                    <a:pt x="1185" y="695"/>
                  </a:cubicBezTo>
                  <a:cubicBezTo>
                    <a:pt x="1187" y="696"/>
                    <a:pt x="1187" y="696"/>
                    <a:pt x="1187" y="696"/>
                  </a:cubicBezTo>
                  <a:cubicBezTo>
                    <a:pt x="1187" y="695"/>
                    <a:pt x="1187" y="695"/>
                    <a:pt x="1187" y="695"/>
                  </a:cubicBezTo>
                  <a:cubicBezTo>
                    <a:pt x="1247" y="596"/>
                    <a:pt x="1293" y="491"/>
                    <a:pt x="1326" y="381"/>
                  </a:cubicBezTo>
                  <a:cubicBezTo>
                    <a:pt x="1326" y="379"/>
                    <a:pt x="1326" y="379"/>
                    <a:pt x="1326" y="379"/>
                  </a:cubicBezTo>
                  <a:cubicBezTo>
                    <a:pt x="1325" y="379"/>
                    <a:pt x="1325" y="379"/>
                    <a:pt x="1325" y="379"/>
                  </a:cubicBezTo>
                  <a:cubicBezTo>
                    <a:pt x="1303" y="367"/>
                    <a:pt x="1287" y="345"/>
                    <a:pt x="1282" y="320"/>
                  </a:cubicBezTo>
                  <a:cubicBezTo>
                    <a:pt x="1276" y="295"/>
                    <a:pt x="1281" y="269"/>
                    <a:pt x="1295" y="248"/>
                  </a:cubicBezTo>
                  <a:cubicBezTo>
                    <a:pt x="1296" y="247"/>
                    <a:pt x="1296" y="247"/>
                    <a:pt x="1296" y="247"/>
                  </a:cubicBezTo>
                  <a:cubicBezTo>
                    <a:pt x="1295" y="246"/>
                    <a:pt x="1295" y="246"/>
                    <a:pt x="1295" y="246"/>
                  </a:cubicBezTo>
                  <a:cubicBezTo>
                    <a:pt x="1282" y="233"/>
                    <a:pt x="1268" y="220"/>
                    <a:pt x="1254" y="207"/>
                  </a:cubicBezTo>
                  <a:cubicBezTo>
                    <a:pt x="1253" y="206"/>
                    <a:pt x="1253" y="206"/>
                    <a:pt x="1253" y="206"/>
                  </a:cubicBezTo>
                  <a:cubicBezTo>
                    <a:pt x="1252" y="207"/>
                    <a:pt x="1252" y="207"/>
                    <a:pt x="1252" y="207"/>
                  </a:cubicBezTo>
                  <a:cubicBezTo>
                    <a:pt x="1236" y="221"/>
                    <a:pt x="1216" y="228"/>
                    <a:pt x="1195" y="228"/>
                  </a:cubicBezTo>
                  <a:cubicBezTo>
                    <a:pt x="1162" y="228"/>
                    <a:pt x="1131" y="210"/>
                    <a:pt x="1116" y="181"/>
                  </a:cubicBezTo>
                  <a:cubicBezTo>
                    <a:pt x="1115" y="180"/>
                    <a:pt x="1115" y="180"/>
                    <a:pt x="1115" y="180"/>
                  </a:cubicBezTo>
                  <a:cubicBezTo>
                    <a:pt x="1114" y="180"/>
                    <a:pt x="1114" y="180"/>
                    <a:pt x="1114" y="180"/>
                  </a:cubicBezTo>
                  <a:cubicBezTo>
                    <a:pt x="1036" y="204"/>
                    <a:pt x="961" y="236"/>
                    <a:pt x="892" y="278"/>
                  </a:cubicBezTo>
                  <a:cubicBezTo>
                    <a:pt x="891" y="279"/>
                    <a:pt x="891" y="279"/>
                    <a:pt x="891" y="279"/>
                  </a:cubicBezTo>
                  <a:cubicBezTo>
                    <a:pt x="891" y="280"/>
                    <a:pt x="891" y="280"/>
                    <a:pt x="891" y="280"/>
                  </a:cubicBezTo>
                  <a:cubicBezTo>
                    <a:pt x="897" y="301"/>
                    <a:pt x="894" y="325"/>
                    <a:pt x="884" y="345"/>
                  </a:cubicBezTo>
                  <a:cubicBezTo>
                    <a:pt x="884" y="346"/>
                    <a:pt x="884" y="346"/>
                    <a:pt x="884" y="346"/>
                  </a:cubicBezTo>
                  <a:cubicBezTo>
                    <a:pt x="885" y="347"/>
                    <a:pt x="885" y="347"/>
                    <a:pt x="885" y="347"/>
                  </a:cubicBezTo>
                  <a:cubicBezTo>
                    <a:pt x="994" y="441"/>
                    <a:pt x="1084" y="561"/>
                    <a:pt x="1146" y="692"/>
                  </a:cubicBezTo>
                  <a:cubicBezTo>
                    <a:pt x="1146" y="693"/>
                    <a:pt x="1146" y="693"/>
                    <a:pt x="1146" y="693"/>
                  </a:cubicBezTo>
                  <a:cubicBezTo>
                    <a:pt x="1147" y="693"/>
                    <a:pt x="1147" y="693"/>
                    <a:pt x="1147" y="693"/>
                  </a:cubicBezTo>
                  <a:cubicBezTo>
                    <a:pt x="1152" y="692"/>
                    <a:pt x="1156" y="692"/>
                    <a:pt x="1161" y="692"/>
                  </a:cubicBezTo>
                  <a:close/>
                  <a:moveTo>
                    <a:pt x="93" y="593"/>
                  </a:moveTo>
                  <a:cubicBezTo>
                    <a:pt x="67" y="593"/>
                    <a:pt x="46" y="615"/>
                    <a:pt x="46" y="641"/>
                  </a:cubicBezTo>
                  <a:cubicBezTo>
                    <a:pt x="46" y="668"/>
                    <a:pt x="67" y="689"/>
                    <a:pt x="93" y="689"/>
                  </a:cubicBezTo>
                  <a:cubicBezTo>
                    <a:pt x="126" y="688"/>
                    <a:pt x="141" y="663"/>
                    <a:pt x="141" y="641"/>
                  </a:cubicBezTo>
                  <a:cubicBezTo>
                    <a:pt x="141" y="619"/>
                    <a:pt x="126" y="595"/>
                    <a:pt x="93" y="593"/>
                  </a:cubicBezTo>
                  <a:close/>
                  <a:moveTo>
                    <a:pt x="539" y="558"/>
                  </a:moveTo>
                  <a:cubicBezTo>
                    <a:pt x="512" y="558"/>
                    <a:pt x="491" y="579"/>
                    <a:pt x="491" y="606"/>
                  </a:cubicBezTo>
                  <a:cubicBezTo>
                    <a:pt x="492" y="639"/>
                    <a:pt x="517" y="654"/>
                    <a:pt x="539" y="654"/>
                  </a:cubicBezTo>
                  <a:cubicBezTo>
                    <a:pt x="561" y="654"/>
                    <a:pt x="585" y="639"/>
                    <a:pt x="586" y="606"/>
                  </a:cubicBezTo>
                  <a:cubicBezTo>
                    <a:pt x="586" y="579"/>
                    <a:pt x="565" y="558"/>
                    <a:pt x="539" y="558"/>
                  </a:cubicBezTo>
                  <a:close/>
                  <a:moveTo>
                    <a:pt x="805" y="256"/>
                  </a:moveTo>
                  <a:cubicBezTo>
                    <a:pt x="779" y="256"/>
                    <a:pt x="757" y="277"/>
                    <a:pt x="757" y="304"/>
                  </a:cubicBezTo>
                  <a:cubicBezTo>
                    <a:pt x="757" y="330"/>
                    <a:pt x="779" y="352"/>
                    <a:pt x="805" y="352"/>
                  </a:cubicBezTo>
                  <a:cubicBezTo>
                    <a:pt x="837" y="350"/>
                    <a:pt x="852" y="326"/>
                    <a:pt x="852" y="304"/>
                  </a:cubicBezTo>
                  <a:cubicBezTo>
                    <a:pt x="852" y="282"/>
                    <a:pt x="837" y="257"/>
                    <a:pt x="805" y="256"/>
                  </a:cubicBezTo>
                  <a:close/>
                  <a:moveTo>
                    <a:pt x="1368" y="252"/>
                  </a:moveTo>
                  <a:cubicBezTo>
                    <a:pt x="1336" y="254"/>
                    <a:pt x="1321" y="278"/>
                    <a:pt x="1321" y="300"/>
                  </a:cubicBezTo>
                  <a:cubicBezTo>
                    <a:pt x="1321" y="322"/>
                    <a:pt x="1336" y="347"/>
                    <a:pt x="1368" y="348"/>
                  </a:cubicBezTo>
                  <a:cubicBezTo>
                    <a:pt x="1394" y="348"/>
                    <a:pt x="1416" y="327"/>
                    <a:pt x="1416" y="300"/>
                  </a:cubicBezTo>
                  <a:cubicBezTo>
                    <a:pt x="1416" y="274"/>
                    <a:pt x="1394" y="252"/>
                    <a:pt x="1368" y="252"/>
                  </a:cubicBezTo>
                  <a:cubicBezTo>
                    <a:pt x="1368" y="252"/>
                    <a:pt x="1368" y="252"/>
                    <a:pt x="1368" y="252"/>
                  </a:cubicBezTo>
                  <a:close/>
                  <a:moveTo>
                    <a:pt x="805" y="215"/>
                  </a:moveTo>
                  <a:cubicBezTo>
                    <a:pt x="829" y="215"/>
                    <a:pt x="852" y="224"/>
                    <a:pt x="869" y="241"/>
                  </a:cubicBezTo>
                  <a:cubicBezTo>
                    <a:pt x="870" y="242"/>
                    <a:pt x="870" y="242"/>
                    <a:pt x="870" y="242"/>
                  </a:cubicBezTo>
                  <a:cubicBezTo>
                    <a:pt x="871" y="242"/>
                    <a:pt x="871" y="242"/>
                    <a:pt x="871" y="242"/>
                  </a:cubicBezTo>
                  <a:cubicBezTo>
                    <a:pt x="944" y="198"/>
                    <a:pt x="1022" y="164"/>
                    <a:pt x="1104" y="140"/>
                  </a:cubicBezTo>
                  <a:cubicBezTo>
                    <a:pt x="1105" y="140"/>
                    <a:pt x="1105" y="140"/>
                    <a:pt x="1105" y="140"/>
                  </a:cubicBezTo>
                  <a:cubicBezTo>
                    <a:pt x="1105" y="138"/>
                    <a:pt x="1105" y="138"/>
                    <a:pt x="1105" y="138"/>
                  </a:cubicBezTo>
                  <a:cubicBezTo>
                    <a:pt x="1105" y="130"/>
                    <a:pt x="1106" y="121"/>
                    <a:pt x="1109" y="113"/>
                  </a:cubicBezTo>
                  <a:cubicBezTo>
                    <a:pt x="1109" y="112"/>
                    <a:pt x="1109" y="112"/>
                    <a:pt x="1109" y="112"/>
                  </a:cubicBezTo>
                  <a:cubicBezTo>
                    <a:pt x="1108" y="111"/>
                    <a:pt x="1108" y="111"/>
                    <a:pt x="1108" y="111"/>
                  </a:cubicBezTo>
                  <a:cubicBezTo>
                    <a:pt x="1016" y="65"/>
                    <a:pt x="911" y="41"/>
                    <a:pt x="805" y="41"/>
                  </a:cubicBezTo>
                  <a:cubicBezTo>
                    <a:pt x="695" y="41"/>
                    <a:pt x="587" y="67"/>
                    <a:pt x="493" y="116"/>
                  </a:cubicBezTo>
                  <a:cubicBezTo>
                    <a:pt x="492" y="116"/>
                    <a:pt x="492" y="116"/>
                    <a:pt x="492" y="116"/>
                  </a:cubicBezTo>
                  <a:cubicBezTo>
                    <a:pt x="492" y="118"/>
                    <a:pt x="492" y="118"/>
                    <a:pt x="492" y="118"/>
                  </a:cubicBezTo>
                  <a:cubicBezTo>
                    <a:pt x="493" y="123"/>
                    <a:pt x="494" y="129"/>
                    <a:pt x="494" y="135"/>
                  </a:cubicBezTo>
                  <a:cubicBezTo>
                    <a:pt x="494" y="137"/>
                    <a:pt x="494" y="137"/>
                    <a:pt x="494" y="137"/>
                  </a:cubicBezTo>
                  <a:cubicBezTo>
                    <a:pt x="496" y="137"/>
                    <a:pt x="496" y="137"/>
                    <a:pt x="496" y="137"/>
                  </a:cubicBezTo>
                  <a:cubicBezTo>
                    <a:pt x="581" y="161"/>
                    <a:pt x="663" y="197"/>
                    <a:pt x="739" y="242"/>
                  </a:cubicBezTo>
                  <a:cubicBezTo>
                    <a:pt x="740" y="242"/>
                    <a:pt x="740" y="242"/>
                    <a:pt x="740" y="242"/>
                  </a:cubicBezTo>
                  <a:cubicBezTo>
                    <a:pt x="741" y="241"/>
                    <a:pt x="741" y="241"/>
                    <a:pt x="741" y="241"/>
                  </a:cubicBezTo>
                  <a:cubicBezTo>
                    <a:pt x="757" y="224"/>
                    <a:pt x="781" y="215"/>
                    <a:pt x="805" y="215"/>
                  </a:cubicBezTo>
                  <a:close/>
                  <a:moveTo>
                    <a:pt x="405" y="91"/>
                  </a:moveTo>
                  <a:cubicBezTo>
                    <a:pt x="383" y="91"/>
                    <a:pt x="359" y="106"/>
                    <a:pt x="358" y="139"/>
                  </a:cubicBezTo>
                  <a:cubicBezTo>
                    <a:pt x="358" y="165"/>
                    <a:pt x="379" y="187"/>
                    <a:pt x="405" y="187"/>
                  </a:cubicBezTo>
                  <a:cubicBezTo>
                    <a:pt x="431" y="187"/>
                    <a:pt x="453" y="165"/>
                    <a:pt x="453" y="139"/>
                  </a:cubicBezTo>
                  <a:cubicBezTo>
                    <a:pt x="451" y="106"/>
                    <a:pt x="427" y="91"/>
                    <a:pt x="405" y="91"/>
                  </a:cubicBezTo>
                  <a:close/>
                  <a:moveTo>
                    <a:pt x="1194" y="91"/>
                  </a:moveTo>
                  <a:cubicBezTo>
                    <a:pt x="1168" y="91"/>
                    <a:pt x="1147" y="112"/>
                    <a:pt x="1147" y="139"/>
                  </a:cubicBezTo>
                  <a:cubicBezTo>
                    <a:pt x="1148" y="172"/>
                    <a:pt x="1172" y="186"/>
                    <a:pt x="1194" y="186"/>
                  </a:cubicBezTo>
                  <a:cubicBezTo>
                    <a:pt x="1216" y="186"/>
                    <a:pt x="1241" y="172"/>
                    <a:pt x="1242" y="139"/>
                  </a:cubicBezTo>
                  <a:cubicBezTo>
                    <a:pt x="1242" y="112"/>
                    <a:pt x="1221" y="91"/>
                    <a:pt x="1194" y="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8" name="Google Shape;776;p34"/>
          <p:cNvSpPr/>
          <p:nvPr/>
        </p:nvSpPr>
        <p:spPr>
          <a:xfrm flipH="1">
            <a:off x="1344990" y="3530600"/>
            <a:ext cx="561642" cy="562224"/>
          </a:xfrm>
          <a:custGeom>
            <a:avLst/>
            <a:gdLst/>
            <a:ahLst/>
            <a:cxnLst/>
            <a:rect l="l" t="t" r="r" b="b"/>
            <a:pathLst>
              <a:path w="1530" h="1531" extrusionOk="0">
                <a:moveTo>
                  <a:pt x="765" y="1531"/>
                </a:moveTo>
                <a:cubicBezTo>
                  <a:pt x="718" y="1531"/>
                  <a:pt x="678" y="1497"/>
                  <a:pt x="670" y="1451"/>
                </a:cubicBezTo>
                <a:cubicBezTo>
                  <a:pt x="670" y="1450"/>
                  <a:pt x="670" y="1450"/>
                  <a:pt x="670" y="1450"/>
                </a:cubicBezTo>
                <a:cubicBezTo>
                  <a:pt x="669" y="1450"/>
                  <a:pt x="669" y="1450"/>
                  <a:pt x="669" y="1450"/>
                </a:cubicBezTo>
                <a:cubicBezTo>
                  <a:pt x="553" y="1433"/>
                  <a:pt x="443" y="1388"/>
                  <a:pt x="349" y="1317"/>
                </a:cubicBezTo>
                <a:cubicBezTo>
                  <a:pt x="348" y="1316"/>
                  <a:pt x="348" y="1316"/>
                  <a:pt x="348" y="1316"/>
                </a:cubicBezTo>
                <a:cubicBezTo>
                  <a:pt x="347" y="1317"/>
                  <a:pt x="347" y="1317"/>
                  <a:pt x="347" y="1317"/>
                </a:cubicBezTo>
                <a:cubicBezTo>
                  <a:pt x="331" y="1329"/>
                  <a:pt x="312" y="1335"/>
                  <a:pt x="292" y="1335"/>
                </a:cubicBezTo>
                <a:cubicBezTo>
                  <a:pt x="266" y="1335"/>
                  <a:pt x="241" y="1325"/>
                  <a:pt x="224" y="1307"/>
                </a:cubicBezTo>
                <a:cubicBezTo>
                  <a:pt x="188" y="1273"/>
                  <a:pt x="190" y="1215"/>
                  <a:pt x="214" y="1183"/>
                </a:cubicBezTo>
                <a:cubicBezTo>
                  <a:pt x="214" y="1182"/>
                  <a:pt x="214" y="1182"/>
                  <a:pt x="214" y="1182"/>
                </a:cubicBezTo>
                <a:cubicBezTo>
                  <a:pt x="214" y="1181"/>
                  <a:pt x="214" y="1181"/>
                  <a:pt x="214" y="1181"/>
                </a:cubicBezTo>
                <a:cubicBezTo>
                  <a:pt x="143" y="1088"/>
                  <a:pt x="97" y="977"/>
                  <a:pt x="81" y="862"/>
                </a:cubicBezTo>
                <a:cubicBezTo>
                  <a:pt x="81" y="860"/>
                  <a:pt x="81" y="860"/>
                  <a:pt x="81" y="860"/>
                </a:cubicBezTo>
                <a:cubicBezTo>
                  <a:pt x="80" y="860"/>
                  <a:pt x="80" y="860"/>
                  <a:pt x="80" y="860"/>
                </a:cubicBezTo>
                <a:cubicBezTo>
                  <a:pt x="33" y="852"/>
                  <a:pt x="0" y="813"/>
                  <a:pt x="0" y="766"/>
                </a:cubicBezTo>
                <a:cubicBezTo>
                  <a:pt x="0" y="719"/>
                  <a:pt x="33" y="679"/>
                  <a:pt x="80" y="671"/>
                </a:cubicBezTo>
                <a:cubicBezTo>
                  <a:pt x="81" y="671"/>
                  <a:pt x="81" y="671"/>
                  <a:pt x="81" y="671"/>
                </a:cubicBezTo>
                <a:cubicBezTo>
                  <a:pt x="81" y="670"/>
                  <a:pt x="81" y="670"/>
                  <a:pt x="81" y="670"/>
                </a:cubicBezTo>
                <a:cubicBezTo>
                  <a:pt x="97" y="554"/>
                  <a:pt x="143" y="444"/>
                  <a:pt x="214" y="350"/>
                </a:cubicBezTo>
                <a:cubicBezTo>
                  <a:pt x="214" y="349"/>
                  <a:pt x="214" y="349"/>
                  <a:pt x="214" y="349"/>
                </a:cubicBezTo>
                <a:cubicBezTo>
                  <a:pt x="214" y="348"/>
                  <a:pt x="214" y="348"/>
                  <a:pt x="214" y="348"/>
                </a:cubicBezTo>
                <a:cubicBezTo>
                  <a:pt x="202" y="332"/>
                  <a:pt x="196" y="312"/>
                  <a:pt x="196" y="292"/>
                </a:cubicBezTo>
                <a:cubicBezTo>
                  <a:pt x="195" y="268"/>
                  <a:pt x="205" y="244"/>
                  <a:pt x="223" y="226"/>
                </a:cubicBezTo>
                <a:cubicBezTo>
                  <a:pt x="241" y="207"/>
                  <a:pt x="266" y="196"/>
                  <a:pt x="290" y="196"/>
                </a:cubicBezTo>
                <a:cubicBezTo>
                  <a:pt x="291" y="197"/>
                  <a:pt x="291" y="197"/>
                  <a:pt x="291" y="197"/>
                </a:cubicBezTo>
                <a:cubicBezTo>
                  <a:pt x="312" y="197"/>
                  <a:pt x="331" y="203"/>
                  <a:pt x="347" y="214"/>
                </a:cubicBezTo>
                <a:cubicBezTo>
                  <a:pt x="348" y="215"/>
                  <a:pt x="348" y="215"/>
                  <a:pt x="348" y="215"/>
                </a:cubicBezTo>
                <a:cubicBezTo>
                  <a:pt x="349" y="214"/>
                  <a:pt x="349" y="214"/>
                  <a:pt x="349" y="214"/>
                </a:cubicBezTo>
                <a:cubicBezTo>
                  <a:pt x="380" y="191"/>
                  <a:pt x="412" y="171"/>
                  <a:pt x="445" y="153"/>
                </a:cubicBezTo>
                <a:cubicBezTo>
                  <a:pt x="448" y="152"/>
                  <a:pt x="452" y="151"/>
                  <a:pt x="455" y="151"/>
                </a:cubicBezTo>
                <a:cubicBezTo>
                  <a:pt x="463" y="151"/>
                  <a:pt x="470" y="155"/>
                  <a:pt x="473" y="162"/>
                </a:cubicBezTo>
                <a:cubicBezTo>
                  <a:pt x="476" y="167"/>
                  <a:pt x="477" y="173"/>
                  <a:pt x="475" y="178"/>
                </a:cubicBezTo>
                <a:cubicBezTo>
                  <a:pt x="473" y="183"/>
                  <a:pt x="470" y="188"/>
                  <a:pt x="465" y="190"/>
                </a:cubicBezTo>
                <a:cubicBezTo>
                  <a:pt x="434" y="206"/>
                  <a:pt x="404" y="225"/>
                  <a:pt x="377" y="246"/>
                </a:cubicBezTo>
                <a:cubicBezTo>
                  <a:pt x="375" y="247"/>
                  <a:pt x="375" y="247"/>
                  <a:pt x="375" y="247"/>
                </a:cubicBezTo>
                <a:cubicBezTo>
                  <a:pt x="376" y="248"/>
                  <a:pt x="376" y="248"/>
                  <a:pt x="376" y="248"/>
                </a:cubicBezTo>
                <a:cubicBezTo>
                  <a:pt x="392" y="278"/>
                  <a:pt x="390" y="315"/>
                  <a:pt x="372" y="344"/>
                </a:cubicBezTo>
                <a:cubicBezTo>
                  <a:pt x="371" y="345"/>
                  <a:pt x="371" y="345"/>
                  <a:pt x="371" y="345"/>
                </a:cubicBezTo>
                <a:cubicBezTo>
                  <a:pt x="436" y="409"/>
                  <a:pt x="436" y="409"/>
                  <a:pt x="436" y="409"/>
                </a:cubicBezTo>
                <a:cubicBezTo>
                  <a:pt x="437" y="408"/>
                  <a:pt x="437" y="408"/>
                  <a:pt x="437" y="408"/>
                </a:cubicBezTo>
                <a:cubicBezTo>
                  <a:pt x="521" y="331"/>
                  <a:pt x="629" y="286"/>
                  <a:pt x="742" y="281"/>
                </a:cubicBezTo>
                <a:cubicBezTo>
                  <a:pt x="744" y="281"/>
                  <a:pt x="744" y="281"/>
                  <a:pt x="744" y="281"/>
                </a:cubicBezTo>
                <a:cubicBezTo>
                  <a:pt x="744" y="189"/>
                  <a:pt x="744" y="189"/>
                  <a:pt x="744" y="189"/>
                </a:cubicBezTo>
                <a:cubicBezTo>
                  <a:pt x="743" y="189"/>
                  <a:pt x="743" y="189"/>
                  <a:pt x="743" y="189"/>
                </a:cubicBezTo>
                <a:cubicBezTo>
                  <a:pt x="710" y="181"/>
                  <a:pt x="684" y="157"/>
                  <a:pt x="674" y="125"/>
                </a:cubicBezTo>
                <a:cubicBezTo>
                  <a:pt x="673" y="123"/>
                  <a:pt x="673" y="123"/>
                  <a:pt x="673" y="123"/>
                </a:cubicBezTo>
                <a:cubicBezTo>
                  <a:pt x="672" y="123"/>
                  <a:pt x="672" y="123"/>
                  <a:pt x="672" y="123"/>
                </a:cubicBezTo>
                <a:cubicBezTo>
                  <a:pt x="632" y="129"/>
                  <a:pt x="593" y="138"/>
                  <a:pt x="556" y="151"/>
                </a:cubicBezTo>
                <a:cubicBezTo>
                  <a:pt x="554" y="152"/>
                  <a:pt x="552" y="152"/>
                  <a:pt x="550" y="152"/>
                </a:cubicBezTo>
                <a:cubicBezTo>
                  <a:pt x="541" y="152"/>
                  <a:pt x="533" y="147"/>
                  <a:pt x="530" y="138"/>
                </a:cubicBezTo>
                <a:cubicBezTo>
                  <a:pt x="526" y="127"/>
                  <a:pt x="532" y="115"/>
                  <a:pt x="543" y="112"/>
                </a:cubicBezTo>
                <a:cubicBezTo>
                  <a:pt x="583" y="98"/>
                  <a:pt x="626" y="88"/>
                  <a:pt x="669" y="82"/>
                </a:cubicBezTo>
                <a:cubicBezTo>
                  <a:pt x="670" y="82"/>
                  <a:pt x="670" y="82"/>
                  <a:pt x="670" y="82"/>
                </a:cubicBezTo>
                <a:cubicBezTo>
                  <a:pt x="670" y="81"/>
                  <a:pt x="670" y="81"/>
                  <a:pt x="670" y="81"/>
                </a:cubicBezTo>
                <a:cubicBezTo>
                  <a:pt x="678" y="34"/>
                  <a:pt x="718" y="0"/>
                  <a:pt x="765" y="0"/>
                </a:cubicBezTo>
                <a:cubicBezTo>
                  <a:pt x="812" y="0"/>
                  <a:pt x="852" y="34"/>
                  <a:pt x="859" y="80"/>
                </a:cubicBezTo>
                <a:cubicBezTo>
                  <a:pt x="859" y="82"/>
                  <a:pt x="859" y="82"/>
                  <a:pt x="859" y="82"/>
                </a:cubicBezTo>
                <a:cubicBezTo>
                  <a:pt x="861" y="82"/>
                  <a:pt x="861" y="82"/>
                  <a:pt x="861" y="82"/>
                </a:cubicBezTo>
                <a:cubicBezTo>
                  <a:pt x="976" y="98"/>
                  <a:pt x="1087" y="144"/>
                  <a:pt x="1181" y="214"/>
                </a:cubicBezTo>
                <a:cubicBezTo>
                  <a:pt x="1182" y="215"/>
                  <a:pt x="1182" y="215"/>
                  <a:pt x="1182" y="215"/>
                </a:cubicBezTo>
                <a:cubicBezTo>
                  <a:pt x="1183" y="214"/>
                  <a:pt x="1183" y="214"/>
                  <a:pt x="1183" y="214"/>
                </a:cubicBezTo>
                <a:cubicBezTo>
                  <a:pt x="1198" y="203"/>
                  <a:pt x="1217" y="197"/>
                  <a:pt x="1238" y="197"/>
                </a:cubicBezTo>
                <a:cubicBezTo>
                  <a:pt x="1264" y="197"/>
                  <a:pt x="1289" y="207"/>
                  <a:pt x="1306" y="225"/>
                </a:cubicBezTo>
                <a:cubicBezTo>
                  <a:pt x="1342" y="258"/>
                  <a:pt x="1340" y="317"/>
                  <a:pt x="1316" y="348"/>
                </a:cubicBezTo>
                <a:cubicBezTo>
                  <a:pt x="1315" y="349"/>
                  <a:pt x="1315" y="349"/>
                  <a:pt x="1315" y="349"/>
                </a:cubicBezTo>
                <a:cubicBezTo>
                  <a:pt x="1316" y="350"/>
                  <a:pt x="1316" y="350"/>
                  <a:pt x="1316" y="350"/>
                </a:cubicBezTo>
                <a:cubicBezTo>
                  <a:pt x="1387" y="443"/>
                  <a:pt x="1433" y="554"/>
                  <a:pt x="1449" y="670"/>
                </a:cubicBezTo>
                <a:cubicBezTo>
                  <a:pt x="1449" y="671"/>
                  <a:pt x="1449" y="671"/>
                  <a:pt x="1449" y="671"/>
                </a:cubicBezTo>
                <a:cubicBezTo>
                  <a:pt x="1450" y="671"/>
                  <a:pt x="1450" y="671"/>
                  <a:pt x="1450" y="671"/>
                </a:cubicBezTo>
                <a:cubicBezTo>
                  <a:pt x="1497" y="679"/>
                  <a:pt x="1530" y="719"/>
                  <a:pt x="1530" y="766"/>
                </a:cubicBezTo>
                <a:cubicBezTo>
                  <a:pt x="1530" y="813"/>
                  <a:pt x="1497" y="852"/>
                  <a:pt x="1450" y="860"/>
                </a:cubicBezTo>
                <a:cubicBezTo>
                  <a:pt x="1449" y="860"/>
                  <a:pt x="1449" y="860"/>
                  <a:pt x="1449" y="860"/>
                </a:cubicBezTo>
                <a:cubicBezTo>
                  <a:pt x="1449" y="862"/>
                  <a:pt x="1449" y="862"/>
                  <a:pt x="1449" y="862"/>
                </a:cubicBezTo>
                <a:cubicBezTo>
                  <a:pt x="1433" y="977"/>
                  <a:pt x="1387" y="1088"/>
                  <a:pt x="1316" y="1181"/>
                </a:cubicBezTo>
                <a:cubicBezTo>
                  <a:pt x="1315" y="1182"/>
                  <a:pt x="1315" y="1182"/>
                  <a:pt x="1315" y="1182"/>
                </a:cubicBezTo>
                <a:cubicBezTo>
                  <a:pt x="1316" y="1183"/>
                  <a:pt x="1316" y="1183"/>
                  <a:pt x="1316" y="1183"/>
                </a:cubicBezTo>
                <a:cubicBezTo>
                  <a:pt x="1343" y="1221"/>
                  <a:pt x="1339" y="1275"/>
                  <a:pt x="1306" y="1307"/>
                </a:cubicBezTo>
                <a:cubicBezTo>
                  <a:pt x="1289" y="1324"/>
                  <a:pt x="1265" y="1334"/>
                  <a:pt x="1238" y="1334"/>
                </a:cubicBezTo>
                <a:cubicBezTo>
                  <a:pt x="1238" y="1334"/>
                  <a:pt x="1238" y="1334"/>
                  <a:pt x="1238" y="1334"/>
                </a:cubicBezTo>
                <a:cubicBezTo>
                  <a:pt x="1217" y="1334"/>
                  <a:pt x="1197" y="1328"/>
                  <a:pt x="1183" y="1317"/>
                </a:cubicBezTo>
                <a:cubicBezTo>
                  <a:pt x="1182" y="1316"/>
                  <a:pt x="1182" y="1316"/>
                  <a:pt x="1182" y="1316"/>
                </a:cubicBezTo>
                <a:cubicBezTo>
                  <a:pt x="1181" y="1317"/>
                  <a:pt x="1181" y="1317"/>
                  <a:pt x="1181" y="1317"/>
                </a:cubicBezTo>
                <a:cubicBezTo>
                  <a:pt x="1159" y="1333"/>
                  <a:pt x="1138" y="1348"/>
                  <a:pt x="1116" y="1360"/>
                </a:cubicBezTo>
                <a:cubicBezTo>
                  <a:pt x="1113" y="1362"/>
                  <a:pt x="1109" y="1363"/>
                  <a:pt x="1105" y="1363"/>
                </a:cubicBezTo>
                <a:cubicBezTo>
                  <a:pt x="1098" y="1363"/>
                  <a:pt x="1091" y="1359"/>
                  <a:pt x="1087" y="1353"/>
                </a:cubicBezTo>
                <a:cubicBezTo>
                  <a:pt x="1085" y="1348"/>
                  <a:pt x="1084" y="1343"/>
                  <a:pt x="1085" y="1337"/>
                </a:cubicBezTo>
                <a:cubicBezTo>
                  <a:pt x="1087" y="1332"/>
                  <a:pt x="1090" y="1327"/>
                  <a:pt x="1095" y="1325"/>
                </a:cubicBezTo>
                <a:cubicBezTo>
                  <a:pt x="1114" y="1313"/>
                  <a:pt x="1134" y="1300"/>
                  <a:pt x="1153" y="1286"/>
                </a:cubicBezTo>
                <a:cubicBezTo>
                  <a:pt x="1154" y="1285"/>
                  <a:pt x="1154" y="1285"/>
                  <a:pt x="1154" y="1285"/>
                </a:cubicBezTo>
                <a:cubicBezTo>
                  <a:pt x="1154" y="1284"/>
                  <a:pt x="1154" y="1284"/>
                  <a:pt x="1154" y="1284"/>
                </a:cubicBezTo>
                <a:cubicBezTo>
                  <a:pt x="1138" y="1253"/>
                  <a:pt x="1139" y="1217"/>
                  <a:pt x="1158" y="1188"/>
                </a:cubicBezTo>
                <a:cubicBezTo>
                  <a:pt x="1159" y="1187"/>
                  <a:pt x="1159" y="1187"/>
                  <a:pt x="1159" y="1187"/>
                </a:cubicBezTo>
                <a:cubicBezTo>
                  <a:pt x="1094" y="1122"/>
                  <a:pt x="1094" y="1122"/>
                  <a:pt x="1094" y="1122"/>
                </a:cubicBezTo>
                <a:cubicBezTo>
                  <a:pt x="1093" y="1123"/>
                  <a:pt x="1093" y="1123"/>
                  <a:pt x="1093" y="1123"/>
                </a:cubicBezTo>
                <a:cubicBezTo>
                  <a:pt x="1009" y="1200"/>
                  <a:pt x="900" y="1245"/>
                  <a:pt x="787" y="1250"/>
                </a:cubicBezTo>
                <a:cubicBezTo>
                  <a:pt x="786" y="1250"/>
                  <a:pt x="786" y="1250"/>
                  <a:pt x="786" y="1250"/>
                </a:cubicBezTo>
                <a:cubicBezTo>
                  <a:pt x="786" y="1342"/>
                  <a:pt x="786" y="1342"/>
                  <a:pt x="786" y="1342"/>
                </a:cubicBezTo>
                <a:cubicBezTo>
                  <a:pt x="787" y="1342"/>
                  <a:pt x="787" y="1342"/>
                  <a:pt x="787" y="1342"/>
                </a:cubicBezTo>
                <a:cubicBezTo>
                  <a:pt x="820" y="1350"/>
                  <a:pt x="846" y="1375"/>
                  <a:pt x="856" y="1407"/>
                </a:cubicBezTo>
                <a:cubicBezTo>
                  <a:pt x="857" y="1408"/>
                  <a:pt x="857" y="1408"/>
                  <a:pt x="857" y="1408"/>
                </a:cubicBezTo>
                <a:cubicBezTo>
                  <a:pt x="858" y="1408"/>
                  <a:pt x="858" y="1408"/>
                  <a:pt x="858" y="1408"/>
                </a:cubicBezTo>
                <a:cubicBezTo>
                  <a:pt x="908" y="1401"/>
                  <a:pt x="957" y="1388"/>
                  <a:pt x="1003" y="1369"/>
                </a:cubicBezTo>
                <a:cubicBezTo>
                  <a:pt x="1006" y="1368"/>
                  <a:pt x="1008" y="1368"/>
                  <a:pt x="1011" y="1368"/>
                </a:cubicBezTo>
                <a:cubicBezTo>
                  <a:pt x="1020" y="1368"/>
                  <a:pt x="1027" y="1373"/>
                  <a:pt x="1030" y="1381"/>
                </a:cubicBezTo>
                <a:cubicBezTo>
                  <a:pt x="1032" y="1386"/>
                  <a:pt x="1032" y="1392"/>
                  <a:pt x="1030" y="1397"/>
                </a:cubicBezTo>
                <a:cubicBezTo>
                  <a:pt x="1028" y="1402"/>
                  <a:pt x="1024" y="1406"/>
                  <a:pt x="1019" y="1408"/>
                </a:cubicBezTo>
                <a:cubicBezTo>
                  <a:pt x="968" y="1428"/>
                  <a:pt x="915" y="1442"/>
                  <a:pt x="861" y="1449"/>
                </a:cubicBezTo>
                <a:cubicBezTo>
                  <a:pt x="859" y="1450"/>
                  <a:pt x="859" y="1450"/>
                  <a:pt x="859" y="1450"/>
                </a:cubicBezTo>
                <a:cubicBezTo>
                  <a:pt x="859" y="1451"/>
                  <a:pt x="859" y="1451"/>
                  <a:pt x="859" y="1451"/>
                </a:cubicBezTo>
                <a:cubicBezTo>
                  <a:pt x="852" y="1497"/>
                  <a:pt x="812" y="1531"/>
                  <a:pt x="765" y="1531"/>
                </a:cubicBezTo>
                <a:close/>
                <a:moveTo>
                  <a:pt x="765" y="1381"/>
                </a:moveTo>
                <a:cubicBezTo>
                  <a:pt x="735" y="1381"/>
                  <a:pt x="711" y="1406"/>
                  <a:pt x="711" y="1435"/>
                </a:cubicBezTo>
                <a:cubicBezTo>
                  <a:pt x="711" y="1465"/>
                  <a:pt x="735" y="1490"/>
                  <a:pt x="765" y="1490"/>
                </a:cubicBezTo>
                <a:cubicBezTo>
                  <a:pt x="795" y="1490"/>
                  <a:pt x="819" y="1465"/>
                  <a:pt x="819" y="1435"/>
                </a:cubicBezTo>
                <a:cubicBezTo>
                  <a:pt x="819" y="1406"/>
                  <a:pt x="795" y="1381"/>
                  <a:pt x="765" y="1381"/>
                </a:cubicBezTo>
                <a:close/>
                <a:moveTo>
                  <a:pt x="373" y="1189"/>
                </a:moveTo>
                <a:cubicBezTo>
                  <a:pt x="374" y="1190"/>
                  <a:pt x="374" y="1190"/>
                  <a:pt x="374" y="1190"/>
                </a:cubicBezTo>
                <a:cubicBezTo>
                  <a:pt x="390" y="1219"/>
                  <a:pt x="391" y="1254"/>
                  <a:pt x="376" y="1284"/>
                </a:cubicBezTo>
                <a:cubicBezTo>
                  <a:pt x="375" y="1285"/>
                  <a:pt x="375" y="1285"/>
                  <a:pt x="375" y="1285"/>
                </a:cubicBezTo>
                <a:cubicBezTo>
                  <a:pt x="377" y="1286"/>
                  <a:pt x="377" y="1286"/>
                  <a:pt x="377" y="1286"/>
                </a:cubicBezTo>
                <a:cubicBezTo>
                  <a:pt x="463" y="1350"/>
                  <a:pt x="565" y="1393"/>
                  <a:pt x="672" y="1408"/>
                </a:cubicBezTo>
                <a:cubicBezTo>
                  <a:pt x="673" y="1408"/>
                  <a:pt x="673" y="1408"/>
                  <a:pt x="673" y="1408"/>
                </a:cubicBezTo>
                <a:cubicBezTo>
                  <a:pt x="674" y="1407"/>
                  <a:pt x="674" y="1407"/>
                  <a:pt x="674" y="1407"/>
                </a:cubicBezTo>
                <a:cubicBezTo>
                  <a:pt x="684" y="1375"/>
                  <a:pt x="710" y="1350"/>
                  <a:pt x="743" y="1342"/>
                </a:cubicBezTo>
                <a:cubicBezTo>
                  <a:pt x="744" y="1342"/>
                  <a:pt x="744" y="1342"/>
                  <a:pt x="744" y="1342"/>
                </a:cubicBezTo>
                <a:cubicBezTo>
                  <a:pt x="744" y="1250"/>
                  <a:pt x="744" y="1250"/>
                  <a:pt x="744" y="1250"/>
                </a:cubicBezTo>
                <a:cubicBezTo>
                  <a:pt x="742" y="1250"/>
                  <a:pt x="742" y="1250"/>
                  <a:pt x="742" y="1250"/>
                </a:cubicBezTo>
                <a:cubicBezTo>
                  <a:pt x="633" y="1246"/>
                  <a:pt x="520" y="1200"/>
                  <a:pt x="439" y="1125"/>
                </a:cubicBezTo>
                <a:cubicBezTo>
                  <a:pt x="438" y="1124"/>
                  <a:pt x="438" y="1124"/>
                  <a:pt x="438" y="1124"/>
                </a:cubicBezTo>
                <a:lnTo>
                  <a:pt x="373" y="1189"/>
                </a:lnTo>
                <a:close/>
                <a:moveTo>
                  <a:pt x="292" y="1186"/>
                </a:moveTo>
                <a:cubicBezTo>
                  <a:pt x="277" y="1186"/>
                  <a:pt x="262" y="1191"/>
                  <a:pt x="253" y="1201"/>
                </a:cubicBezTo>
                <a:cubicBezTo>
                  <a:pt x="243" y="1211"/>
                  <a:pt x="238" y="1224"/>
                  <a:pt x="238" y="1239"/>
                </a:cubicBezTo>
                <a:cubicBezTo>
                  <a:pt x="238" y="1254"/>
                  <a:pt x="243" y="1268"/>
                  <a:pt x="253" y="1278"/>
                </a:cubicBezTo>
                <a:cubicBezTo>
                  <a:pt x="263" y="1288"/>
                  <a:pt x="277" y="1293"/>
                  <a:pt x="291" y="1293"/>
                </a:cubicBezTo>
                <a:cubicBezTo>
                  <a:pt x="306" y="1293"/>
                  <a:pt x="319" y="1288"/>
                  <a:pt x="330" y="1278"/>
                </a:cubicBezTo>
                <a:cubicBezTo>
                  <a:pt x="351" y="1256"/>
                  <a:pt x="351" y="1222"/>
                  <a:pt x="330" y="1201"/>
                </a:cubicBezTo>
                <a:cubicBezTo>
                  <a:pt x="320" y="1191"/>
                  <a:pt x="306" y="1186"/>
                  <a:pt x="292" y="1186"/>
                </a:cubicBezTo>
                <a:close/>
                <a:moveTo>
                  <a:pt x="1239" y="1186"/>
                </a:moveTo>
                <a:cubicBezTo>
                  <a:pt x="1224" y="1186"/>
                  <a:pt x="1210" y="1191"/>
                  <a:pt x="1200" y="1201"/>
                </a:cubicBezTo>
                <a:cubicBezTo>
                  <a:pt x="1179" y="1222"/>
                  <a:pt x="1179" y="1256"/>
                  <a:pt x="1200" y="1278"/>
                </a:cubicBezTo>
                <a:cubicBezTo>
                  <a:pt x="1210" y="1287"/>
                  <a:pt x="1223" y="1293"/>
                  <a:pt x="1238" y="1293"/>
                </a:cubicBezTo>
                <a:cubicBezTo>
                  <a:pt x="1253" y="1293"/>
                  <a:pt x="1267" y="1287"/>
                  <a:pt x="1277" y="1278"/>
                </a:cubicBezTo>
                <a:cubicBezTo>
                  <a:pt x="1287" y="1268"/>
                  <a:pt x="1292" y="1254"/>
                  <a:pt x="1292" y="1240"/>
                </a:cubicBezTo>
                <a:cubicBezTo>
                  <a:pt x="1292" y="1225"/>
                  <a:pt x="1286" y="1210"/>
                  <a:pt x="1277" y="1201"/>
                </a:cubicBezTo>
                <a:cubicBezTo>
                  <a:pt x="1267" y="1191"/>
                  <a:pt x="1253" y="1186"/>
                  <a:pt x="1239" y="1186"/>
                </a:cubicBezTo>
                <a:close/>
                <a:moveTo>
                  <a:pt x="594" y="1023"/>
                </a:moveTo>
                <a:cubicBezTo>
                  <a:pt x="629" y="1126"/>
                  <a:pt x="683" y="1193"/>
                  <a:pt x="742" y="1207"/>
                </a:cubicBezTo>
                <a:cubicBezTo>
                  <a:pt x="744" y="1207"/>
                  <a:pt x="744" y="1207"/>
                  <a:pt x="744" y="1207"/>
                </a:cubicBezTo>
                <a:cubicBezTo>
                  <a:pt x="744" y="1021"/>
                  <a:pt x="744" y="1021"/>
                  <a:pt x="744" y="1021"/>
                </a:cubicBezTo>
                <a:cubicBezTo>
                  <a:pt x="593" y="1021"/>
                  <a:pt x="593" y="1021"/>
                  <a:pt x="593" y="1021"/>
                </a:cubicBezTo>
                <a:lnTo>
                  <a:pt x="594" y="1023"/>
                </a:lnTo>
                <a:close/>
                <a:moveTo>
                  <a:pt x="786" y="1207"/>
                </a:moveTo>
                <a:cubicBezTo>
                  <a:pt x="788" y="1207"/>
                  <a:pt x="788" y="1207"/>
                  <a:pt x="788" y="1207"/>
                </a:cubicBezTo>
                <a:cubicBezTo>
                  <a:pt x="846" y="1193"/>
                  <a:pt x="900" y="1126"/>
                  <a:pt x="936" y="1023"/>
                </a:cubicBezTo>
                <a:cubicBezTo>
                  <a:pt x="937" y="1021"/>
                  <a:pt x="937" y="1021"/>
                  <a:pt x="937" y="1021"/>
                </a:cubicBezTo>
                <a:cubicBezTo>
                  <a:pt x="786" y="1021"/>
                  <a:pt x="786" y="1021"/>
                  <a:pt x="786" y="1021"/>
                </a:cubicBezTo>
                <a:lnTo>
                  <a:pt x="786" y="1207"/>
                </a:lnTo>
                <a:close/>
                <a:moveTo>
                  <a:pt x="404" y="1024"/>
                </a:moveTo>
                <a:cubicBezTo>
                  <a:pt x="460" y="1104"/>
                  <a:pt x="543" y="1163"/>
                  <a:pt x="637" y="1191"/>
                </a:cubicBezTo>
                <a:cubicBezTo>
                  <a:pt x="643" y="1193"/>
                  <a:pt x="643" y="1193"/>
                  <a:pt x="643" y="1193"/>
                </a:cubicBezTo>
                <a:cubicBezTo>
                  <a:pt x="639" y="1188"/>
                  <a:pt x="639" y="1188"/>
                  <a:pt x="639" y="1188"/>
                </a:cubicBezTo>
                <a:cubicBezTo>
                  <a:pt x="603" y="1150"/>
                  <a:pt x="570" y="1088"/>
                  <a:pt x="549" y="1022"/>
                </a:cubicBezTo>
                <a:cubicBezTo>
                  <a:pt x="549" y="1021"/>
                  <a:pt x="549" y="1021"/>
                  <a:pt x="549" y="1021"/>
                </a:cubicBezTo>
                <a:cubicBezTo>
                  <a:pt x="402" y="1021"/>
                  <a:pt x="402" y="1021"/>
                  <a:pt x="402" y="1021"/>
                </a:cubicBezTo>
                <a:lnTo>
                  <a:pt x="404" y="1024"/>
                </a:lnTo>
                <a:close/>
                <a:moveTo>
                  <a:pt x="980" y="1022"/>
                </a:moveTo>
                <a:cubicBezTo>
                  <a:pt x="971" y="1051"/>
                  <a:pt x="960" y="1079"/>
                  <a:pt x="948" y="1103"/>
                </a:cubicBezTo>
                <a:cubicBezTo>
                  <a:pt x="931" y="1137"/>
                  <a:pt x="912" y="1165"/>
                  <a:pt x="891" y="1188"/>
                </a:cubicBezTo>
                <a:cubicBezTo>
                  <a:pt x="887" y="1192"/>
                  <a:pt x="887" y="1192"/>
                  <a:pt x="887" y="1192"/>
                </a:cubicBezTo>
                <a:cubicBezTo>
                  <a:pt x="893" y="1190"/>
                  <a:pt x="893" y="1190"/>
                  <a:pt x="893" y="1190"/>
                </a:cubicBezTo>
                <a:cubicBezTo>
                  <a:pt x="986" y="1162"/>
                  <a:pt x="1069" y="1103"/>
                  <a:pt x="1126" y="1024"/>
                </a:cubicBezTo>
                <a:cubicBezTo>
                  <a:pt x="1128" y="1021"/>
                  <a:pt x="1128" y="1021"/>
                  <a:pt x="1128" y="1021"/>
                </a:cubicBezTo>
                <a:cubicBezTo>
                  <a:pt x="981" y="1021"/>
                  <a:pt x="981" y="1021"/>
                  <a:pt x="981" y="1021"/>
                </a:cubicBezTo>
                <a:lnTo>
                  <a:pt x="980" y="1022"/>
                </a:lnTo>
                <a:close/>
                <a:moveTo>
                  <a:pt x="291" y="1144"/>
                </a:moveTo>
                <a:cubicBezTo>
                  <a:pt x="310" y="1144"/>
                  <a:pt x="328" y="1149"/>
                  <a:pt x="343" y="1159"/>
                </a:cubicBezTo>
                <a:cubicBezTo>
                  <a:pt x="344" y="1159"/>
                  <a:pt x="344" y="1159"/>
                  <a:pt x="344" y="1159"/>
                </a:cubicBezTo>
                <a:cubicBezTo>
                  <a:pt x="408" y="1095"/>
                  <a:pt x="408" y="1095"/>
                  <a:pt x="408" y="1095"/>
                </a:cubicBezTo>
                <a:cubicBezTo>
                  <a:pt x="407" y="1094"/>
                  <a:pt x="407" y="1094"/>
                  <a:pt x="407" y="1094"/>
                </a:cubicBezTo>
                <a:cubicBezTo>
                  <a:pt x="367" y="1049"/>
                  <a:pt x="335" y="998"/>
                  <a:pt x="313" y="942"/>
                </a:cubicBezTo>
                <a:cubicBezTo>
                  <a:pt x="309" y="931"/>
                  <a:pt x="314" y="919"/>
                  <a:pt x="325" y="915"/>
                </a:cubicBezTo>
                <a:cubicBezTo>
                  <a:pt x="327" y="914"/>
                  <a:pt x="329" y="914"/>
                  <a:pt x="332" y="914"/>
                </a:cubicBezTo>
                <a:cubicBezTo>
                  <a:pt x="341" y="914"/>
                  <a:pt x="348" y="919"/>
                  <a:pt x="351" y="927"/>
                </a:cubicBezTo>
                <a:cubicBezTo>
                  <a:pt x="358" y="944"/>
                  <a:pt x="366" y="962"/>
                  <a:pt x="375" y="979"/>
                </a:cubicBezTo>
                <a:cubicBezTo>
                  <a:pt x="376" y="979"/>
                  <a:pt x="376" y="979"/>
                  <a:pt x="376" y="979"/>
                </a:cubicBezTo>
                <a:cubicBezTo>
                  <a:pt x="537" y="979"/>
                  <a:pt x="537" y="979"/>
                  <a:pt x="537" y="979"/>
                </a:cubicBezTo>
                <a:cubicBezTo>
                  <a:pt x="537" y="977"/>
                  <a:pt x="537" y="977"/>
                  <a:pt x="537" y="977"/>
                </a:cubicBezTo>
                <a:cubicBezTo>
                  <a:pt x="522" y="918"/>
                  <a:pt x="514" y="854"/>
                  <a:pt x="512" y="788"/>
                </a:cubicBezTo>
                <a:cubicBezTo>
                  <a:pt x="512" y="786"/>
                  <a:pt x="512" y="786"/>
                  <a:pt x="512" y="786"/>
                </a:cubicBezTo>
                <a:cubicBezTo>
                  <a:pt x="322" y="786"/>
                  <a:pt x="322" y="786"/>
                  <a:pt x="322" y="786"/>
                </a:cubicBezTo>
                <a:cubicBezTo>
                  <a:pt x="322" y="788"/>
                  <a:pt x="322" y="788"/>
                  <a:pt x="322" y="788"/>
                </a:cubicBezTo>
                <a:cubicBezTo>
                  <a:pt x="323" y="803"/>
                  <a:pt x="324" y="817"/>
                  <a:pt x="326" y="830"/>
                </a:cubicBezTo>
                <a:cubicBezTo>
                  <a:pt x="326" y="836"/>
                  <a:pt x="324" y="842"/>
                  <a:pt x="320" y="847"/>
                </a:cubicBezTo>
                <a:cubicBezTo>
                  <a:pt x="316" y="851"/>
                  <a:pt x="311" y="854"/>
                  <a:pt x="305" y="854"/>
                </a:cubicBezTo>
                <a:cubicBezTo>
                  <a:pt x="295" y="854"/>
                  <a:pt x="286" y="846"/>
                  <a:pt x="285" y="836"/>
                </a:cubicBezTo>
                <a:cubicBezTo>
                  <a:pt x="282" y="821"/>
                  <a:pt x="281" y="804"/>
                  <a:pt x="280" y="788"/>
                </a:cubicBezTo>
                <a:cubicBezTo>
                  <a:pt x="280" y="786"/>
                  <a:pt x="280" y="786"/>
                  <a:pt x="280" y="786"/>
                </a:cubicBezTo>
                <a:cubicBezTo>
                  <a:pt x="189" y="786"/>
                  <a:pt x="189" y="786"/>
                  <a:pt x="189" y="786"/>
                </a:cubicBezTo>
                <a:cubicBezTo>
                  <a:pt x="188" y="788"/>
                  <a:pt x="188" y="788"/>
                  <a:pt x="188" y="788"/>
                </a:cubicBezTo>
                <a:cubicBezTo>
                  <a:pt x="181" y="820"/>
                  <a:pt x="156" y="847"/>
                  <a:pt x="124" y="857"/>
                </a:cubicBezTo>
                <a:cubicBezTo>
                  <a:pt x="122" y="857"/>
                  <a:pt x="122" y="857"/>
                  <a:pt x="122" y="857"/>
                </a:cubicBezTo>
                <a:cubicBezTo>
                  <a:pt x="123" y="859"/>
                  <a:pt x="123" y="859"/>
                  <a:pt x="123" y="859"/>
                </a:cubicBezTo>
                <a:cubicBezTo>
                  <a:pt x="138" y="965"/>
                  <a:pt x="180" y="1067"/>
                  <a:pt x="245" y="1154"/>
                </a:cubicBezTo>
                <a:cubicBezTo>
                  <a:pt x="246" y="1155"/>
                  <a:pt x="246" y="1155"/>
                  <a:pt x="246" y="1155"/>
                </a:cubicBezTo>
                <a:cubicBezTo>
                  <a:pt x="247" y="1154"/>
                  <a:pt x="247" y="1154"/>
                  <a:pt x="247" y="1154"/>
                </a:cubicBezTo>
                <a:cubicBezTo>
                  <a:pt x="260" y="1148"/>
                  <a:pt x="275" y="1144"/>
                  <a:pt x="291" y="1144"/>
                </a:cubicBezTo>
                <a:close/>
                <a:moveTo>
                  <a:pt x="1250" y="788"/>
                </a:moveTo>
                <a:cubicBezTo>
                  <a:pt x="1244" y="900"/>
                  <a:pt x="1200" y="1008"/>
                  <a:pt x="1124" y="1091"/>
                </a:cubicBezTo>
                <a:cubicBezTo>
                  <a:pt x="1123" y="1093"/>
                  <a:pt x="1123" y="1093"/>
                  <a:pt x="1123" y="1093"/>
                </a:cubicBezTo>
                <a:cubicBezTo>
                  <a:pt x="1188" y="1158"/>
                  <a:pt x="1188" y="1158"/>
                  <a:pt x="1188" y="1158"/>
                </a:cubicBezTo>
                <a:cubicBezTo>
                  <a:pt x="1189" y="1157"/>
                  <a:pt x="1189" y="1157"/>
                  <a:pt x="1189" y="1157"/>
                </a:cubicBezTo>
                <a:cubicBezTo>
                  <a:pt x="1204" y="1148"/>
                  <a:pt x="1221" y="1144"/>
                  <a:pt x="1238" y="1144"/>
                </a:cubicBezTo>
                <a:cubicBezTo>
                  <a:pt x="1254" y="1144"/>
                  <a:pt x="1269" y="1147"/>
                  <a:pt x="1283" y="1154"/>
                </a:cubicBezTo>
                <a:cubicBezTo>
                  <a:pt x="1284" y="1155"/>
                  <a:pt x="1284" y="1155"/>
                  <a:pt x="1284" y="1155"/>
                </a:cubicBezTo>
                <a:cubicBezTo>
                  <a:pt x="1285" y="1154"/>
                  <a:pt x="1285" y="1154"/>
                  <a:pt x="1285" y="1154"/>
                </a:cubicBezTo>
                <a:cubicBezTo>
                  <a:pt x="1350" y="1067"/>
                  <a:pt x="1392" y="965"/>
                  <a:pt x="1407" y="859"/>
                </a:cubicBezTo>
                <a:cubicBezTo>
                  <a:pt x="1407" y="857"/>
                  <a:pt x="1407" y="857"/>
                  <a:pt x="1407" y="857"/>
                </a:cubicBezTo>
                <a:cubicBezTo>
                  <a:pt x="1406" y="857"/>
                  <a:pt x="1406" y="857"/>
                  <a:pt x="1406" y="857"/>
                </a:cubicBezTo>
                <a:cubicBezTo>
                  <a:pt x="1374" y="847"/>
                  <a:pt x="1349" y="820"/>
                  <a:pt x="1341" y="788"/>
                </a:cubicBezTo>
                <a:cubicBezTo>
                  <a:pt x="1341" y="786"/>
                  <a:pt x="1341" y="786"/>
                  <a:pt x="1341" y="786"/>
                </a:cubicBezTo>
                <a:cubicBezTo>
                  <a:pt x="1250" y="786"/>
                  <a:pt x="1250" y="786"/>
                  <a:pt x="1250" y="786"/>
                </a:cubicBezTo>
                <a:lnTo>
                  <a:pt x="1250" y="788"/>
                </a:lnTo>
                <a:close/>
                <a:moveTo>
                  <a:pt x="1018" y="788"/>
                </a:moveTo>
                <a:cubicBezTo>
                  <a:pt x="1016" y="854"/>
                  <a:pt x="1008" y="918"/>
                  <a:pt x="993" y="977"/>
                </a:cubicBezTo>
                <a:cubicBezTo>
                  <a:pt x="993" y="979"/>
                  <a:pt x="993" y="979"/>
                  <a:pt x="993" y="979"/>
                </a:cubicBezTo>
                <a:cubicBezTo>
                  <a:pt x="1154" y="979"/>
                  <a:pt x="1154" y="979"/>
                  <a:pt x="1154" y="979"/>
                </a:cubicBezTo>
                <a:cubicBezTo>
                  <a:pt x="1154" y="979"/>
                  <a:pt x="1154" y="979"/>
                  <a:pt x="1154" y="979"/>
                </a:cubicBezTo>
                <a:cubicBezTo>
                  <a:pt x="1186" y="920"/>
                  <a:pt x="1205" y="856"/>
                  <a:pt x="1208" y="788"/>
                </a:cubicBezTo>
                <a:cubicBezTo>
                  <a:pt x="1208" y="786"/>
                  <a:pt x="1208" y="786"/>
                  <a:pt x="1208" y="786"/>
                </a:cubicBezTo>
                <a:cubicBezTo>
                  <a:pt x="1018" y="786"/>
                  <a:pt x="1018" y="786"/>
                  <a:pt x="1018" y="786"/>
                </a:cubicBezTo>
                <a:lnTo>
                  <a:pt x="1018" y="788"/>
                </a:lnTo>
                <a:close/>
                <a:moveTo>
                  <a:pt x="786" y="979"/>
                </a:moveTo>
                <a:cubicBezTo>
                  <a:pt x="949" y="979"/>
                  <a:pt x="949" y="979"/>
                  <a:pt x="949" y="979"/>
                </a:cubicBezTo>
                <a:cubicBezTo>
                  <a:pt x="950" y="978"/>
                  <a:pt x="950" y="978"/>
                  <a:pt x="950" y="978"/>
                </a:cubicBezTo>
                <a:cubicBezTo>
                  <a:pt x="965" y="919"/>
                  <a:pt x="974" y="855"/>
                  <a:pt x="976" y="788"/>
                </a:cubicBezTo>
                <a:cubicBezTo>
                  <a:pt x="976" y="786"/>
                  <a:pt x="976" y="786"/>
                  <a:pt x="976" y="786"/>
                </a:cubicBezTo>
                <a:cubicBezTo>
                  <a:pt x="786" y="786"/>
                  <a:pt x="786" y="786"/>
                  <a:pt x="786" y="786"/>
                </a:cubicBezTo>
                <a:lnTo>
                  <a:pt x="786" y="979"/>
                </a:lnTo>
                <a:close/>
                <a:moveTo>
                  <a:pt x="554" y="788"/>
                </a:moveTo>
                <a:cubicBezTo>
                  <a:pt x="555" y="855"/>
                  <a:pt x="564" y="919"/>
                  <a:pt x="580" y="978"/>
                </a:cubicBezTo>
                <a:cubicBezTo>
                  <a:pt x="580" y="979"/>
                  <a:pt x="580" y="979"/>
                  <a:pt x="580" y="979"/>
                </a:cubicBezTo>
                <a:cubicBezTo>
                  <a:pt x="744" y="979"/>
                  <a:pt x="744" y="979"/>
                  <a:pt x="744" y="979"/>
                </a:cubicBezTo>
                <a:cubicBezTo>
                  <a:pt x="744" y="786"/>
                  <a:pt x="744" y="786"/>
                  <a:pt x="744" y="786"/>
                </a:cubicBezTo>
                <a:cubicBezTo>
                  <a:pt x="554" y="786"/>
                  <a:pt x="554" y="786"/>
                  <a:pt x="554" y="786"/>
                </a:cubicBezTo>
                <a:lnTo>
                  <a:pt x="554" y="788"/>
                </a:lnTo>
                <a:close/>
                <a:moveTo>
                  <a:pt x="1435" y="712"/>
                </a:moveTo>
                <a:cubicBezTo>
                  <a:pt x="1405" y="712"/>
                  <a:pt x="1380" y="736"/>
                  <a:pt x="1380" y="766"/>
                </a:cubicBezTo>
                <a:cubicBezTo>
                  <a:pt x="1380" y="796"/>
                  <a:pt x="1405" y="820"/>
                  <a:pt x="1435" y="820"/>
                </a:cubicBezTo>
                <a:cubicBezTo>
                  <a:pt x="1464" y="820"/>
                  <a:pt x="1489" y="796"/>
                  <a:pt x="1489" y="766"/>
                </a:cubicBezTo>
                <a:cubicBezTo>
                  <a:pt x="1489" y="736"/>
                  <a:pt x="1464" y="712"/>
                  <a:pt x="1435" y="712"/>
                </a:cubicBezTo>
                <a:close/>
                <a:moveTo>
                  <a:pt x="95" y="712"/>
                </a:moveTo>
                <a:cubicBezTo>
                  <a:pt x="65" y="712"/>
                  <a:pt x="41" y="736"/>
                  <a:pt x="41" y="766"/>
                </a:cubicBezTo>
                <a:cubicBezTo>
                  <a:pt x="41" y="796"/>
                  <a:pt x="65" y="820"/>
                  <a:pt x="95" y="820"/>
                </a:cubicBezTo>
                <a:cubicBezTo>
                  <a:pt x="125" y="820"/>
                  <a:pt x="149" y="796"/>
                  <a:pt x="149" y="766"/>
                </a:cubicBezTo>
                <a:cubicBezTo>
                  <a:pt x="149" y="736"/>
                  <a:pt x="125" y="712"/>
                  <a:pt x="95" y="712"/>
                </a:cubicBezTo>
                <a:close/>
                <a:moveTo>
                  <a:pt x="1225" y="683"/>
                </a:moveTo>
                <a:cubicBezTo>
                  <a:pt x="1236" y="683"/>
                  <a:pt x="1244" y="691"/>
                  <a:pt x="1246" y="701"/>
                </a:cubicBezTo>
                <a:cubicBezTo>
                  <a:pt x="1248" y="714"/>
                  <a:pt x="1249" y="729"/>
                  <a:pt x="1249" y="743"/>
                </a:cubicBezTo>
                <a:cubicBezTo>
                  <a:pt x="1250" y="745"/>
                  <a:pt x="1250" y="745"/>
                  <a:pt x="1250" y="745"/>
                </a:cubicBezTo>
                <a:cubicBezTo>
                  <a:pt x="1341" y="745"/>
                  <a:pt x="1341" y="745"/>
                  <a:pt x="1341" y="745"/>
                </a:cubicBezTo>
                <a:cubicBezTo>
                  <a:pt x="1341" y="744"/>
                  <a:pt x="1341" y="744"/>
                  <a:pt x="1341" y="744"/>
                </a:cubicBezTo>
                <a:cubicBezTo>
                  <a:pt x="1349" y="711"/>
                  <a:pt x="1374" y="684"/>
                  <a:pt x="1406" y="674"/>
                </a:cubicBezTo>
                <a:cubicBezTo>
                  <a:pt x="1407" y="674"/>
                  <a:pt x="1407" y="674"/>
                  <a:pt x="1407" y="674"/>
                </a:cubicBezTo>
                <a:cubicBezTo>
                  <a:pt x="1407" y="673"/>
                  <a:pt x="1407" y="673"/>
                  <a:pt x="1407" y="673"/>
                </a:cubicBezTo>
                <a:cubicBezTo>
                  <a:pt x="1392" y="566"/>
                  <a:pt x="1349" y="464"/>
                  <a:pt x="1285" y="378"/>
                </a:cubicBezTo>
                <a:cubicBezTo>
                  <a:pt x="1284" y="376"/>
                  <a:pt x="1284" y="376"/>
                  <a:pt x="1284" y="376"/>
                </a:cubicBezTo>
                <a:cubicBezTo>
                  <a:pt x="1283" y="377"/>
                  <a:pt x="1283" y="377"/>
                  <a:pt x="1283" y="377"/>
                </a:cubicBezTo>
                <a:cubicBezTo>
                  <a:pt x="1270" y="384"/>
                  <a:pt x="1255" y="388"/>
                  <a:pt x="1239" y="388"/>
                </a:cubicBezTo>
                <a:cubicBezTo>
                  <a:pt x="1239" y="388"/>
                  <a:pt x="1239" y="388"/>
                  <a:pt x="1239" y="388"/>
                </a:cubicBezTo>
                <a:cubicBezTo>
                  <a:pt x="1220" y="388"/>
                  <a:pt x="1202" y="382"/>
                  <a:pt x="1187" y="373"/>
                </a:cubicBezTo>
                <a:cubicBezTo>
                  <a:pt x="1186" y="372"/>
                  <a:pt x="1186" y="372"/>
                  <a:pt x="1186" y="372"/>
                </a:cubicBezTo>
                <a:cubicBezTo>
                  <a:pt x="1121" y="437"/>
                  <a:pt x="1121" y="437"/>
                  <a:pt x="1121" y="437"/>
                </a:cubicBezTo>
                <a:cubicBezTo>
                  <a:pt x="1122" y="438"/>
                  <a:pt x="1122" y="438"/>
                  <a:pt x="1122" y="438"/>
                </a:cubicBezTo>
                <a:cubicBezTo>
                  <a:pt x="1165" y="484"/>
                  <a:pt x="1197" y="536"/>
                  <a:pt x="1219" y="595"/>
                </a:cubicBezTo>
                <a:cubicBezTo>
                  <a:pt x="1221" y="600"/>
                  <a:pt x="1221" y="605"/>
                  <a:pt x="1219" y="611"/>
                </a:cubicBezTo>
                <a:cubicBezTo>
                  <a:pt x="1216" y="616"/>
                  <a:pt x="1212" y="619"/>
                  <a:pt x="1207" y="621"/>
                </a:cubicBezTo>
                <a:cubicBezTo>
                  <a:pt x="1205" y="622"/>
                  <a:pt x="1202" y="623"/>
                  <a:pt x="1200" y="623"/>
                </a:cubicBezTo>
                <a:cubicBezTo>
                  <a:pt x="1191" y="623"/>
                  <a:pt x="1183" y="617"/>
                  <a:pt x="1180" y="609"/>
                </a:cubicBezTo>
                <a:cubicBezTo>
                  <a:pt x="1173" y="590"/>
                  <a:pt x="1164" y="571"/>
                  <a:pt x="1154" y="553"/>
                </a:cubicBezTo>
                <a:cubicBezTo>
                  <a:pt x="1154" y="552"/>
                  <a:pt x="1154" y="552"/>
                  <a:pt x="1154" y="552"/>
                </a:cubicBezTo>
                <a:cubicBezTo>
                  <a:pt x="993" y="552"/>
                  <a:pt x="993" y="552"/>
                  <a:pt x="993" y="552"/>
                </a:cubicBezTo>
                <a:cubicBezTo>
                  <a:pt x="993" y="554"/>
                  <a:pt x="993" y="554"/>
                  <a:pt x="993" y="554"/>
                </a:cubicBezTo>
                <a:cubicBezTo>
                  <a:pt x="1008" y="613"/>
                  <a:pt x="1016" y="677"/>
                  <a:pt x="1018" y="743"/>
                </a:cubicBezTo>
                <a:cubicBezTo>
                  <a:pt x="1018" y="745"/>
                  <a:pt x="1018" y="745"/>
                  <a:pt x="1018" y="745"/>
                </a:cubicBezTo>
                <a:cubicBezTo>
                  <a:pt x="1208" y="745"/>
                  <a:pt x="1208" y="745"/>
                  <a:pt x="1208" y="745"/>
                </a:cubicBezTo>
                <a:cubicBezTo>
                  <a:pt x="1208" y="743"/>
                  <a:pt x="1208" y="743"/>
                  <a:pt x="1208" y="743"/>
                </a:cubicBezTo>
                <a:cubicBezTo>
                  <a:pt x="1207" y="730"/>
                  <a:pt x="1206" y="718"/>
                  <a:pt x="1205" y="707"/>
                </a:cubicBezTo>
                <a:cubicBezTo>
                  <a:pt x="1204" y="701"/>
                  <a:pt x="1205" y="696"/>
                  <a:pt x="1209" y="691"/>
                </a:cubicBezTo>
                <a:cubicBezTo>
                  <a:pt x="1212" y="687"/>
                  <a:pt x="1217" y="684"/>
                  <a:pt x="1222" y="683"/>
                </a:cubicBezTo>
                <a:cubicBezTo>
                  <a:pt x="1223" y="683"/>
                  <a:pt x="1224" y="683"/>
                  <a:pt x="1225" y="683"/>
                </a:cubicBezTo>
                <a:close/>
                <a:moveTo>
                  <a:pt x="786" y="745"/>
                </a:moveTo>
                <a:cubicBezTo>
                  <a:pt x="976" y="745"/>
                  <a:pt x="976" y="745"/>
                  <a:pt x="976" y="745"/>
                </a:cubicBezTo>
                <a:cubicBezTo>
                  <a:pt x="976" y="743"/>
                  <a:pt x="976" y="743"/>
                  <a:pt x="976" y="743"/>
                </a:cubicBezTo>
                <a:cubicBezTo>
                  <a:pt x="974" y="677"/>
                  <a:pt x="965" y="613"/>
                  <a:pt x="950" y="553"/>
                </a:cubicBezTo>
                <a:cubicBezTo>
                  <a:pt x="949" y="552"/>
                  <a:pt x="949" y="552"/>
                  <a:pt x="949" y="552"/>
                </a:cubicBezTo>
                <a:cubicBezTo>
                  <a:pt x="786" y="552"/>
                  <a:pt x="786" y="552"/>
                  <a:pt x="786" y="552"/>
                </a:cubicBezTo>
                <a:lnTo>
                  <a:pt x="786" y="745"/>
                </a:lnTo>
                <a:close/>
                <a:moveTo>
                  <a:pt x="580" y="553"/>
                </a:moveTo>
                <a:cubicBezTo>
                  <a:pt x="564" y="613"/>
                  <a:pt x="555" y="677"/>
                  <a:pt x="554" y="743"/>
                </a:cubicBezTo>
                <a:cubicBezTo>
                  <a:pt x="554" y="745"/>
                  <a:pt x="554" y="745"/>
                  <a:pt x="554" y="745"/>
                </a:cubicBezTo>
                <a:cubicBezTo>
                  <a:pt x="744" y="745"/>
                  <a:pt x="744" y="745"/>
                  <a:pt x="744" y="745"/>
                </a:cubicBezTo>
                <a:cubicBezTo>
                  <a:pt x="744" y="552"/>
                  <a:pt x="744" y="552"/>
                  <a:pt x="744" y="552"/>
                </a:cubicBezTo>
                <a:cubicBezTo>
                  <a:pt x="580" y="552"/>
                  <a:pt x="580" y="552"/>
                  <a:pt x="580" y="552"/>
                </a:cubicBezTo>
                <a:lnTo>
                  <a:pt x="580" y="553"/>
                </a:lnTo>
                <a:close/>
                <a:moveTo>
                  <a:pt x="376" y="553"/>
                </a:moveTo>
                <a:cubicBezTo>
                  <a:pt x="343" y="612"/>
                  <a:pt x="325" y="676"/>
                  <a:pt x="322" y="743"/>
                </a:cubicBezTo>
                <a:cubicBezTo>
                  <a:pt x="322" y="745"/>
                  <a:pt x="322" y="745"/>
                  <a:pt x="322" y="745"/>
                </a:cubicBezTo>
                <a:cubicBezTo>
                  <a:pt x="512" y="745"/>
                  <a:pt x="512" y="745"/>
                  <a:pt x="512" y="745"/>
                </a:cubicBezTo>
                <a:cubicBezTo>
                  <a:pt x="512" y="743"/>
                  <a:pt x="512" y="743"/>
                  <a:pt x="512" y="743"/>
                </a:cubicBezTo>
                <a:cubicBezTo>
                  <a:pt x="514" y="677"/>
                  <a:pt x="522" y="613"/>
                  <a:pt x="537" y="554"/>
                </a:cubicBezTo>
                <a:cubicBezTo>
                  <a:pt x="537" y="552"/>
                  <a:pt x="537" y="552"/>
                  <a:pt x="537" y="552"/>
                </a:cubicBezTo>
                <a:cubicBezTo>
                  <a:pt x="376" y="552"/>
                  <a:pt x="376" y="552"/>
                  <a:pt x="376" y="552"/>
                </a:cubicBezTo>
                <a:lnTo>
                  <a:pt x="376" y="553"/>
                </a:lnTo>
                <a:close/>
                <a:moveTo>
                  <a:pt x="245" y="378"/>
                </a:moveTo>
                <a:cubicBezTo>
                  <a:pt x="180" y="464"/>
                  <a:pt x="138" y="566"/>
                  <a:pt x="123" y="673"/>
                </a:cubicBezTo>
                <a:cubicBezTo>
                  <a:pt x="122" y="674"/>
                  <a:pt x="122" y="674"/>
                  <a:pt x="122" y="674"/>
                </a:cubicBezTo>
                <a:cubicBezTo>
                  <a:pt x="124" y="674"/>
                  <a:pt x="124" y="674"/>
                  <a:pt x="124" y="674"/>
                </a:cubicBezTo>
                <a:cubicBezTo>
                  <a:pt x="156" y="684"/>
                  <a:pt x="181" y="711"/>
                  <a:pt x="188" y="744"/>
                </a:cubicBezTo>
                <a:cubicBezTo>
                  <a:pt x="189" y="745"/>
                  <a:pt x="189" y="745"/>
                  <a:pt x="189" y="745"/>
                </a:cubicBezTo>
                <a:cubicBezTo>
                  <a:pt x="280" y="745"/>
                  <a:pt x="280" y="745"/>
                  <a:pt x="280" y="745"/>
                </a:cubicBezTo>
                <a:cubicBezTo>
                  <a:pt x="280" y="743"/>
                  <a:pt x="280" y="743"/>
                  <a:pt x="280" y="743"/>
                </a:cubicBezTo>
                <a:cubicBezTo>
                  <a:pt x="285" y="631"/>
                  <a:pt x="330" y="524"/>
                  <a:pt x="405" y="440"/>
                </a:cubicBezTo>
                <a:cubicBezTo>
                  <a:pt x="407" y="439"/>
                  <a:pt x="407" y="439"/>
                  <a:pt x="407" y="439"/>
                </a:cubicBezTo>
                <a:cubicBezTo>
                  <a:pt x="341" y="374"/>
                  <a:pt x="341" y="374"/>
                  <a:pt x="341" y="374"/>
                </a:cubicBezTo>
                <a:cubicBezTo>
                  <a:pt x="340" y="374"/>
                  <a:pt x="340" y="374"/>
                  <a:pt x="340" y="374"/>
                </a:cubicBezTo>
                <a:cubicBezTo>
                  <a:pt x="326" y="383"/>
                  <a:pt x="309" y="388"/>
                  <a:pt x="291" y="388"/>
                </a:cubicBezTo>
                <a:cubicBezTo>
                  <a:pt x="276" y="388"/>
                  <a:pt x="261" y="384"/>
                  <a:pt x="247" y="377"/>
                </a:cubicBezTo>
                <a:cubicBezTo>
                  <a:pt x="246" y="376"/>
                  <a:pt x="246" y="376"/>
                  <a:pt x="246" y="376"/>
                </a:cubicBezTo>
                <a:lnTo>
                  <a:pt x="245" y="378"/>
                </a:lnTo>
                <a:close/>
                <a:moveTo>
                  <a:pt x="892" y="344"/>
                </a:moveTo>
                <a:cubicBezTo>
                  <a:pt x="927" y="383"/>
                  <a:pt x="960" y="444"/>
                  <a:pt x="980" y="509"/>
                </a:cubicBezTo>
                <a:cubicBezTo>
                  <a:pt x="981" y="510"/>
                  <a:pt x="981" y="510"/>
                  <a:pt x="981" y="510"/>
                </a:cubicBezTo>
                <a:cubicBezTo>
                  <a:pt x="1128" y="510"/>
                  <a:pt x="1128" y="510"/>
                  <a:pt x="1128" y="510"/>
                </a:cubicBezTo>
                <a:cubicBezTo>
                  <a:pt x="1126" y="508"/>
                  <a:pt x="1126" y="508"/>
                  <a:pt x="1126" y="508"/>
                </a:cubicBezTo>
                <a:cubicBezTo>
                  <a:pt x="1069" y="429"/>
                  <a:pt x="987" y="370"/>
                  <a:pt x="893" y="341"/>
                </a:cubicBezTo>
                <a:cubicBezTo>
                  <a:pt x="887" y="340"/>
                  <a:pt x="887" y="340"/>
                  <a:pt x="887" y="340"/>
                </a:cubicBezTo>
                <a:lnTo>
                  <a:pt x="892" y="344"/>
                </a:lnTo>
                <a:close/>
                <a:moveTo>
                  <a:pt x="786" y="510"/>
                </a:moveTo>
                <a:cubicBezTo>
                  <a:pt x="937" y="510"/>
                  <a:pt x="937" y="510"/>
                  <a:pt x="937" y="510"/>
                </a:cubicBezTo>
                <a:cubicBezTo>
                  <a:pt x="936" y="508"/>
                  <a:pt x="936" y="508"/>
                  <a:pt x="936" y="508"/>
                </a:cubicBezTo>
                <a:cubicBezTo>
                  <a:pt x="900" y="406"/>
                  <a:pt x="846" y="339"/>
                  <a:pt x="788" y="325"/>
                </a:cubicBezTo>
                <a:cubicBezTo>
                  <a:pt x="786" y="324"/>
                  <a:pt x="786" y="324"/>
                  <a:pt x="786" y="324"/>
                </a:cubicBezTo>
                <a:lnTo>
                  <a:pt x="786" y="510"/>
                </a:lnTo>
                <a:close/>
                <a:moveTo>
                  <a:pt x="742" y="325"/>
                </a:moveTo>
                <a:cubicBezTo>
                  <a:pt x="683" y="339"/>
                  <a:pt x="629" y="406"/>
                  <a:pt x="594" y="508"/>
                </a:cubicBezTo>
                <a:cubicBezTo>
                  <a:pt x="593" y="510"/>
                  <a:pt x="593" y="510"/>
                  <a:pt x="593" y="510"/>
                </a:cubicBezTo>
                <a:cubicBezTo>
                  <a:pt x="744" y="510"/>
                  <a:pt x="744" y="510"/>
                  <a:pt x="744" y="510"/>
                </a:cubicBezTo>
                <a:cubicBezTo>
                  <a:pt x="744" y="324"/>
                  <a:pt x="744" y="324"/>
                  <a:pt x="744" y="324"/>
                </a:cubicBezTo>
                <a:lnTo>
                  <a:pt x="742" y="325"/>
                </a:lnTo>
                <a:close/>
                <a:moveTo>
                  <a:pt x="637" y="341"/>
                </a:moveTo>
                <a:cubicBezTo>
                  <a:pt x="544" y="369"/>
                  <a:pt x="461" y="428"/>
                  <a:pt x="404" y="508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549" y="510"/>
                  <a:pt x="549" y="510"/>
                  <a:pt x="549" y="510"/>
                </a:cubicBezTo>
                <a:cubicBezTo>
                  <a:pt x="549" y="509"/>
                  <a:pt x="549" y="509"/>
                  <a:pt x="549" y="509"/>
                </a:cubicBezTo>
                <a:cubicBezTo>
                  <a:pt x="559" y="480"/>
                  <a:pt x="570" y="453"/>
                  <a:pt x="582" y="428"/>
                </a:cubicBezTo>
                <a:cubicBezTo>
                  <a:pt x="599" y="395"/>
                  <a:pt x="618" y="366"/>
                  <a:pt x="638" y="344"/>
                </a:cubicBezTo>
                <a:cubicBezTo>
                  <a:pt x="643" y="339"/>
                  <a:pt x="643" y="339"/>
                  <a:pt x="643" y="339"/>
                </a:cubicBezTo>
                <a:lnTo>
                  <a:pt x="637" y="341"/>
                </a:lnTo>
                <a:close/>
                <a:moveTo>
                  <a:pt x="856" y="125"/>
                </a:moveTo>
                <a:cubicBezTo>
                  <a:pt x="846" y="157"/>
                  <a:pt x="820" y="181"/>
                  <a:pt x="787" y="189"/>
                </a:cubicBezTo>
                <a:cubicBezTo>
                  <a:pt x="786" y="189"/>
                  <a:pt x="786" y="189"/>
                  <a:pt x="786" y="189"/>
                </a:cubicBezTo>
                <a:cubicBezTo>
                  <a:pt x="786" y="281"/>
                  <a:pt x="786" y="281"/>
                  <a:pt x="786" y="281"/>
                </a:cubicBezTo>
                <a:cubicBezTo>
                  <a:pt x="787" y="281"/>
                  <a:pt x="787" y="281"/>
                  <a:pt x="787" y="281"/>
                </a:cubicBezTo>
                <a:cubicBezTo>
                  <a:pt x="896" y="285"/>
                  <a:pt x="1010" y="332"/>
                  <a:pt x="1091" y="406"/>
                </a:cubicBezTo>
                <a:cubicBezTo>
                  <a:pt x="1092" y="407"/>
                  <a:pt x="1092" y="407"/>
                  <a:pt x="1092" y="407"/>
                </a:cubicBezTo>
                <a:cubicBezTo>
                  <a:pt x="1157" y="342"/>
                  <a:pt x="1157" y="342"/>
                  <a:pt x="1157" y="342"/>
                </a:cubicBezTo>
                <a:cubicBezTo>
                  <a:pt x="1156" y="341"/>
                  <a:pt x="1156" y="341"/>
                  <a:pt x="1156" y="341"/>
                </a:cubicBezTo>
                <a:cubicBezTo>
                  <a:pt x="1139" y="313"/>
                  <a:pt x="1138" y="277"/>
                  <a:pt x="1154" y="248"/>
                </a:cubicBezTo>
                <a:cubicBezTo>
                  <a:pt x="1154" y="247"/>
                  <a:pt x="1154" y="247"/>
                  <a:pt x="1154" y="247"/>
                </a:cubicBezTo>
                <a:cubicBezTo>
                  <a:pt x="1153" y="246"/>
                  <a:pt x="1153" y="246"/>
                  <a:pt x="1153" y="246"/>
                </a:cubicBezTo>
                <a:cubicBezTo>
                  <a:pt x="1067" y="181"/>
                  <a:pt x="965" y="139"/>
                  <a:pt x="858" y="123"/>
                </a:cubicBezTo>
                <a:cubicBezTo>
                  <a:pt x="857" y="123"/>
                  <a:pt x="857" y="123"/>
                  <a:pt x="857" y="123"/>
                </a:cubicBezTo>
                <a:lnTo>
                  <a:pt x="856" y="125"/>
                </a:lnTo>
                <a:close/>
                <a:moveTo>
                  <a:pt x="1238" y="238"/>
                </a:moveTo>
                <a:cubicBezTo>
                  <a:pt x="1224" y="238"/>
                  <a:pt x="1210" y="244"/>
                  <a:pt x="1200" y="254"/>
                </a:cubicBezTo>
                <a:cubicBezTo>
                  <a:pt x="1179" y="275"/>
                  <a:pt x="1179" y="309"/>
                  <a:pt x="1200" y="330"/>
                </a:cubicBezTo>
                <a:cubicBezTo>
                  <a:pt x="1210" y="340"/>
                  <a:pt x="1223" y="346"/>
                  <a:pt x="1238" y="346"/>
                </a:cubicBezTo>
                <a:cubicBezTo>
                  <a:pt x="1253" y="346"/>
                  <a:pt x="1267" y="340"/>
                  <a:pt x="1277" y="330"/>
                </a:cubicBezTo>
                <a:cubicBezTo>
                  <a:pt x="1287" y="321"/>
                  <a:pt x="1292" y="307"/>
                  <a:pt x="1292" y="292"/>
                </a:cubicBezTo>
                <a:cubicBezTo>
                  <a:pt x="1292" y="278"/>
                  <a:pt x="1286" y="263"/>
                  <a:pt x="1277" y="254"/>
                </a:cubicBezTo>
                <a:cubicBezTo>
                  <a:pt x="1266" y="244"/>
                  <a:pt x="1253" y="238"/>
                  <a:pt x="1238" y="238"/>
                </a:cubicBezTo>
                <a:close/>
                <a:moveTo>
                  <a:pt x="292" y="238"/>
                </a:moveTo>
                <a:cubicBezTo>
                  <a:pt x="277" y="238"/>
                  <a:pt x="262" y="244"/>
                  <a:pt x="253" y="254"/>
                </a:cubicBezTo>
                <a:cubicBezTo>
                  <a:pt x="243" y="264"/>
                  <a:pt x="238" y="277"/>
                  <a:pt x="238" y="292"/>
                </a:cubicBezTo>
                <a:cubicBezTo>
                  <a:pt x="238" y="307"/>
                  <a:pt x="243" y="321"/>
                  <a:pt x="253" y="330"/>
                </a:cubicBezTo>
                <a:cubicBezTo>
                  <a:pt x="263" y="340"/>
                  <a:pt x="276" y="346"/>
                  <a:pt x="291" y="346"/>
                </a:cubicBezTo>
                <a:cubicBezTo>
                  <a:pt x="306" y="346"/>
                  <a:pt x="320" y="340"/>
                  <a:pt x="330" y="330"/>
                </a:cubicBezTo>
                <a:cubicBezTo>
                  <a:pt x="351" y="309"/>
                  <a:pt x="351" y="275"/>
                  <a:pt x="330" y="254"/>
                </a:cubicBezTo>
                <a:cubicBezTo>
                  <a:pt x="320" y="244"/>
                  <a:pt x="306" y="238"/>
                  <a:pt x="292" y="238"/>
                </a:cubicBezTo>
                <a:close/>
                <a:moveTo>
                  <a:pt x="765" y="42"/>
                </a:moveTo>
                <a:cubicBezTo>
                  <a:pt x="735" y="42"/>
                  <a:pt x="711" y="66"/>
                  <a:pt x="711" y="96"/>
                </a:cubicBezTo>
                <a:cubicBezTo>
                  <a:pt x="711" y="126"/>
                  <a:pt x="735" y="150"/>
                  <a:pt x="765" y="150"/>
                </a:cubicBezTo>
                <a:cubicBezTo>
                  <a:pt x="795" y="150"/>
                  <a:pt x="819" y="126"/>
                  <a:pt x="819" y="96"/>
                </a:cubicBezTo>
                <a:cubicBezTo>
                  <a:pt x="819" y="66"/>
                  <a:pt x="795" y="42"/>
                  <a:pt x="765" y="4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9" name="Google Shape;777;p34"/>
          <p:cNvGrpSpPr/>
          <p:nvPr/>
        </p:nvGrpSpPr>
        <p:grpSpPr>
          <a:xfrm flipH="1">
            <a:off x="506248" y="5035085"/>
            <a:ext cx="584528" cy="584528"/>
            <a:chOff x="-6372225" y="-3838575"/>
            <a:chExt cx="1358900" cy="1358900"/>
          </a:xfrm>
          <a:solidFill>
            <a:schemeClr val="bg1">
              <a:lumMod val="75000"/>
            </a:schemeClr>
          </a:solidFill>
        </p:grpSpPr>
        <p:sp>
          <p:nvSpPr>
            <p:cNvPr id="90" name="Google Shape;778;p34"/>
            <p:cNvSpPr/>
            <p:nvPr/>
          </p:nvSpPr>
          <p:spPr>
            <a:xfrm>
              <a:off x="-6372225" y="-3838575"/>
              <a:ext cx="1358900" cy="1222375"/>
            </a:xfrm>
            <a:custGeom>
              <a:avLst/>
              <a:gdLst/>
              <a:ahLst/>
              <a:cxnLst/>
              <a:rect l="l" t="t" r="r" b="b"/>
              <a:pathLst>
                <a:path w="1357" h="1221" extrusionOk="0">
                  <a:moveTo>
                    <a:pt x="111" y="1221"/>
                  </a:moveTo>
                  <a:cubicBezTo>
                    <a:pt x="50" y="1221"/>
                    <a:pt x="0" y="1171"/>
                    <a:pt x="0" y="1110"/>
                  </a:cubicBezTo>
                  <a:cubicBezTo>
                    <a:pt x="0" y="1098"/>
                    <a:pt x="9" y="1089"/>
                    <a:pt x="21" y="1089"/>
                  </a:cubicBezTo>
                  <a:cubicBezTo>
                    <a:pt x="45" y="1089"/>
                    <a:pt x="45" y="1089"/>
                    <a:pt x="45" y="1089"/>
                  </a:cubicBezTo>
                  <a:cubicBezTo>
                    <a:pt x="45" y="633"/>
                    <a:pt x="45" y="633"/>
                    <a:pt x="45" y="633"/>
                  </a:cubicBezTo>
                  <a:cubicBezTo>
                    <a:pt x="45" y="597"/>
                    <a:pt x="75" y="567"/>
                    <a:pt x="111" y="567"/>
                  </a:cubicBezTo>
                  <a:cubicBezTo>
                    <a:pt x="408" y="567"/>
                    <a:pt x="408" y="567"/>
                    <a:pt x="408" y="567"/>
                  </a:cubicBezTo>
                  <a:cubicBezTo>
                    <a:pt x="408" y="66"/>
                    <a:pt x="408" y="66"/>
                    <a:pt x="408" y="66"/>
                  </a:cubicBezTo>
                  <a:cubicBezTo>
                    <a:pt x="408" y="30"/>
                    <a:pt x="438" y="0"/>
                    <a:pt x="474" y="0"/>
                  </a:cubicBezTo>
                  <a:cubicBezTo>
                    <a:pt x="1291" y="0"/>
                    <a:pt x="1291" y="0"/>
                    <a:pt x="1291" y="0"/>
                  </a:cubicBezTo>
                  <a:cubicBezTo>
                    <a:pt x="1327" y="0"/>
                    <a:pt x="1357" y="30"/>
                    <a:pt x="1357" y="66"/>
                  </a:cubicBezTo>
                  <a:cubicBezTo>
                    <a:pt x="1357" y="611"/>
                    <a:pt x="1357" y="611"/>
                    <a:pt x="1357" y="611"/>
                  </a:cubicBezTo>
                  <a:cubicBezTo>
                    <a:pt x="1357" y="647"/>
                    <a:pt x="1327" y="677"/>
                    <a:pt x="1291" y="677"/>
                  </a:cubicBezTo>
                  <a:cubicBezTo>
                    <a:pt x="1001" y="677"/>
                    <a:pt x="1001" y="677"/>
                    <a:pt x="1001" y="677"/>
                  </a:cubicBezTo>
                  <a:cubicBezTo>
                    <a:pt x="1034" y="794"/>
                    <a:pt x="1034" y="794"/>
                    <a:pt x="1034" y="794"/>
                  </a:cubicBezTo>
                  <a:cubicBezTo>
                    <a:pt x="1155" y="794"/>
                    <a:pt x="1155" y="794"/>
                    <a:pt x="1155" y="794"/>
                  </a:cubicBezTo>
                  <a:cubicBezTo>
                    <a:pt x="1166" y="794"/>
                    <a:pt x="1175" y="803"/>
                    <a:pt x="1175" y="815"/>
                  </a:cubicBezTo>
                  <a:cubicBezTo>
                    <a:pt x="1175" y="826"/>
                    <a:pt x="1166" y="836"/>
                    <a:pt x="1155" y="836"/>
                  </a:cubicBezTo>
                  <a:cubicBezTo>
                    <a:pt x="903" y="836"/>
                    <a:pt x="903" y="836"/>
                    <a:pt x="903" y="836"/>
                  </a:cubicBezTo>
                  <a:cubicBezTo>
                    <a:pt x="903" y="1089"/>
                    <a:pt x="903" y="1089"/>
                    <a:pt x="903" y="1089"/>
                  </a:cubicBezTo>
                  <a:cubicBezTo>
                    <a:pt x="928" y="1089"/>
                    <a:pt x="928" y="1089"/>
                    <a:pt x="928" y="1089"/>
                  </a:cubicBezTo>
                  <a:cubicBezTo>
                    <a:pt x="939" y="1089"/>
                    <a:pt x="948" y="1098"/>
                    <a:pt x="948" y="1110"/>
                  </a:cubicBezTo>
                  <a:cubicBezTo>
                    <a:pt x="948" y="1171"/>
                    <a:pt x="898" y="1221"/>
                    <a:pt x="837" y="1221"/>
                  </a:cubicBezTo>
                  <a:lnTo>
                    <a:pt x="111" y="1221"/>
                  </a:lnTo>
                  <a:close/>
                  <a:moveTo>
                    <a:pt x="45" y="1133"/>
                  </a:moveTo>
                  <a:cubicBezTo>
                    <a:pt x="55" y="1161"/>
                    <a:pt x="82" y="1180"/>
                    <a:pt x="111" y="1180"/>
                  </a:cubicBezTo>
                  <a:cubicBezTo>
                    <a:pt x="837" y="1180"/>
                    <a:pt x="837" y="1180"/>
                    <a:pt x="837" y="1180"/>
                  </a:cubicBezTo>
                  <a:cubicBezTo>
                    <a:pt x="856" y="1180"/>
                    <a:pt x="873" y="1172"/>
                    <a:pt x="887" y="1159"/>
                  </a:cubicBezTo>
                  <a:cubicBezTo>
                    <a:pt x="894" y="1152"/>
                    <a:pt x="900" y="1143"/>
                    <a:pt x="903" y="1133"/>
                  </a:cubicBezTo>
                  <a:cubicBezTo>
                    <a:pt x="904" y="1130"/>
                    <a:pt x="904" y="1130"/>
                    <a:pt x="904" y="1130"/>
                  </a:cubicBezTo>
                  <a:cubicBezTo>
                    <a:pt x="563" y="1130"/>
                    <a:pt x="563" y="1130"/>
                    <a:pt x="563" y="1130"/>
                  </a:cubicBezTo>
                  <a:cubicBezTo>
                    <a:pt x="563" y="1132"/>
                    <a:pt x="563" y="1132"/>
                    <a:pt x="563" y="1132"/>
                  </a:cubicBezTo>
                  <a:cubicBezTo>
                    <a:pt x="563" y="1144"/>
                    <a:pt x="554" y="1153"/>
                    <a:pt x="542" y="1153"/>
                  </a:cubicBezTo>
                  <a:cubicBezTo>
                    <a:pt x="406" y="1153"/>
                    <a:pt x="406" y="1153"/>
                    <a:pt x="406" y="1153"/>
                  </a:cubicBezTo>
                  <a:cubicBezTo>
                    <a:pt x="395" y="1153"/>
                    <a:pt x="386" y="1144"/>
                    <a:pt x="386" y="1132"/>
                  </a:cubicBezTo>
                  <a:cubicBezTo>
                    <a:pt x="386" y="1130"/>
                    <a:pt x="386" y="1130"/>
                    <a:pt x="386" y="1130"/>
                  </a:cubicBezTo>
                  <a:cubicBezTo>
                    <a:pt x="44" y="1130"/>
                    <a:pt x="44" y="1130"/>
                    <a:pt x="44" y="1130"/>
                  </a:cubicBezTo>
                  <a:lnTo>
                    <a:pt x="45" y="1133"/>
                  </a:lnTo>
                  <a:close/>
                  <a:moveTo>
                    <a:pt x="111" y="609"/>
                  </a:moveTo>
                  <a:cubicBezTo>
                    <a:pt x="98" y="609"/>
                    <a:pt x="87" y="620"/>
                    <a:pt x="87" y="633"/>
                  </a:cubicBezTo>
                  <a:cubicBezTo>
                    <a:pt x="87" y="1089"/>
                    <a:pt x="87" y="1089"/>
                    <a:pt x="87" y="1089"/>
                  </a:cubicBezTo>
                  <a:cubicBezTo>
                    <a:pt x="406" y="1089"/>
                    <a:pt x="406" y="1089"/>
                    <a:pt x="406" y="1089"/>
                  </a:cubicBezTo>
                  <a:cubicBezTo>
                    <a:pt x="418" y="1089"/>
                    <a:pt x="427" y="1098"/>
                    <a:pt x="427" y="1110"/>
                  </a:cubicBezTo>
                  <a:cubicBezTo>
                    <a:pt x="427" y="1112"/>
                    <a:pt x="427" y="1112"/>
                    <a:pt x="427" y="1112"/>
                  </a:cubicBezTo>
                  <a:cubicBezTo>
                    <a:pt x="522" y="1112"/>
                    <a:pt x="522" y="1112"/>
                    <a:pt x="522" y="1112"/>
                  </a:cubicBezTo>
                  <a:cubicBezTo>
                    <a:pt x="522" y="1110"/>
                    <a:pt x="522" y="1110"/>
                    <a:pt x="522" y="1110"/>
                  </a:cubicBezTo>
                  <a:cubicBezTo>
                    <a:pt x="522" y="1098"/>
                    <a:pt x="531" y="1089"/>
                    <a:pt x="542" y="1089"/>
                  </a:cubicBezTo>
                  <a:cubicBezTo>
                    <a:pt x="862" y="1089"/>
                    <a:pt x="862" y="1089"/>
                    <a:pt x="862" y="1089"/>
                  </a:cubicBezTo>
                  <a:cubicBezTo>
                    <a:pt x="862" y="633"/>
                    <a:pt x="862" y="633"/>
                    <a:pt x="862" y="633"/>
                  </a:cubicBezTo>
                  <a:cubicBezTo>
                    <a:pt x="862" y="620"/>
                    <a:pt x="851" y="609"/>
                    <a:pt x="837" y="609"/>
                  </a:cubicBezTo>
                  <a:lnTo>
                    <a:pt x="111" y="609"/>
                  </a:lnTo>
                  <a:close/>
                  <a:moveTo>
                    <a:pt x="903" y="794"/>
                  </a:moveTo>
                  <a:cubicBezTo>
                    <a:pt x="991" y="794"/>
                    <a:pt x="991" y="794"/>
                    <a:pt x="991" y="794"/>
                  </a:cubicBezTo>
                  <a:cubicBezTo>
                    <a:pt x="958" y="677"/>
                    <a:pt x="958" y="677"/>
                    <a:pt x="958" y="677"/>
                  </a:cubicBezTo>
                  <a:cubicBezTo>
                    <a:pt x="903" y="677"/>
                    <a:pt x="903" y="677"/>
                    <a:pt x="903" y="677"/>
                  </a:cubicBezTo>
                  <a:lnTo>
                    <a:pt x="903" y="794"/>
                  </a:lnTo>
                  <a:close/>
                  <a:moveTo>
                    <a:pt x="474" y="42"/>
                  </a:moveTo>
                  <a:cubicBezTo>
                    <a:pt x="461" y="42"/>
                    <a:pt x="450" y="53"/>
                    <a:pt x="450" y="66"/>
                  </a:cubicBezTo>
                  <a:cubicBezTo>
                    <a:pt x="450" y="567"/>
                    <a:pt x="450" y="567"/>
                    <a:pt x="450" y="567"/>
                  </a:cubicBezTo>
                  <a:cubicBezTo>
                    <a:pt x="837" y="567"/>
                    <a:pt x="837" y="567"/>
                    <a:pt x="837" y="567"/>
                  </a:cubicBezTo>
                  <a:cubicBezTo>
                    <a:pt x="873" y="567"/>
                    <a:pt x="903" y="597"/>
                    <a:pt x="903" y="633"/>
                  </a:cubicBezTo>
                  <a:cubicBezTo>
                    <a:pt x="903" y="635"/>
                    <a:pt x="903" y="635"/>
                    <a:pt x="903" y="635"/>
                  </a:cubicBezTo>
                  <a:cubicBezTo>
                    <a:pt x="1291" y="635"/>
                    <a:pt x="1291" y="635"/>
                    <a:pt x="1291" y="635"/>
                  </a:cubicBezTo>
                  <a:cubicBezTo>
                    <a:pt x="1304" y="635"/>
                    <a:pt x="1315" y="624"/>
                    <a:pt x="1315" y="611"/>
                  </a:cubicBezTo>
                  <a:cubicBezTo>
                    <a:pt x="1315" y="66"/>
                    <a:pt x="1315" y="66"/>
                    <a:pt x="1315" y="66"/>
                  </a:cubicBezTo>
                  <a:cubicBezTo>
                    <a:pt x="1315" y="53"/>
                    <a:pt x="1304" y="42"/>
                    <a:pt x="1291" y="42"/>
                  </a:cubicBezTo>
                  <a:lnTo>
                    <a:pt x="474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779;p34"/>
            <p:cNvSpPr/>
            <p:nvPr/>
          </p:nvSpPr>
          <p:spPr>
            <a:xfrm>
              <a:off x="-5372100" y="-2974975"/>
              <a:ext cx="312738" cy="495300"/>
            </a:xfrm>
            <a:custGeom>
              <a:avLst/>
              <a:gdLst/>
              <a:ahLst/>
              <a:cxnLst/>
              <a:rect l="l" t="t" r="r" b="b"/>
              <a:pathLst>
                <a:path w="313" h="495" extrusionOk="0">
                  <a:moveTo>
                    <a:pt x="66" y="495"/>
                  </a:moveTo>
                  <a:cubicBezTo>
                    <a:pt x="29" y="495"/>
                    <a:pt x="0" y="465"/>
                    <a:pt x="0" y="429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30"/>
                    <a:pt x="29" y="0"/>
                    <a:pt x="66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84" y="0"/>
                    <a:pt x="313" y="30"/>
                    <a:pt x="313" y="66"/>
                  </a:cubicBezTo>
                  <a:cubicBezTo>
                    <a:pt x="313" y="429"/>
                    <a:pt x="313" y="429"/>
                    <a:pt x="313" y="429"/>
                  </a:cubicBezTo>
                  <a:cubicBezTo>
                    <a:pt x="313" y="465"/>
                    <a:pt x="284" y="495"/>
                    <a:pt x="247" y="495"/>
                  </a:cubicBezTo>
                  <a:lnTo>
                    <a:pt x="66" y="495"/>
                  </a:lnTo>
                  <a:close/>
                  <a:moveTo>
                    <a:pt x="66" y="42"/>
                  </a:moveTo>
                  <a:cubicBezTo>
                    <a:pt x="52" y="42"/>
                    <a:pt x="41" y="53"/>
                    <a:pt x="41" y="66"/>
                  </a:cubicBezTo>
                  <a:cubicBezTo>
                    <a:pt x="41" y="429"/>
                    <a:pt x="41" y="429"/>
                    <a:pt x="41" y="429"/>
                  </a:cubicBezTo>
                  <a:cubicBezTo>
                    <a:pt x="41" y="443"/>
                    <a:pt x="52" y="454"/>
                    <a:pt x="66" y="454"/>
                  </a:cubicBezTo>
                  <a:cubicBezTo>
                    <a:pt x="247" y="454"/>
                    <a:pt x="247" y="454"/>
                    <a:pt x="247" y="454"/>
                  </a:cubicBezTo>
                  <a:cubicBezTo>
                    <a:pt x="261" y="454"/>
                    <a:pt x="272" y="443"/>
                    <a:pt x="272" y="429"/>
                  </a:cubicBezTo>
                  <a:cubicBezTo>
                    <a:pt x="272" y="66"/>
                    <a:pt x="272" y="66"/>
                    <a:pt x="272" y="66"/>
                  </a:cubicBezTo>
                  <a:cubicBezTo>
                    <a:pt x="272" y="53"/>
                    <a:pt x="261" y="42"/>
                    <a:pt x="247" y="42"/>
                  </a:cubicBezTo>
                  <a:lnTo>
                    <a:pt x="66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2" name="Google Shape;780;p34"/>
          <p:cNvGrpSpPr/>
          <p:nvPr/>
        </p:nvGrpSpPr>
        <p:grpSpPr>
          <a:xfrm flipH="1">
            <a:off x="492951" y="3608673"/>
            <a:ext cx="624135" cy="452054"/>
            <a:chOff x="-6418263" y="-7443788"/>
            <a:chExt cx="1450975" cy="1050925"/>
          </a:xfrm>
          <a:solidFill>
            <a:schemeClr val="bg1">
              <a:lumMod val="75000"/>
            </a:schemeClr>
          </a:solidFill>
        </p:grpSpPr>
        <p:sp>
          <p:nvSpPr>
            <p:cNvPr id="93" name="Google Shape;781;p34"/>
            <p:cNvSpPr/>
            <p:nvPr/>
          </p:nvSpPr>
          <p:spPr>
            <a:xfrm>
              <a:off x="-6418263" y="-7443788"/>
              <a:ext cx="1450975" cy="1050925"/>
            </a:xfrm>
            <a:custGeom>
              <a:avLst/>
              <a:gdLst/>
              <a:ahLst/>
              <a:cxnLst/>
              <a:rect l="l" t="t" r="r" b="b"/>
              <a:pathLst>
                <a:path w="1449" h="1050" extrusionOk="0">
                  <a:moveTo>
                    <a:pt x="1036" y="1050"/>
                  </a:moveTo>
                  <a:cubicBezTo>
                    <a:pt x="1025" y="1050"/>
                    <a:pt x="1016" y="1041"/>
                    <a:pt x="1016" y="1029"/>
                  </a:cubicBezTo>
                  <a:cubicBezTo>
                    <a:pt x="1016" y="1018"/>
                    <a:pt x="1025" y="1009"/>
                    <a:pt x="1036" y="1009"/>
                  </a:cubicBezTo>
                  <a:cubicBezTo>
                    <a:pt x="1325" y="1009"/>
                    <a:pt x="1325" y="1009"/>
                    <a:pt x="1325" y="1009"/>
                  </a:cubicBezTo>
                  <a:cubicBezTo>
                    <a:pt x="1371" y="1009"/>
                    <a:pt x="1408" y="972"/>
                    <a:pt x="1408" y="926"/>
                  </a:cubicBezTo>
                  <a:cubicBezTo>
                    <a:pt x="1408" y="899"/>
                    <a:pt x="1408" y="899"/>
                    <a:pt x="1408" y="899"/>
                  </a:cubicBezTo>
                  <a:cubicBezTo>
                    <a:pt x="898" y="899"/>
                    <a:pt x="898" y="899"/>
                    <a:pt x="898" y="899"/>
                  </a:cubicBezTo>
                  <a:cubicBezTo>
                    <a:pt x="898" y="900"/>
                    <a:pt x="898" y="900"/>
                    <a:pt x="898" y="900"/>
                  </a:cubicBezTo>
                  <a:cubicBezTo>
                    <a:pt x="897" y="941"/>
                    <a:pt x="863" y="974"/>
                    <a:pt x="822" y="974"/>
                  </a:cubicBezTo>
                  <a:cubicBezTo>
                    <a:pt x="627" y="974"/>
                    <a:pt x="627" y="974"/>
                    <a:pt x="627" y="974"/>
                  </a:cubicBezTo>
                  <a:cubicBezTo>
                    <a:pt x="586" y="974"/>
                    <a:pt x="552" y="941"/>
                    <a:pt x="551" y="900"/>
                  </a:cubicBezTo>
                  <a:cubicBezTo>
                    <a:pt x="551" y="899"/>
                    <a:pt x="551" y="899"/>
                    <a:pt x="551" y="899"/>
                  </a:cubicBezTo>
                  <a:cubicBezTo>
                    <a:pt x="41" y="899"/>
                    <a:pt x="41" y="899"/>
                    <a:pt x="41" y="899"/>
                  </a:cubicBezTo>
                  <a:cubicBezTo>
                    <a:pt x="41" y="926"/>
                    <a:pt x="41" y="926"/>
                    <a:pt x="41" y="926"/>
                  </a:cubicBezTo>
                  <a:cubicBezTo>
                    <a:pt x="41" y="972"/>
                    <a:pt x="78" y="1009"/>
                    <a:pt x="123" y="1009"/>
                  </a:cubicBezTo>
                  <a:cubicBezTo>
                    <a:pt x="936" y="1009"/>
                    <a:pt x="936" y="1009"/>
                    <a:pt x="936" y="1009"/>
                  </a:cubicBezTo>
                  <a:cubicBezTo>
                    <a:pt x="947" y="1009"/>
                    <a:pt x="956" y="1018"/>
                    <a:pt x="956" y="1029"/>
                  </a:cubicBezTo>
                  <a:cubicBezTo>
                    <a:pt x="956" y="1041"/>
                    <a:pt x="947" y="1050"/>
                    <a:pt x="936" y="1050"/>
                  </a:cubicBezTo>
                  <a:cubicBezTo>
                    <a:pt x="123" y="1050"/>
                    <a:pt x="123" y="1050"/>
                    <a:pt x="123" y="1050"/>
                  </a:cubicBezTo>
                  <a:cubicBezTo>
                    <a:pt x="55" y="1050"/>
                    <a:pt x="0" y="994"/>
                    <a:pt x="0" y="926"/>
                  </a:cubicBezTo>
                  <a:cubicBezTo>
                    <a:pt x="0" y="878"/>
                    <a:pt x="0" y="878"/>
                    <a:pt x="0" y="878"/>
                  </a:cubicBezTo>
                  <a:cubicBezTo>
                    <a:pt x="0" y="867"/>
                    <a:pt x="9" y="858"/>
                    <a:pt x="20" y="858"/>
                  </a:cubicBezTo>
                  <a:cubicBezTo>
                    <a:pt x="91" y="858"/>
                    <a:pt x="91" y="858"/>
                    <a:pt x="91" y="858"/>
                  </a:cubicBezTo>
                  <a:cubicBezTo>
                    <a:pt x="91" y="86"/>
                    <a:pt x="91" y="86"/>
                    <a:pt x="91" y="86"/>
                  </a:cubicBezTo>
                  <a:cubicBezTo>
                    <a:pt x="91" y="39"/>
                    <a:pt x="129" y="0"/>
                    <a:pt x="176" y="0"/>
                  </a:cubicBezTo>
                  <a:cubicBezTo>
                    <a:pt x="1265" y="0"/>
                    <a:pt x="1265" y="0"/>
                    <a:pt x="1265" y="0"/>
                  </a:cubicBezTo>
                  <a:cubicBezTo>
                    <a:pt x="1313" y="0"/>
                    <a:pt x="1351" y="39"/>
                    <a:pt x="1351" y="86"/>
                  </a:cubicBezTo>
                  <a:cubicBezTo>
                    <a:pt x="1351" y="858"/>
                    <a:pt x="1351" y="858"/>
                    <a:pt x="1351" y="858"/>
                  </a:cubicBezTo>
                  <a:cubicBezTo>
                    <a:pt x="1428" y="858"/>
                    <a:pt x="1428" y="858"/>
                    <a:pt x="1428" y="858"/>
                  </a:cubicBezTo>
                  <a:cubicBezTo>
                    <a:pt x="1440" y="858"/>
                    <a:pt x="1449" y="867"/>
                    <a:pt x="1449" y="878"/>
                  </a:cubicBezTo>
                  <a:cubicBezTo>
                    <a:pt x="1449" y="926"/>
                    <a:pt x="1449" y="926"/>
                    <a:pt x="1449" y="926"/>
                  </a:cubicBezTo>
                  <a:cubicBezTo>
                    <a:pt x="1449" y="994"/>
                    <a:pt x="1393" y="1050"/>
                    <a:pt x="1325" y="1050"/>
                  </a:cubicBezTo>
                  <a:lnTo>
                    <a:pt x="1036" y="1050"/>
                  </a:lnTo>
                  <a:close/>
                  <a:moveTo>
                    <a:pt x="592" y="900"/>
                  </a:moveTo>
                  <a:cubicBezTo>
                    <a:pt x="593" y="919"/>
                    <a:pt x="608" y="933"/>
                    <a:pt x="627" y="933"/>
                  </a:cubicBezTo>
                  <a:cubicBezTo>
                    <a:pt x="822" y="933"/>
                    <a:pt x="822" y="933"/>
                    <a:pt x="822" y="933"/>
                  </a:cubicBezTo>
                  <a:cubicBezTo>
                    <a:pt x="841" y="933"/>
                    <a:pt x="856" y="919"/>
                    <a:pt x="857" y="900"/>
                  </a:cubicBezTo>
                  <a:cubicBezTo>
                    <a:pt x="857" y="899"/>
                    <a:pt x="857" y="899"/>
                    <a:pt x="857" y="899"/>
                  </a:cubicBezTo>
                  <a:cubicBezTo>
                    <a:pt x="592" y="899"/>
                    <a:pt x="592" y="899"/>
                    <a:pt x="592" y="899"/>
                  </a:cubicBezTo>
                  <a:lnTo>
                    <a:pt x="592" y="900"/>
                  </a:lnTo>
                  <a:close/>
                  <a:moveTo>
                    <a:pt x="176" y="41"/>
                  </a:moveTo>
                  <a:cubicBezTo>
                    <a:pt x="152" y="41"/>
                    <a:pt x="131" y="61"/>
                    <a:pt x="131" y="86"/>
                  </a:cubicBezTo>
                  <a:cubicBezTo>
                    <a:pt x="131" y="858"/>
                    <a:pt x="131" y="858"/>
                    <a:pt x="131" y="858"/>
                  </a:cubicBezTo>
                  <a:cubicBezTo>
                    <a:pt x="1310" y="858"/>
                    <a:pt x="1310" y="858"/>
                    <a:pt x="1310" y="858"/>
                  </a:cubicBezTo>
                  <a:cubicBezTo>
                    <a:pt x="1310" y="86"/>
                    <a:pt x="1310" y="86"/>
                    <a:pt x="1310" y="86"/>
                  </a:cubicBezTo>
                  <a:cubicBezTo>
                    <a:pt x="1310" y="61"/>
                    <a:pt x="1290" y="41"/>
                    <a:pt x="1265" y="41"/>
                  </a:cubicBezTo>
                  <a:lnTo>
                    <a:pt x="176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" name="Google Shape;782;p34"/>
            <p:cNvSpPr/>
            <p:nvPr/>
          </p:nvSpPr>
          <p:spPr>
            <a:xfrm>
              <a:off x="-6246813" y="-7362825"/>
              <a:ext cx="1101725" cy="738187"/>
            </a:xfrm>
            <a:custGeom>
              <a:avLst/>
              <a:gdLst/>
              <a:ahLst/>
              <a:cxnLst/>
              <a:rect l="l" t="t" r="r" b="b"/>
              <a:pathLst>
                <a:path w="1100" h="737" extrusionOk="0">
                  <a:moveTo>
                    <a:pt x="20" y="737"/>
                  </a:moveTo>
                  <a:cubicBezTo>
                    <a:pt x="9" y="737"/>
                    <a:pt x="0" y="728"/>
                    <a:pt x="0" y="7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55" y="0"/>
                    <a:pt x="164" y="9"/>
                    <a:pt x="164" y="20"/>
                  </a:cubicBezTo>
                  <a:cubicBezTo>
                    <a:pt x="164" y="31"/>
                    <a:pt x="155" y="41"/>
                    <a:pt x="144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697"/>
                    <a:pt x="41" y="697"/>
                    <a:pt x="41" y="697"/>
                  </a:cubicBezTo>
                  <a:cubicBezTo>
                    <a:pt x="1059" y="697"/>
                    <a:pt x="1059" y="697"/>
                    <a:pt x="1059" y="697"/>
                  </a:cubicBezTo>
                  <a:cubicBezTo>
                    <a:pt x="1059" y="41"/>
                    <a:pt x="1059" y="41"/>
                    <a:pt x="1059" y="41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33" y="41"/>
                    <a:pt x="224" y="31"/>
                    <a:pt x="224" y="20"/>
                  </a:cubicBezTo>
                  <a:cubicBezTo>
                    <a:pt x="224" y="9"/>
                    <a:pt x="233" y="0"/>
                    <a:pt x="244" y="0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1091" y="0"/>
                    <a:pt x="1100" y="9"/>
                    <a:pt x="1100" y="20"/>
                  </a:cubicBezTo>
                  <a:cubicBezTo>
                    <a:pt x="1100" y="717"/>
                    <a:pt x="1100" y="717"/>
                    <a:pt x="1100" y="717"/>
                  </a:cubicBezTo>
                  <a:cubicBezTo>
                    <a:pt x="1100" y="728"/>
                    <a:pt x="1091" y="737"/>
                    <a:pt x="1079" y="737"/>
                  </a:cubicBezTo>
                  <a:lnTo>
                    <a:pt x="20" y="73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5" name="Google Shape;783;p34"/>
          <p:cNvGrpSpPr/>
          <p:nvPr/>
        </p:nvGrpSpPr>
        <p:grpSpPr>
          <a:xfrm flipH="1">
            <a:off x="2089552" y="3479470"/>
            <a:ext cx="677808" cy="677808"/>
            <a:chOff x="989013" y="-9620250"/>
            <a:chExt cx="1589088" cy="1589088"/>
          </a:xfrm>
          <a:solidFill>
            <a:schemeClr val="bg1">
              <a:lumMod val="75000"/>
            </a:schemeClr>
          </a:solidFill>
        </p:grpSpPr>
        <p:sp>
          <p:nvSpPr>
            <p:cNvPr id="96" name="Google Shape;784;p34"/>
            <p:cNvSpPr/>
            <p:nvPr/>
          </p:nvSpPr>
          <p:spPr>
            <a:xfrm>
              <a:off x="989013" y="-9620250"/>
              <a:ext cx="1589088" cy="1589088"/>
            </a:xfrm>
            <a:custGeom>
              <a:avLst/>
              <a:gdLst/>
              <a:ahLst/>
              <a:cxnLst/>
              <a:rect l="l" t="t" r="r" b="b"/>
              <a:pathLst>
                <a:path w="1588" h="1587" extrusionOk="0">
                  <a:moveTo>
                    <a:pt x="1180" y="1587"/>
                  </a:moveTo>
                  <a:cubicBezTo>
                    <a:pt x="966" y="1587"/>
                    <a:pt x="787" y="1419"/>
                    <a:pt x="774" y="1205"/>
                  </a:cubicBezTo>
                  <a:cubicBezTo>
                    <a:pt x="774" y="1201"/>
                    <a:pt x="774" y="1201"/>
                    <a:pt x="774" y="1201"/>
                  </a:cubicBezTo>
                  <a:cubicBezTo>
                    <a:pt x="0" y="1201"/>
                    <a:pt x="0" y="1201"/>
                    <a:pt x="0" y="1201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1236" y="180"/>
                    <a:pt x="1236" y="180"/>
                    <a:pt x="1236" y="180"/>
                  </a:cubicBezTo>
                  <a:cubicBezTo>
                    <a:pt x="1236" y="176"/>
                    <a:pt x="1236" y="176"/>
                    <a:pt x="1236" y="176"/>
                  </a:cubicBezTo>
                  <a:cubicBezTo>
                    <a:pt x="1236" y="79"/>
                    <a:pt x="1315" y="0"/>
                    <a:pt x="1412" y="0"/>
                  </a:cubicBezTo>
                  <a:cubicBezTo>
                    <a:pt x="1509" y="0"/>
                    <a:pt x="1588" y="79"/>
                    <a:pt x="1588" y="176"/>
                  </a:cubicBezTo>
                  <a:cubicBezTo>
                    <a:pt x="1588" y="262"/>
                    <a:pt x="1523" y="337"/>
                    <a:pt x="1437" y="350"/>
                  </a:cubicBezTo>
                  <a:cubicBezTo>
                    <a:pt x="1433" y="350"/>
                    <a:pt x="1433" y="350"/>
                    <a:pt x="1433" y="350"/>
                  </a:cubicBezTo>
                  <a:cubicBezTo>
                    <a:pt x="1433" y="861"/>
                    <a:pt x="1433" y="861"/>
                    <a:pt x="1433" y="861"/>
                  </a:cubicBezTo>
                  <a:cubicBezTo>
                    <a:pt x="1435" y="862"/>
                    <a:pt x="1435" y="862"/>
                    <a:pt x="1435" y="862"/>
                  </a:cubicBezTo>
                  <a:cubicBezTo>
                    <a:pt x="1532" y="940"/>
                    <a:pt x="1588" y="1056"/>
                    <a:pt x="1588" y="1180"/>
                  </a:cubicBezTo>
                  <a:cubicBezTo>
                    <a:pt x="1588" y="1404"/>
                    <a:pt x="1405" y="1587"/>
                    <a:pt x="1180" y="1587"/>
                  </a:cubicBezTo>
                  <a:close/>
                  <a:moveTo>
                    <a:pt x="876" y="1380"/>
                  </a:moveTo>
                  <a:cubicBezTo>
                    <a:pt x="878" y="1384"/>
                    <a:pt x="878" y="1384"/>
                    <a:pt x="878" y="1384"/>
                  </a:cubicBezTo>
                  <a:cubicBezTo>
                    <a:pt x="947" y="1484"/>
                    <a:pt x="1059" y="1544"/>
                    <a:pt x="1180" y="1544"/>
                  </a:cubicBezTo>
                  <a:cubicBezTo>
                    <a:pt x="1301" y="1544"/>
                    <a:pt x="1414" y="1484"/>
                    <a:pt x="1482" y="1384"/>
                  </a:cubicBezTo>
                  <a:cubicBezTo>
                    <a:pt x="1485" y="1380"/>
                    <a:pt x="1485" y="1380"/>
                    <a:pt x="1485" y="1380"/>
                  </a:cubicBezTo>
                  <a:cubicBezTo>
                    <a:pt x="1388" y="1324"/>
                    <a:pt x="1388" y="1324"/>
                    <a:pt x="1388" y="1324"/>
                  </a:cubicBezTo>
                  <a:cubicBezTo>
                    <a:pt x="1385" y="1327"/>
                    <a:pt x="1385" y="1327"/>
                    <a:pt x="1385" y="1327"/>
                  </a:cubicBezTo>
                  <a:cubicBezTo>
                    <a:pt x="1338" y="1393"/>
                    <a:pt x="1261" y="1433"/>
                    <a:pt x="1180" y="1433"/>
                  </a:cubicBezTo>
                  <a:cubicBezTo>
                    <a:pt x="1099" y="1433"/>
                    <a:pt x="1023" y="1393"/>
                    <a:pt x="975" y="1327"/>
                  </a:cubicBezTo>
                  <a:cubicBezTo>
                    <a:pt x="973" y="1324"/>
                    <a:pt x="973" y="1324"/>
                    <a:pt x="973" y="1324"/>
                  </a:cubicBezTo>
                  <a:lnTo>
                    <a:pt x="876" y="1380"/>
                  </a:lnTo>
                  <a:close/>
                  <a:moveTo>
                    <a:pt x="1180" y="969"/>
                  </a:moveTo>
                  <a:cubicBezTo>
                    <a:pt x="1064" y="969"/>
                    <a:pt x="970" y="1064"/>
                    <a:pt x="970" y="1180"/>
                  </a:cubicBezTo>
                  <a:cubicBezTo>
                    <a:pt x="970" y="1295"/>
                    <a:pt x="1064" y="1390"/>
                    <a:pt x="1180" y="1390"/>
                  </a:cubicBezTo>
                  <a:cubicBezTo>
                    <a:pt x="1296" y="1390"/>
                    <a:pt x="1390" y="1295"/>
                    <a:pt x="1390" y="1180"/>
                  </a:cubicBezTo>
                  <a:cubicBezTo>
                    <a:pt x="1390" y="1064"/>
                    <a:pt x="1296" y="969"/>
                    <a:pt x="1180" y="969"/>
                  </a:cubicBezTo>
                  <a:close/>
                  <a:moveTo>
                    <a:pt x="1202" y="927"/>
                  </a:moveTo>
                  <a:cubicBezTo>
                    <a:pt x="1206" y="928"/>
                    <a:pt x="1206" y="928"/>
                    <a:pt x="1206" y="928"/>
                  </a:cubicBezTo>
                  <a:cubicBezTo>
                    <a:pt x="1268" y="934"/>
                    <a:pt x="1325" y="963"/>
                    <a:pt x="1367" y="1009"/>
                  </a:cubicBezTo>
                  <a:cubicBezTo>
                    <a:pt x="1410" y="1056"/>
                    <a:pt x="1433" y="1116"/>
                    <a:pt x="1433" y="1180"/>
                  </a:cubicBezTo>
                  <a:cubicBezTo>
                    <a:pt x="1433" y="1215"/>
                    <a:pt x="1426" y="1250"/>
                    <a:pt x="1411" y="1283"/>
                  </a:cubicBezTo>
                  <a:cubicBezTo>
                    <a:pt x="1409" y="1287"/>
                    <a:pt x="1409" y="1287"/>
                    <a:pt x="1409" y="1287"/>
                  </a:cubicBezTo>
                  <a:cubicBezTo>
                    <a:pt x="1506" y="1343"/>
                    <a:pt x="1506" y="1343"/>
                    <a:pt x="1506" y="1343"/>
                  </a:cubicBezTo>
                  <a:cubicBezTo>
                    <a:pt x="1508" y="1339"/>
                    <a:pt x="1508" y="1339"/>
                    <a:pt x="1508" y="1339"/>
                  </a:cubicBezTo>
                  <a:cubicBezTo>
                    <a:pt x="1532" y="1288"/>
                    <a:pt x="1545" y="1235"/>
                    <a:pt x="1545" y="1180"/>
                  </a:cubicBezTo>
                  <a:cubicBezTo>
                    <a:pt x="1545" y="989"/>
                    <a:pt x="1396" y="830"/>
                    <a:pt x="1206" y="816"/>
                  </a:cubicBezTo>
                  <a:cubicBezTo>
                    <a:pt x="1202" y="816"/>
                    <a:pt x="1202" y="816"/>
                    <a:pt x="1202" y="816"/>
                  </a:cubicBezTo>
                  <a:lnTo>
                    <a:pt x="1202" y="927"/>
                  </a:lnTo>
                  <a:close/>
                  <a:moveTo>
                    <a:pt x="1154" y="816"/>
                  </a:moveTo>
                  <a:cubicBezTo>
                    <a:pt x="964" y="830"/>
                    <a:pt x="816" y="989"/>
                    <a:pt x="816" y="1180"/>
                  </a:cubicBezTo>
                  <a:cubicBezTo>
                    <a:pt x="816" y="1235"/>
                    <a:pt x="828" y="1288"/>
                    <a:pt x="853" y="1339"/>
                  </a:cubicBezTo>
                  <a:cubicBezTo>
                    <a:pt x="855" y="1343"/>
                    <a:pt x="855" y="1343"/>
                    <a:pt x="855" y="1343"/>
                  </a:cubicBezTo>
                  <a:cubicBezTo>
                    <a:pt x="951" y="1287"/>
                    <a:pt x="951" y="1287"/>
                    <a:pt x="951" y="1287"/>
                  </a:cubicBezTo>
                  <a:cubicBezTo>
                    <a:pt x="950" y="1283"/>
                    <a:pt x="950" y="1283"/>
                    <a:pt x="950" y="1283"/>
                  </a:cubicBezTo>
                  <a:cubicBezTo>
                    <a:pt x="935" y="1250"/>
                    <a:pt x="927" y="1215"/>
                    <a:pt x="927" y="1180"/>
                  </a:cubicBezTo>
                  <a:cubicBezTo>
                    <a:pt x="927" y="1116"/>
                    <a:pt x="951" y="1056"/>
                    <a:pt x="993" y="1009"/>
                  </a:cubicBezTo>
                  <a:cubicBezTo>
                    <a:pt x="1035" y="963"/>
                    <a:pt x="1093" y="934"/>
                    <a:pt x="1155" y="928"/>
                  </a:cubicBezTo>
                  <a:cubicBezTo>
                    <a:pt x="1159" y="927"/>
                    <a:pt x="1159" y="927"/>
                    <a:pt x="1159" y="927"/>
                  </a:cubicBezTo>
                  <a:cubicBezTo>
                    <a:pt x="1159" y="816"/>
                    <a:pt x="1159" y="816"/>
                    <a:pt x="1159" y="816"/>
                  </a:cubicBezTo>
                  <a:lnTo>
                    <a:pt x="1154" y="816"/>
                  </a:lnTo>
                  <a:close/>
                  <a:moveTo>
                    <a:pt x="43" y="1158"/>
                  </a:moveTo>
                  <a:cubicBezTo>
                    <a:pt x="774" y="1158"/>
                    <a:pt x="774" y="1158"/>
                    <a:pt x="774" y="1158"/>
                  </a:cubicBezTo>
                  <a:cubicBezTo>
                    <a:pt x="774" y="1154"/>
                    <a:pt x="774" y="1154"/>
                    <a:pt x="774" y="1154"/>
                  </a:cubicBezTo>
                  <a:cubicBezTo>
                    <a:pt x="775" y="1135"/>
                    <a:pt x="777" y="1119"/>
                    <a:pt x="780" y="1103"/>
                  </a:cubicBezTo>
                  <a:cubicBezTo>
                    <a:pt x="781" y="1098"/>
                    <a:pt x="781" y="1098"/>
                    <a:pt x="781" y="1098"/>
                  </a:cubicBezTo>
                  <a:cubicBezTo>
                    <a:pt x="721" y="1098"/>
                    <a:pt x="721" y="1098"/>
                    <a:pt x="721" y="1098"/>
                  </a:cubicBezTo>
                  <a:cubicBezTo>
                    <a:pt x="721" y="798"/>
                    <a:pt x="721" y="798"/>
                    <a:pt x="721" y="798"/>
                  </a:cubicBezTo>
                  <a:cubicBezTo>
                    <a:pt x="867" y="798"/>
                    <a:pt x="867" y="798"/>
                    <a:pt x="867" y="798"/>
                  </a:cubicBezTo>
                  <a:cubicBezTo>
                    <a:pt x="867" y="919"/>
                    <a:pt x="867" y="919"/>
                    <a:pt x="867" y="919"/>
                  </a:cubicBezTo>
                  <a:cubicBezTo>
                    <a:pt x="875" y="911"/>
                    <a:pt x="875" y="911"/>
                    <a:pt x="875" y="911"/>
                  </a:cubicBezTo>
                  <a:cubicBezTo>
                    <a:pt x="952" y="823"/>
                    <a:pt x="1064" y="772"/>
                    <a:pt x="1180" y="772"/>
                  </a:cubicBezTo>
                  <a:cubicBezTo>
                    <a:pt x="1251" y="772"/>
                    <a:pt x="1322" y="791"/>
                    <a:pt x="1384" y="827"/>
                  </a:cubicBezTo>
                  <a:cubicBezTo>
                    <a:pt x="1390" y="831"/>
                    <a:pt x="1390" y="831"/>
                    <a:pt x="1390" y="831"/>
                  </a:cubicBezTo>
                  <a:cubicBezTo>
                    <a:pt x="1390" y="350"/>
                    <a:pt x="1390" y="350"/>
                    <a:pt x="1390" y="350"/>
                  </a:cubicBezTo>
                  <a:cubicBezTo>
                    <a:pt x="1387" y="350"/>
                    <a:pt x="1387" y="350"/>
                    <a:pt x="1387" y="350"/>
                  </a:cubicBezTo>
                  <a:cubicBezTo>
                    <a:pt x="1358" y="345"/>
                    <a:pt x="1330" y="334"/>
                    <a:pt x="1307" y="316"/>
                  </a:cubicBezTo>
                  <a:cubicBezTo>
                    <a:pt x="1304" y="314"/>
                    <a:pt x="1304" y="314"/>
                    <a:pt x="1304" y="314"/>
                  </a:cubicBezTo>
                  <a:cubicBezTo>
                    <a:pt x="1142" y="476"/>
                    <a:pt x="1142" y="476"/>
                    <a:pt x="1142" y="476"/>
                  </a:cubicBezTo>
                  <a:cubicBezTo>
                    <a:pt x="1143" y="479"/>
                    <a:pt x="1143" y="479"/>
                    <a:pt x="1143" y="479"/>
                  </a:cubicBezTo>
                  <a:cubicBezTo>
                    <a:pt x="1148" y="489"/>
                    <a:pt x="1150" y="500"/>
                    <a:pt x="1150" y="510"/>
                  </a:cubicBezTo>
                  <a:cubicBezTo>
                    <a:pt x="1150" y="551"/>
                    <a:pt x="1118" y="583"/>
                    <a:pt x="1077" y="583"/>
                  </a:cubicBezTo>
                  <a:cubicBezTo>
                    <a:pt x="1037" y="583"/>
                    <a:pt x="1004" y="551"/>
                    <a:pt x="1004" y="510"/>
                  </a:cubicBezTo>
                  <a:cubicBezTo>
                    <a:pt x="1004" y="500"/>
                    <a:pt x="1007" y="489"/>
                    <a:pt x="1012" y="479"/>
                  </a:cubicBezTo>
                  <a:cubicBezTo>
                    <a:pt x="1013" y="476"/>
                    <a:pt x="1013" y="476"/>
                    <a:pt x="1013" y="476"/>
                  </a:cubicBezTo>
                  <a:cubicBezTo>
                    <a:pt x="957" y="420"/>
                    <a:pt x="957" y="420"/>
                    <a:pt x="957" y="420"/>
                  </a:cubicBezTo>
                  <a:cubicBezTo>
                    <a:pt x="954" y="422"/>
                    <a:pt x="954" y="422"/>
                    <a:pt x="954" y="422"/>
                  </a:cubicBezTo>
                  <a:cubicBezTo>
                    <a:pt x="944" y="426"/>
                    <a:pt x="933" y="429"/>
                    <a:pt x="923" y="429"/>
                  </a:cubicBezTo>
                  <a:cubicBezTo>
                    <a:pt x="912" y="429"/>
                    <a:pt x="902" y="426"/>
                    <a:pt x="892" y="422"/>
                  </a:cubicBezTo>
                  <a:cubicBezTo>
                    <a:pt x="889" y="420"/>
                    <a:pt x="889" y="420"/>
                    <a:pt x="889" y="420"/>
                  </a:cubicBezTo>
                  <a:cubicBezTo>
                    <a:pt x="756" y="554"/>
                    <a:pt x="756" y="554"/>
                    <a:pt x="756" y="554"/>
                  </a:cubicBezTo>
                  <a:cubicBezTo>
                    <a:pt x="757" y="556"/>
                    <a:pt x="757" y="556"/>
                    <a:pt x="757" y="556"/>
                  </a:cubicBezTo>
                  <a:cubicBezTo>
                    <a:pt x="762" y="566"/>
                    <a:pt x="764" y="577"/>
                    <a:pt x="764" y="588"/>
                  </a:cubicBezTo>
                  <a:cubicBezTo>
                    <a:pt x="764" y="628"/>
                    <a:pt x="731" y="661"/>
                    <a:pt x="691" y="661"/>
                  </a:cubicBezTo>
                  <a:cubicBezTo>
                    <a:pt x="651" y="661"/>
                    <a:pt x="618" y="628"/>
                    <a:pt x="618" y="588"/>
                  </a:cubicBezTo>
                  <a:cubicBezTo>
                    <a:pt x="618" y="547"/>
                    <a:pt x="651" y="515"/>
                    <a:pt x="691" y="515"/>
                  </a:cubicBezTo>
                  <a:cubicBezTo>
                    <a:pt x="702" y="515"/>
                    <a:pt x="712" y="517"/>
                    <a:pt x="722" y="522"/>
                  </a:cubicBezTo>
                  <a:cubicBezTo>
                    <a:pt x="725" y="523"/>
                    <a:pt x="725" y="523"/>
                    <a:pt x="725" y="523"/>
                  </a:cubicBezTo>
                  <a:cubicBezTo>
                    <a:pt x="859" y="390"/>
                    <a:pt x="859" y="390"/>
                    <a:pt x="859" y="390"/>
                  </a:cubicBezTo>
                  <a:cubicBezTo>
                    <a:pt x="857" y="387"/>
                    <a:pt x="857" y="387"/>
                    <a:pt x="857" y="387"/>
                  </a:cubicBezTo>
                  <a:cubicBezTo>
                    <a:pt x="852" y="377"/>
                    <a:pt x="850" y="366"/>
                    <a:pt x="850" y="356"/>
                  </a:cubicBezTo>
                  <a:cubicBezTo>
                    <a:pt x="850" y="316"/>
                    <a:pt x="883" y="283"/>
                    <a:pt x="923" y="283"/>
                  </a:cubicBezTo>
                  <a:cubicBezTo>
                    <a:pt x="963" y="283"/>
                    <a:pt x="996" y="316"/>
                    <a:pt x="996" y="356"/>
                  </a:cubicBezTo>
                  <a:cubicBezTo>
                    <a:pt x="996" y="366"/>
                    <a:pt x="993" y="377"/>
                    <a:pt x="989" y="387"/>
                  </a:cubicBezTo>
                  <a:cubicBezTo>
                    <a:pt x="987" y="390"/>
                    <a:pt x="987" y="390"/>
                    <a:pt x="987" y="390"/>
                  </a:cubicBezTo>
                  <a:cubicBezTo>
                    <a:pt x="1043" y="446"/>
                    <a:pt x="1043" y="446"/>
                    <a:pt x="1043" y="446"/>
                  </a:cubicBezTo>
                  <a:cubicBezTo>
                    <a:pt x="1046" y="445"/>
                    <a:pt x="1046" y="445"/>
                    <a:pt x="1046" y="445"/>
                  </a:cubicBezTo>
                  <a:cubicBezTo>
                    <a:pt x="1056" y="440"/>
                    <a:pt x="1067" y="437"/>
                    <a:pt x="1077" y="437"/>
                  </a:cubicBezTo>
                  <a:cubicBezTo>
                    <a:pt x="1088" y="437"/>
                    <a:pt x="1098" y="440"/>
                    <a:pt x="1109" y="445"/>
                  </a:cubicBezTo>
                  <a:cubicBezTo>
                    <a:pt x="1111" y="446"/>
                    <a:pt x="1111" y="446"/>
                    <a:pt x="1111" y="446"/>
                  </a:cubicBezTo>
                  <a:cubicBezTo>
                    <a:pt x="1273" y="284"/>
                    <a:pt x="1273" y="284"/>
                    <a:pt x="1273" y="284"/>
                  </a:cubicBezTo>
                  <a:cubicBezTo>
                    <a:pt x="1271" y="281"/>
                    <a:pt x="1271" y="281"/>
                    <a:pt x="1271" y="281"/>
                  </a:cubicBezTo>
                  <a:cubicBezTo>
                    <a:pt x="1259" y="264"/>
                    <a:pt x="1249" y="246"/>
                    <a:pt x="1243" y="226"/>
                  </a:cubicBezTo>
                  <a:cubicBezTo>
                    <a:pt x="1243" y="223"/>
                    <a:pt x="1243" y="223"/>
                    <a:pt x="1243" y="223"/>
                  </a:cubicBezTo>
                  <a:cubicBezTo>
                    <a:pt x="43" y="223"/>
                    <a:pt x="43" y="223"/>
                    <a:pt x="43" y="223"/>
                  </a:cubicBezTo>
                  <a:lnTo>
                    <a:pt x="43" y="1158"/>
                  </a:lnTo>
                  <a:close/>
                  <a:moveTo>
                    <a:pt x="764" y="1055"/>
                  </a:moveTo>
                  <a:cubicBezTo>
                    <a:pt x="792" y="1055"/>
                    <a:pt x="792" y="1055"/>
                    <a:pt x="792" y="1055"/>
                  </a:cubicBezTo>
                  <a:cubicBezTo>
                    <a:pt x="793" y="1052"/>
                    <a:pt x="793" y="1052"/>
                    <a:pt x="793" y="1052"/>
                  </a:cubicBezTo>
                  <a:cubicBezTo>
                    <a:pt x="801" y="1028"/>
                    <a:pt x="812" y="1004"/>
                    <a:pt x="824" y="983"/>
                  </a:cubicBezTo>
                  <a:cubicBezTo>
                    <a:pt x="824" y="982"/>
                    <a:pt x="824" y="982"/>
                    <a:pt x="824" y="982"/>
                  </a:cubicBezTo>
                  <a:cubicBezTo>
                    <a:pt x="824" y="841"/>
                    <a:pt x="824" y="841"/>
                    <a:pt x="824" y="841"/>
                  </a:cubicBezTo>
                  <a:cubicBezTo>
                    <a:pt x="764" y="841"/>
                    <a:pt x="764" y="841"/>
                    <a:pt x="764" y="841"/>
                  </a:cubicBezTo>
                  <a:lnTo>
                    <a:pt x="764" y="1055"/>
                  </a:lnTo>
                  <a:close/>
                  <a:moveTo>
                    <a:pt x="691" y="558"/>
                  </a:moveTo>
                  <a:cubicBezTo>
                    <a:pt x="675" y="558"/>
                    <a:pt x="661" y="571"/>
                    <a:pt x="661" y="588"/>
                  </a:cubicBezTo>
                  <a:cubicBezTo>
                    <a:pt x="661" y="604"/>
                    <a:pt x="675" y="618"/>
                    <a:pt x="691" y="618"/>
                  </a:cubicBezTo>
                  <a:cubicBezTo>
                    <a:pt x="708" y="618"/>
                    <a:pt x="721" y="604"/>
                    <a:pt x="721" y="588"/>
                  </a:cubicBezTo>
                  <a:cubicBezTo>
                    <a:pt x="721" y="571"/>
                    <a:pt x="708" y="558"/>
                    <a:pt x="691" y="558"/>
                  </a:cubicBezTo>
                  <a:close/>
                  <a:moveTo>
                    <a:pt x="1077" y="480"/>
                  </a:moveTo>
                  <a:cubicBezTo>
                    <a:pt x="1061" y="480"/>
                    <a:pt x="1047" y="494"/>
                    <a:pt x="1047" y="510"/>
                  </a:cubicBezTo>
                  <a:cubicBezTo>
                    <a:pt x="1047" y="527"/>
                    <a:pt x="1061" y="540"/>
                    <a:pt x="1077" y="540"/>
                  </a:cubicBezTo>
                  <a:cubicBezTo>
                    <a:pt x="1094" y="540"/>
                    <a:pt x="1107" y="527"/>
                    <a:pt x="1107" y="510"/>
                  </a:cubicBezTo>
                  <a:cubicBezTo>
                    <a:pt x="1107" y="494"/>
                    <a:pt x="1094" y="480"/>
                    <a:pt x="1077" y="480"/>
                  </a:cubicBezTo>
                  <a:close/>
                  <a:moveTo>
                    <a:pt x="923" y="326"/>
                  </a:moveTo>
                  <a:cubicBezTo>
                    <a:pt x="906" y="326"/>
                    <a:pt x="893" y="339"/>
                    <a:pt x="893" y="356"/>
                  </a:cubicBezTo>
                  <a:cubicBezTo>
                    <a:pt x="893" y="372"/>
                    <a:pt x="906" y="386"/>
                    <a:pt x="923" y="386"/>
                  </a:cubicBezTo>
                  <a:cubicBezTo>
                    <a:pt x="939" y="386"/>
                    <a:pt x="953" y="372"/>
                    <a:pt x="953" y="356"/>
                  </a:cubicBezTo>
                  <a:cubicBezTo>
                    <a:pt x="953" y="339"/>
                    <a:pt x="939" y="326"/>
                    <a:pt x="923" y="326"/>
                  </a:cubicBezTo>
                  <a:close/>
                  <a:moveTo>
                    <a:pt x="1412" y="43"/>
                  </a:moveTo>
                  <a:cubicBezTo>
                    <a:pt x="1339" y="43"/>
                    <a:pt x="1279" y="102"/>
                    <a:pt x="1279" y="176"/>
                  </a:cubicBezTo>
                  <a:cubicBezTo>
                    <a:pt x="1279" y="249"/>
                    <a:pt x="1339" y="309"/>
                    <a:pt x="1412" y="309"/>
                  </a:cubicBezTo>
                  <a:cubicBezTo>
                    <a:pt x="1485" y="309"/>
                    <a:pt x="1545" y="249"/>
                    <a:pt x="1545" y="176"/>
                  </a:cubicBezTo>
                  <a:cubicBezTo>
                    <a:pt x="1545" y="102"/>
                    <a:pt x="1485" y="43"/>
                    <a:pt x="1412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7" name="Google Shape;785;p34"/>
            <p:cNvSpPr/>
            <p:nvPr/>
          </p:nvSpPr>
          <p:spPr>
            <a:xfrm>
              <a:off x="2019300" y="-8589963"/>
              <a:ext cx="300038" cy="301625"/>
            </a:xfrm>
            <a:custGeom>
              <a:avLst/>
              <a:gdLst/>
              <a:ahLst/>
              <a:cxnLst/>
              <a:rect l="l" t="t" r="r" b="b"/>
              <a:pathLst>
                <a:path w="300" h="301" extrusionOk="0">
                  <a:moveTo>
                    <a:pt x="150" y="301"/>
                  </a:moveTo>
                  <a:cubicBezTo>
                    <a:pt x="67" y="301"/>
                    <a:pt x="0" y="233"/>
                    <a:pt x="0" y="151"/>
                  </a:cubicBezTo>
                  <a:cubicBezTo>
                    <a:pt x="0" y="68"/>
                    <a:pt x="67" y="0"/>
                    <a:pt x="150" y="0"/>
                  </a:cubicBezTo>
                  <a:cubicBezTo>
                    <a:pt x="233" y="0"/>
                    <a:pt x="300" y="68"/>
                    <a:pt x="300" y="151"/>
                  </a:cubicBezTo>
                  <a:cubicBezTo>
                    <a:pt x="300" y="233"/>
                    <a:pt x="233" y="301"/>
                    <a:pt x="150" y="301"/>
                  </a:cubicBezTo>
                  <a:close/>
                  <a:moveTo>
                    <a:pt x="150" y="43"/>
                  </a:moveTo>
                  <a:cubicBezTo>
                    <a:pt x="91" y="43"/>
                    <a:pt x="43" y="91"/>
                    <a:pt x="43" y="151"/>
                  </a:cubicBezTo>
                  <a:cubicBezTo>
                    <a:pt x="43" y="210"/>
                    <a:pt x="91" y="258"/>
                    <a:pt x="150" y="258"/>
                  </a:cubicBezTo>
                  <a:cubicBezTo>
                    <a:pt x="209" y="258"/>
                    <a:pt x="257" y="210"/>
                    <a:pt x="257" y="151"/>
                  </a:cubicBezTo>
                  <a:cubicBezTo>
                    <a:pt x="257" y="91"/>
                    <a:pt x="209" y="43"/>
                    <a:pt x="150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8" name="Google Shape;786;p34"/>
            <p:cNvSpPr/>
            <p:nvPr/>
          </p:nvSpPr>
          <p:spPr>
            <a:xfrm>
              <a:off x="1092200" y="-9336088"/>
              <a:ext cx="42863" cy="4286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9" name="Google Shape;787;p34"/>
            <p:cNvSpPr/>
            <p:nvPr/>
          </p:nvSpPr>
          <p:spPr>
            <a:xfrm>
              <a:off x="1193800" y="-9336088"/>
              <a:ext cx="352425" cy="4286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" name="Google Shape;788;p34"/>
            <p:cNvSpPr/>
            <p:nvPr/>
          </p:nvSpPr>
          <p:spPr>
            <a:xfrm>
              <a:off x="1092200" y="-9234488"/>
              <a:ext cx="42863" cy="444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1" name="Google Shape;789;p34"/>
            <p:cNvSpPr/>
            <p:nvPr/>
          </p:nvSpPr>
          <p:spPr>
            <a:xfrm>
              <a:off x="1193800" y="-9234488"/>
              <a:ext cx="352425" cy="444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2" name="Google Shape;790;p34"/>
            <p:cNvSpPr/>
            <p:nvPr/>
          </p:nvSpPr>
          <p:spPr>
            <a:xfrm>
              <a:off x="1092200" y="-9131300"/>
              <a:ext cx="42863" cy="444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" name="Google Shape;791;p34"/>
            <p:cNvSpPr/>
            <p:nvPr/>
          </p:nvSpPr>
          <p:spPr>
            <a:xfrm>
              <a:off x="1193800" y="-9131300"/>
              <a:ext cx="352425" cy="444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4" name="Google Shape;792;p34"/>
            <p:cNvSpPr/>
            <p:nvPr/>
          </p:nvSpPr>
          <p:spPr>
            <a:xfrm>
              <a:off x="1092200" y="-9028113"/>
              <a:ext cx="42863" cy="444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5" name="Google Shape;793;p34"/>
            <p:cNvSpPr/>
            <p:nvPr/>
          </p:nvSpPr>
          <p:spPr>
            <a:xfrm>
              <a:off x="1193800" y="-9028113"/>
              <a:ext cx="352425" cy="444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" name="Google Shape;794;p34"/>
            <p:cNvSpPr/>
            <p:nvPr/>
          </p:nvSpPr>
          <p:spPr>
            <a:xfrm>
              <a:off x="1092200" y="-8770938"/>
              <a:ext cx="146050" cy="250825"/>
            </a:xfrm>
            <a:custGeom>
              <a:avLst/>
              <a:gdLst/>
              <a:ahLst/>
              <a:cxnLst/>
              <a:rect l="l" t="t" r="r" b="b"/>
              <a:pathLst>
                <a:path w="92" h="158" extrusionOk="0">
                  <a:moveTo>
                    <a:pt x="0" y="158"/>
                  </a:moveTo>
                  <a:lnTo>
                    <a:pt x="0" y="0"/>
                  </a:lnTo>
                  <a:lnTo>
                    <a:pt x="92" y="0"/>
                  </a:lnTo>
                  <a:lnTo>
                    <a:pt x="92" y="158"/>
                  </a:lnTo>
                  <a:lnTo>
                    <a:pt x="0" y="158"/>
                  </a:lnTo>
                  <a:close/>
                  <a:moveTo>
                    <a:pt x="27" y="130"/>
                  </a:moveTo>
                  <a:lnTo>
                    <a:pt x="64" y="130"/>
                  </a:lnTo>
                  <a:lnTo>
                    <a:pt x="64" y="28"/>
                  </a:lnTo>
                  <a:lnTo>
                    <a:pt x="27" y="28"/>
                  </a:lnTo>
                  <a:lnTo>
                    <a:pt x="27" y="1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7" name="Google Shape;795;p34"/>
            <p:cNvSpPr/>
            <p:nvPr/>
          </p:nvSpPr>
          <p:spPr>
            <a:xfrm>
              <a:off x="1296988" y="-8718550"/>
              <a:ext cx="146050" cy="198438"/>
            </a:xfrm>
            <a:custGeom>
              <a:avLst/>
              <a:gdLst/>
              <a:ahLst/>
              <a:cxnLst/>
              <a:rect l="l" t="t" r="r" b="b"/>
              <a:pathLst>
                <a:path w="92" h="125" extrusionOk="0">
                  <a:moveTo>
                    <a:pt x="0" y="125"/>
                  </a:moveTo>
                  <a:lnTo>
                    <a:pt x="0" y="0"/>
                  </a:lnTo>
                  <a:lnTo>
                    <a:pt x="92" y="0"/>
                  </a:lnTo>
                  <a:lnTo>
                    <a:pt x="92" y="125"/>
                  </a:lnTo>
                  <a:lnTo>
                    <a:pt x="0" y="125"/>
                  </a:lnTo>
                  <a:close/>
                  <a:moveTo>
                    <a:pt x="28" y="97"/>
                  </a:moveTo>
                  <a:lnTo>
                    <a:pt x="65" y="97"/>
                  </a:lnTo>
                  <a:lnTo>
                    <a:pt x="65" y="27"/>
                  </a:lnTo>
                  <a:lnTo>
                    <a:pt x="28" y="27"/>
                  </a:lnTo>
                  <a:lnTo>
                    <a:pt x="28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" name="Google Shape;796;p34"/>
            <p:cNvSpPr/>
            <p:nvPr/>
          </p:nvSpPr>
          <p:spPr>
            <a:xfrm>
              <a:off x="1503363" y="-8924925"/>
              <a:ext cx="146050" cy="404813"/>
            </a:xfrm>
            <a:custGeom>
              <a:avLst/>
              <a:gdLst/>
              <a:ahLst/>
              <a:cxnLst/>
              <a:rect l="l" t="t" r="r" b="b"/>
              <a:pathLst>
                <a:path w="92" h="255" extrusionOk="0">
                  <a:moveTo>
                    <a:pt x="0" y="255"/>
                  </a:moveTo>
                  <a:lnTo>
                    <a:pt x="0" y="0"/>
                  </a:lnTo>
                  <a:lnTo>
                    <a:pt x="92" y="0"/>
                  </a:lnTo>
                  <a:lnTo>
                    <a:pt x="92" y="255"/>
                  </a:lnTo>
                  <a:lnTo>
                    <a:pt x="0" y="255"/>
                  </a:lnTo>
                  <a:close/>
                  <a:moveTo>
                    <a:pt x="27" y="227"/>
                  </a:moveTo>
                  <a:lnTo>
                    <a:pt x="65" y="227"/>
                  </a:lnTo>
                  <a:lnTo>
                    <a:pt x="65" y="27"/>
                  </a:lnTo>
                  <a:lnTo>
                    <a:pt x="27" y="27"/>
                  </a:lnTo>
                  <a:lnTo>
                    <a:pt x="27" y="2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09" name="Google Shape;797;p34"/>
          <p:cNvGrpSpPr/>
          <p:nvPr/>
        </p:nvGrpSpPr>
        <p:grpSpPr>
          <a:xfrm flipH="1">
            <a:off x="2965984" y="2743165"/>
            <a:ext cx="576346" cy="625024"/>
            <a:chOff x="3022601" y="-7604125"/>
            <a:chExt cx="1409700" cy="1528763"/>
          </a:xfrm>
          <a:solidFill>
            <a:schemeClr val="bg1">
              <a:lumMod val="75000"/>
            </a:schemeClr>
          </a:solidFill>
        </p:grpSpPr>
        <p:sp>
          <p:nvSpPr>
            <p:cNvPr id="110" name="Google Shape;798;p34"/>
            <p:cNvSpPr/>
            <p:nvPr/>
          </p:nvSpPr>
          <p:spPr>
            <a:xfrm>
              <a:off x="3221038" y="-7138988"/>
              <a:ext cx="752475" cy="87313"/>
            </a:xfrm>
            <a:custGeom>
              <a:avLst/>
              <a:gdLst/>
              <a:ahLst/>
              <a:cxnLst/>
              <a:rect l="l" t="t" r="r" b="b"/>
              <a:pathLst>
                <a:path w="752" h="88" extrusionOk="0">
                  <a:moveTo>
                    <a:pt x="507" y="88"/>
                  </a:moveTo>
                  <a:cubicBezTo>
                    <a:pt x="321" y="88"/>
                    <a:pt x="148" y="71"/>
                    <a:pt x="18" y="41"/>
                  </a:cubicBezTo>
                  <a:cubicBezTo>
                    <a:pt x="7" y="38"/>
                    <a:pt x="0" y="27"/>
                    <a:pt x="3" y="16"/>
                  </a:cubicBezTo>
                  <a:cubicBezTo>
                    <a:pt x="5" y="6"/>
                    <a:pt x="13" y="0"/>
                    <a:pt x="23" y="0"/>
                  </a:cubicBezTo>
                  <a:cubicBezTo>
                    <a:pt x="25" y="0"/>
                    <a:pt x="26" y="0"/>
                    <a:pt x="28" y="0"/>
                  </a:cubicBezTo>
                  <a:cubicBezTo>
                    <a:pt x="154" y="30"/>
                    <a:pt x="324" y="46"/>
                    <a:pt x="507" y="46"/>
                  </a:cubicBezTo>
                  <a:cubicBezTo>
                    <a:pt x="583" y="46"/>
                    <a:pt x="658" y="43"/>
                    <a:pt x="730" y="38"/>
                  </a:cubicBezTo>
                  <a:cubicBezTo>
                    <a:pt x="730" y="37"/>
                    <a:pt x="731" y="37"/>
                    <a:pt x="731" y="37"/>
                  </a:cubicBezTo>
                  <a:cubicBezTo>
                    <a:pt x="742" y="37"/>
                    <a:pt x="751" y="46"/>
                    <a:pt x="752" y="57"/>
                  </a:cubicBezTo>
                  <a:cubicBezTo>
                    <a:pt x="752" y="62"/>
                    <a:pt x="751" y="68"/>
                    <a:pt x="747" y="72"/>
                  </a:cubicBezTo>
                  <a:cubicBezTo>
                    <a:pt x="743" y="76"/>
                    <a:pt x="738" y="79"/>
                    <a:pt x="733" y="79"/>
                  </a:cubicBezTo>
                  <a:cubicBezTo>
                    <a:pt x="660" y="85"/>
                    <a:pt x="584" y="88"/>
                    <a:pt x="507" y="8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1" name="Google Shape;799;p34"/>
            <p:cNvSpPr/>
            <p:nvPr/>
          </p:nvSpPr>
          <p:spPr>
            <a:xfrm>
              <a:off x="3221038" y="-6754813"/>
              <a:ext cx="752475" cy="87313"/>
            </a:xfrm>
            <a:custGeom>
              <a:avLst/>
              <a:gdLst/>
              <a:ahLst/>
              <a:cxnLst/>
              <a:rect l="l" t="t" r="r" b="b"/>
              <a:pathLst>
                <a:path w="752" h="88" extrusionOk="0">
                  <a:moveTo>
                    <a:pt x="507" y="88"/>
                  </a:moveTo>
                  <a:cubicBezTo>
                    <a:pt x="321" y="88"/>
                    <a:pt x="148" y="72"/>
                    <a:pt x="18" y="41"/>
                  </a:cubicBezTo>
                  <a:cubicBezTo>
                    <a:pt x="7" y="39"/>
                    <a:pt x="0" y="27"/>
                    <a:pt x="3" y="16"/>
                  </a:cubicBezTo>
                  <a:cubicBezTo>
                    <a:pt x="5" y="7"/>
                    <a:pt x="13" y="0"/>
                    <a:pt x="23" y="0"/>
                  </a:cubicBezTo>
                  <a:cubicBezTo>
                    <a:pt x="25" y="0"/>
                    <a:pt x="26" y="0"/>
                    <a:pt x="28" y="1"/>
                  </a:cubicBezTo>
                  <a:cubicBezTo>
                    <a:pt x="154" y="30"/>
                    <a:pt x="324" y="47"/>
                    <a:pt x="507" y="47"/>
                  </a:cubicBezTo>
                  <a:cubicBezTo>
                    <a:pt x="583" y="47"/>
                    <a:pt x="658" y="44"/>
                    <a:pt x="730" y="38"/>
                  </a:cubicBezTo>
                  <a:cubicBezTo>
                    <a:pt x="730" y="38"/>
                    <a:pt x="731" y="38"/>
                    <a:pt x="731" y="38"/>
                  </a:cubicBezTo>
                  <a:cubicBezTo>
                    <a:pt x="742" y="38"/>
                    <a:pt x="751" y="46"/>
                    <a:pt x="752" y="57"/>
                  </a:cubicBezTo>
                  <a:cubicBezTo>
                    <a:pt x="752" y="63"/>
                    <a:pt x="751" y="68"/>
                    <a:pt x="747" y="72"/>
                  </a:cubicBezTo>
                  <a:cubicBezTo>
                    <a:pt x="743" y="76"/>
                    <a:pt x="738" y="79"/>
                    <a:pt x="733" y="79"/>
                  </a:cubicBezTo>
                  <a:cubicBezTo>
                    <a:pt x="660" y="85"/>
                    <a:pt x="584" y="88"/>
                    <a:pt x="507" y="8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" name="Google Shape;800;p34"/>
            <p:cNvSpPr/>
            <p:nvPr/>
          </p:nvSpPr>
          <p:spPr>
            <a:xfrm>
              <a:off x="3022601" y="-7604125"/>
              <a:ext cx="1409700" cy="1528763"/>
            </a:xfrm>
            <a:custGeom>
              <a:avLst/>
              <a:gdLst/>
              <a:ahLst/>
              <a:cxnLst/>
              <a:rect l="l" t="t" r="r" b="b"/>
              <a:pathLst>
                <a:path w="1408" h="1528" extrusionOk="0">
                  <a:moveTo>
                    <a:pt x="704" y="1528"/>
                  </a:moveTo>
                  <a:cubicBezTo>
                    <a:pt x="520" y="1528"/>
                    <a:pt x="346" y="1511"/>
                    <a:pt x="216" y="1481"/>
                  </a:cubicBezTo>
                  <a:cubicBezTo>
                    <a:pt x="72" y="1448"/>
                    <a:pt x="0" y="1404"/>
                    <a:pt x="0" y="1350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27"/>
                    <a:pt x="63" y="85"/>
                    <a:pt x="189" y="53"/>
                  </a:cubicBezTo>
                  <a:cubicBezTo>
                    <a:pt x="191" y="53"/>
                    <a:pt x="192" y="53"/>
                    <a:pt x="194" y="53"/>
                  </a:cubicBezTo>
                  <a:cubicBezTo>
                    <a:pt x="204" y="53"/>
                    <a:pt x="212" y="59"/>
                    <a:pt x="214" y="68"/>
                  </a:cubicBezTo>
                  <a:cubicBezTo>
                    <a:pt x="217" y="79"/>
                    <a:pt x="210" y="91"/>
                    <a:pt x="199" y="93"/>
                  </a:cubicBezTo>
                  <a:cubicBezTo>
                    <a:pt x="146" y="107"/>
                    <a:pt x="105" y="122"/>
                    <a:pt x="77" y="139"/>
                  </a:cubicBezTo>
                  <a:cubicBezTo>
                    <a:pt x="54" y="152"/>
                    <a:pt x="42" y="166"/>
                    <a:pt x="41" y="177"/>
                  </a:cubicBezTo>
                  <a:cubicBezTo>
                    <a:pt x="41" y="178"/>
                    <a:pt x="41" y="178"/>
                    <a:pt x="41" y="178"/>
                  </a:cubicBezTo>
                  <a:cubicBezTo>
                    <a:pt x="41" y="178"/>
                    <a:pt x="41" y="178"/>
                    <a:pt x="41" y="178"/>
                  </a:cubicBezTo>
                  <a:cubicBezTo>
                    <a:pt x="42" y="201"/>
                    <a:pt x="91" y="237"/>
                    <a:pt x="225" y="268"/>
                  </a:cubicBezTo>
                  <a:cubicBezTo>
                    <a:pt x="229" y="269"/>
                    <a:pt x="233" y="270"/>
                    <a:pt x="237" y="271"/>
                  </a:cubicBezTo>
                  <a:cubicBezTo>
                    <a:pt x="363" y="298"/>
                    <a:pt x="529" y="314"/>
                    <a:pt x="704" y="314"/>
                  </a:cubicBezTo>
                  <a:cubicBezTo>
                    <a:pt x="879" y="314"/>
                    <a:pt x="1044" y="298"/>
                    <a:pt x="1170" y="271"/>
                  </a:cubicBezTo>
                  <a:cubicBezTo>
                    <a:pt x="1174" y="270"/>
                    <a:pt x="1178" y="269"/>
                    <a:pt x="1182" y="268"/>
                  </a:cubicBezTo>
                  <a:cubicBezTo>
                    <a:pt x="1328" y="235"/>
                    <a:pt x="1366" y="196"/>
                    <a:pt x="1366" y="178"/>
                  </a:cubicBezTo>
                  <a:cubicBezTo>
                    <a:pt x="1366" y="172"/>
                    <a:pt x="1362" y="144"/>
                    <a:pt x="1269" y="111"/>
                  </a:cubicBezTo>
                  <a:cubicBezTo>
                    <a:pt x="1199" y="87"/>
                    <a:pt x="1101" y="68"/>
                    <a:pt x="985" y="56"/>
                  </a:cubicBezTo>
                  <a:cubicBezTo>
                    <a:pt x="947" y="52"/>
                    <a:pt x="907" y="49"/>
                    <a:pt x="866" y="46"/>
                  </a:cubicBezTo>
                  <a:cubicBezTo>
                    <a:pt x="813" y="43"/>
                    <a:pt x="759" y="42"/>
                    <a:pt x="704" y="42"/>
                  </a:cubicBezTo>
                  <a:cubicBezTo>
                    <a:pt x="563" y="42"/>
                    <a:pt x="429" y="52"/>
                    <a:pt x="315" y="70"/>
                  </a:cubicBezTo>
                  <a:cubicBezTo>
                    <a:pt x="314" y="70"/>
                    <a:pt x="312" y="70"/>
                    <a:pt x="311" y="70"/>
                  </a:cubicBezTo>
                  <a:cubicBezTo>
                    <a:pt x="301" y="70"/>
                    <a:pt x="292" y="63"/>
                    <a:pt x="291" y="53"/>
                  </a:cubicBezTo>
                  <a:cubicBezTo>
                    <a:pt x="290" y="47"/>
                    <a:pt x="291" y="42"/>
                    <a:pt x="294" y="37"/>
                  </a:cubicBezTo>
                  <a:cubicBezTo>
                    <a:pt x="298" y="33"/>
                    <a:pt x="303" y="30"/>
                    <a:pt x="308" y="29"/>
                  </a:cubicBezTo>
                  <a:cubicBezTo>
                    <a:pt x="424" y="10"/>
                    <a:pt x="561" y="0"/>
                    <a:pt x="704" y="0"/>
                  </a:cubicBezTo>
                  <a:cubicBezTo>
                    <a:pt x="759" y="0"/>
                    <a:pt x="815" y="2"/>
                    <a:pt x="868" y="5"/>
                  </a:cubicBezTo>
                  <a:cubicBezTo>
                    <a:pt x="910" y="7"/>
                    <a:pt x="950" y="10"/>
                    <a:pt x="989" y="14"/>
                  </a:cubicBezTo>
                  <a:cubicBezTo>
                    <a:pt x="1113" y="27"/>
                    <a:pt x="1403" y="69"/>
                    <a:pt x="1408" y="175"/>
                  </a:cubicBezTo>
                  <a:cubicBezTo>
                    <a:pt x="1408" y="176"/>
                    <a:pt x="1408" y="177"/>
                    <a:pt x="1408" y="178"/>
                  </a:cubicBezTo>
                  <a:cubicBezTo>
                    <a:pt x="1408" y="178"/>
                    <a:pt x="1408" y="179"/>
                    <a:pt x="1408" y="179"/>
                  </a:cubicBezTo>
                  <a:cubicBezTo>
                    <a:pt x="1408" y="1350"/>
                    <a:pt x="1408" y="1350"/>
                    <a:pt x="1408" y="1350"/>
                  </a:cubicBezTo>
                  <a:cubicBezTo>
                    <a:pt x="1408" y="1404"/>
                    <a:pt x="1335" y="1448"/>
                    <a:pt x="1192" y="1481"/>
                  </a:cubicBezTo>
                  <a:cubicBezTo>
                    <a:pt x="1061" y="1511"/>
                    <a:pt x="888" y="1528"/>
                    <a:pt x="704" y="1528"/>
                  </a:cubicBezTo>
                  <a:close/>
                  <a:moveTo>
                    <a:pt x="41" y="1350"/>
                  </a:moveTo>
                  <a:cubicBezTo>
                    <a:pt x="41" y="1368"/>
                    <a:pt x="80" y="1407"/>
                    <a:pt x="225" y="1441"/>
                  </a:cubicBezTo>
                  <a:cubicBezTo>
                    <a:pt x="353" y="1470"/>
                    <a:pt x="523" y="1486"/>
                    <a:pt x="704" y="1486"/>
                  </a:cubicBezTo>
                  <a:cubicBezTo>
                    <a:pt x="885" y="1486"/>
                    <a:pt x="1055" y="1470"/>
                    <a:pt x="1182" y="1441"/>
                  </a:cubicBezTo>
                  <a:cubicBezTo>
                    <a:pt x="1328" y="1407"/>
                    <a:pt x="1366" y="1368"/>
                    <a:pt x="1366" y="1350"/>
                  </a:cubicBezTo>
                  <a:cubicBezTo>
                    <a:pt x="1366" y="1024"/>
                    <a:pt x="1366" y="1024"/>
                    <a:pt x="1366" y="1024"/>
                  </a:cubicBezTo>
                  <a:cubicBezTo>
                    <a:pt x="1362" y="1027"/>
                    <a:pt x="1362" y="1027"/>
                    <a:pt x="1362" y="1027"/>
                  </a:cubicBezTo>
                  <a:cubicBezTo>
                    <a:pt x="1361" y="1028"/>
                    <a:pt x="1360" y="1029"/>
                    <a:pt x="1359" y="1030"/>
                  </a:cubicBezTo>
                  <a:cubicBezTo>
                    <a:pt x="1358" y="1030"/>
                    <a:pt x="1356" y="1031"/>
                    <a:pt x="1355" y="1032"/>
                  </a:cubicBezTo>
                  <a:cubicBezTo>
                    <a:pt x="1354" y="1032"/>
                    <a:pt x="1353" y="1033"/>
                    <a:pt x="1351" y="1034"/>
                  </a:cubicBezTo>
                  <a:cubicBezTo>
                    <a:pt x="1351" y="1034"/>
                    <a:pt x="1351" y="1034"/>
                    <a:pt x="1351" y="1034"/>
                  </a:cubicBezTo>
                  <a:cubicBezTo>
                    <a:pt x="1350" y="1035"/>
                    <a:pt x="1349" y="1035"/>
                    <a:pt x="1348" y="1036"/>
                  </a:cubicBezTo>
                  <a:cubicBezTo>
                    <a:pt x="1347" y="1037"/>
                    <a:pt x="1345" y="1038"/>
                    <a:pt x="1344" y="1038"/>
                  </a:cubicBezTo>
                  <a:cubicBezTo>
                    <a:pt x="1344" y="1038"/>
                    <a:pt x="1341" y="1040"/>
                    <a:pt x="1340" y="1040"/>
                  </a:cubicBezTo>
                  <a:cubicBezTo>
                    <a:pt x="1339" y="1041"/>
                    <a:pt x="1338" y="1042"/>
                    <a:pt x="1336" y="1042"/>
                  </a:cubicBezTo>
                  <a:cubicBezTo>
                    <a:pt x="1332" y="1044"/>
                    <a:pt x="1332" y="1044"/>
                    <a:pt x="1332" y="1044"/>
                  </a:cubicBezTo>
                  <a:cubicBezTo>
                    <a:pt x="1330" y="1045"/>
                    <a:pt x="1328" y="1046"/>
                    <a:pt x="1326" y="1047"/>
                  </a:cubicBezTo>
                  <a:cubicBezTo>
                    <a:pt x="1324" y="1048"/>
                    <a:pt x="1324" y="1048"/>
                    <a:pt x="1324" y="1048"/>
                  </a:cubicBezTo>
                  <a:cubicBezTo>
                    <a:pt x="1321" y="1050"/>
                    <a:pt x="1318" y="1051"/>
                    <a:pt x="1315" y="1052"/>
                  </a:cubicBezTo>
                  <a:cubicBezTo>
                    <a:pt x="1312" y="1054"/>
                    <a:pt x="1312" y="1054"/>
                    <a:pt x="1312" y="1054"/>
                  </a:cubicBezTo>
                  <a:cubicBezTo>
                    <a:pt x="1309" y="1055"/>
                    <a:pt x="1307" y="1055"/>
                    <a:pt x="1305" y="1056"/>
                  </a:cubicBezTo>
                  <a:cubicBezTo>
                    <a:pt x="1301" y="1058"/>
                    <a:pt x="1301" y="1058"/>
                    <a:pt x="1301" y="1058"/>
                  </a:cubicBezTo>
                  <a:cubicBezTo>
                    <a:pt x="1299" y="1059"/>
                    <a:pt x="1297" y="1060"/>
                    <a:pt x="1295" y="1060"/>
                  </a:cubicBezTo>
                  <a:cubicBezTo>
                    <a:pt x="1291" y="1062"/>
                    <a:pt x="1291" y="1062"/>
                    <a:pt x="1291" y="1062"/>
                  </a:cubicBezTo>
                  <a:cubicBezTo>
                    <a:pt x="1289" y="1063"/>
                    <a:pt x="1287" y="1063"/>
                    <a:pt x="1284" y="1064"/>
                  </a:cubicBezTo>
                  <a:cubicBezTo>
                    <a:pt x="1280" y="1066"/>
                    <a:pt x="1280" y="1066"/>
                    <a:pt x="1280" y="1066"/>
                  </a:cubicBezTo>
                  <a:cubicBezTo>
                    <a:pt x="1278" y="1066"/>
                    <a:pt x="1276" y="1067"/>
                    <a:pt x="1273" y="1068"/>
                  </a:cubicBezTo>
                  <a:cubicBezTo>
                    <a:pt x="1272" y="1068"/>
                    <a:pt x="1270" y="1069"/>
                    <a:pt x="1268" y="1070"/>
                  </a:cubicBezTo>
                  <a:cubicBezTo>
                    <a:pt x="1266" y="1070"/>
                    <a:pt x="1264" y="1071"/>
                    <a:pt x="1262" y="1072"/>
                  </a:cubicBezTo>
                  <a:cubicBezTo>
                    <a:pt x="1257" y="1073"/>
                    <a:pt x="1257" y="1073"/>
                    <a:pt x="1257" y="1073"/>
                  </a:cubicBezTo>
                  <a:cubicBezTo>
                    <a:pt x="1255" y="1074"/>
                    <a:pt x="1252" y="1075"/>
                    <a:pt x="1250" y="1075"/>
                  </a:cubicBezTo>
                  <a:cubicBezTo>
                    <a:pt x="1248" y="1076"/>
                    <a:pt x="1246" y="1076"/>
                    <a:pt x="1245" y="1077"/>
                  </a:cubicBezTo>
                  <a:cubicBezTo>
                    <a:pt x="1242" y="1077"/>
                    <a:pt x="1240" y="1078"/>
                    <a:pt x="1237" y="1079"/>
                  </a:cubicBezTo>
                  <a:cubicBezTo>
                    <a:pt x="1232" y="1080"/>
                    <a:pt x="1232" y="1080"/>
                    <a:pt x="1232" y="1080"/>
                  </a:cubicBezTo>
                  <a:cubicBezTo>
                    <a:pt x="1229" y="1081"/>
                    <a:pt x="1227" y="1082"/>
                    <a:pt x="1224" y="1082"/>
                  </a:cubicBezTo>
                  <a:cubicBezTo>
                    <a:pt x="1219" y="1084"/>
                    <a:pt x="1219" y="1084"/>
                    <a:pt x="1219" y="1084"/>
                  </a:cubicBezTo>
                  <a:cubicBezTo>
                    <a:pt x="1216" y="1085"/>
                    <a:pt x="1213" y="1085"/>
                    <a:pt x="1210" y="1086"/>
                  </a:cubicBezTo>
                  <a:cubicBezTo>
                    <a:pt x="1206" y="1087"/>
                    <a:pt x="1206" y="1087"/>
                    <a:pt x="1206" y="1087"/>
                  </a:cubicBezTo>
                  <a:cubicBezTo>
                    <a:pt x="1201" y="1088"/>
                    <a:pt x="1196" y="1089"/>
                    <a:pt x="1192" y="1090"/>
                  </a:cubicBezTo>
                  <a:cubicBezTo>
                    <a:pt x="1061" y="1120"/>
                    <a:pt x="888" y="1137"/>
                    <a:pt x="704" y="1137"/>
                  </a:cubicBezTo>
                  <a:cubicBezTo>
                    <a:pt x="520" y="1137"/>
                    <a:pt x="346" y="1120"/>
                    <a:pt x="216" y="1090"/>
                  </a:cubicBezTo>
                  <a:cubicBezTo>
                    <a:pt x="211" y="1089"/>
                    <a:pt x="206" y="1088"/>
                    <a:pt x="202" y="1087"/>
                  </a:cubicBezTo>
                  <a:cubicBezTo>
                    <a:pt x="198" y="1086"/>
                    <a:pt x="198" y="1086"/>
                    <a:pt x="198" y="1086"/>
                  </a:cubicBezTo>
                  <a:cubicBezTo>
                    <a:pt x="194" y="1085"/>
                    <a:pt x="191" y="1085"/>
                    <a:pt x="188" y="1084"/>
                  </a:cubicBezTo>
                  <a:cubicBezTo>
                    <a:pt x="183" y="1082"/>
                    <a:pt x="183" y="1082"/>
                    <a:pt x="183" y="1082"/>
                  </a:cubicBezTo>
                  <a:cubicBezTo>
                    <a:pt x="181" y="1082"/>
                    <a:pt x="178" y="1081"/>
                    <a:pt x="175" y="1080"/>
                  </a:cubicBezTo>
                  <a:cubicBezTo>
                    <a:pt x="174" y="1080"/>
                    <a:pt x="170" y="1079"/>
                    <a:pt x="170" y="1079"/>
                  </a:cubicBezTo>
                  <a:cubicBezTo>
                    <a:pt x="168" y="1078"/>
                    <a:pt x="165" y="1077"/>
                    <a:pt x="163" y="1077"/>
                  </a:cubicBezTo>
                  <a:cubicBezTo>
                    <a:pt x="161" y="1076"/>
                    <a:pt x="159" y="1076"/>
                    <a:pt x="158" y="1075"/>
                  </a:cubicBezTo>
                  <a:cubicBezTo>
                    <a:pt x="155" y="1075"/>
                    <a:pt x="153" y="1074"/>
                    <a:pt x="151" y="1073"/>
                  </a:cubicBezTo>
                  <a:cubicBezTo>
                    <a:pt x="146" y="1072"/>
                    <a:pt x="146" y="1072"/>
                    <a:pt x="146" y="1072"/>
                  </a:cubicBezTo>
                  <a:cubicBezTo>
                    <a:pt x="143" y="1071"/>
                    <a:pt x="138" y="1069"/>
                    <a:pt x="138" y="1069"/>
                  </a:cubicBezTo>
                  <a:cubicBezTo>
                    <a:pt x="134" y="1068"/>
                    <a:pt x="134" y="1068"/>
                    <a:pt x="134" y="1068"/>
                  </a:cubicBezTo>
                  <a:cubicBezTo>
                    <a:pt x="132" y="1067"/>
                    <a:pt x="130" y="1066"/>
                    <a:pt x="128" y="1066"/>
                  </a:cubicBezTo>
                  <a:cubicBezTo>
                    <a:pt x="123" y="1064"/>
                    <a:pt x="123" y="1064"/>
                    <a:pt x="123" y="1064"/>
                  </a:cubicBezTo>
                  <a:cubicBezTo>
                    <a:pt x="121" y="1063"/>
                    <a:pt x="119" y="1063"/>
                    <a:pt x="117" y="1062"/>
                  </a:cubicBezTo>
                  <a:cubicBezTo>
                    <a:pt x="115" y="1061"/>
                    <a:pt x="114" y="1061"/>
                    <a:pt x="112" y="1060"/>
                  </a:cubicBezTo>
                  <a:cubicBezTo>
                    <a:pt x="110" y="1060"/>
                    <a:pt x="108" y="1059"/>
                    <a:pt x="106" y="1058"/>
                  </a:cubicBezTo>
                  <a:cubicBezTo>
                    <a:pt x="102" y="1056"/>
                    <a:pt x="102" y="1056"/>
                    <a:pt x="102" y="1056"/>
                  </a:cubicBezTo>
                  <a:cubicBezTo>
                    <a:pt x="100" y="1055"/>
                    <a:pt x="98" y="1055"/>
                    <a:pt x="96" y="1054"/>
                  </a:cubicBezTo>
                  <a:cubicBezTo>
                    <a:pt x="93" y="1052"/>
                    <a:pt x="93" y="1052"/>
                    <a:pt x="93" y="1052"/>
                  </a:cubicBezTo>
                  <a:cubicBezTo>
                    <a:pt x="90" y="1051"/>
                    <a:pt x="87" y="1050"/>
                    <a:pt x="84" y="1048"/>
                  </a:cubicBezTo>
                  <a:cubicBezTo>
                    <a:pt x="82" y="1047"/>
                    <a:pt x="82" y="1047"/>
                    <a:pt x="82" y="1047"/>
                  </a:cubicBezTo>
                  <a:cubicBezTo>
                    <a:pt x="79" y="1046"/>
                    <a:pt x="77" y="1045"/>
                    <a:pt x="75" y="1044"/>
                  </a:cubicBezTo>
                  <a:cubicBezTo>
                    <a:pt x="71" y="1042"/>
                    <a:pt x="71" y="1042"/>
                    <a:pt x="71" y="1042"/>
                  </a:cubicBezTo>
                  <a:cubicBezTo>
                    <a:pt x="70" y="1042"/>
                    <a:pt x="68" y="1041"/>
                    <a:pt x="67" y="1040"/>
                  </a:cubicBezTo>
                  <a:cubicBezTo>
                    <a:pt x="66" y="1040"/>
                    <a:pt x="64" y="1038"/>
                    <a:pt x="64" y="1038"/>
                  </a:cubicBezTo>
                  <a:cubicBezTo>
                    <a:pt x="62" y="1037"/>
                    <a:pt x="61" y="1037"/>
                    <a:pt x="59" y="1036"/>
                  </a:cubicBezTo>
                  <a:cubicBezTo>
                    <a:pt x="58" y="1035"/>
                    <a:pt x="56" y="1034"/>
                    <a:pt x="56" y="1034"/>
                  </a:cubicBezTo>
                  <a:cubicBezTo>
                    <a:pt x="55" y="1033"/>
                    <a:pt x="53" y="1032"/>
                    <a:pt x="52" y="1032"/>
                  </a:cubicBezTo>
                  <a:cubicBezTo>
                    <a:pt x="51" y="1031"/>
                    <a:pt x="50" y="1030"/>
                    <a:pt x="49" y="1030"/>
                  </a:cubicBezTo>
                  <a:cubicBezTo>
                    <a:pt x="48" y="1029"/>
                    <a:pt x="46" y="1028"/>
                    <a:pt x="45" y="1027"/>
                  </a:cubicBezTo>
                  <a:cubicBezTo>
                    <a:pt x="44" y="1026"/>
                    <a:pt x="44" y="1026"/>
                    <a:pt x="44" y="1026"/>
                  </a:cubicBezTo>
                  <a:cubicBezTo>
                    <a:pt x="41" y="1024"/>
                    <a:pt x="41" y="1024"/>
                    <a:pt x="41" y="1024"/>
                  </a:cubicBezTo>
                  <a:lnTo>
                    <a:pt x="41" y="1350"/>
                  </a:lnTo>
                  <a:close/>
                  <a:moveTo>
                    <a:pt x="41" y="959"/>
                  </a:moveTo>
                  <a:cubicBezTo>
                    <a:pt x="41" y="961"/>
                    <a:pt x="42" y="963"/>
                    <a:pt x="42" y="965"/>
                  </a:cubicBezTo>
                  <a:cubicBezTo>
                    <a:pt x="46" y="976"/>
                    <a:pt x="71" y="1015"/>
                    <a:pt x="225" y="1050"/>
                  </a:cubicBezTo>
                  <a:cubicBezTo>
                    <a:pt x="353" y="1079"/>
                    <a:pt x="523" y="1095"/>
                    <a:pt x="704" y="1095"/>
                  </a:cubicBezTo>
                  <a:cubicBezTo>
                    <a:pt x="885" y="1095"/>
                    <a:pt x="1055" y="1079"/>
                    <a:pt x="1182" y="1050"/>
                  </a:cubicBezTo>
                  <a:cubicBezTo>
                    <a:pt x="1336" y="1015"/>
                    <a:pt x="1361" y="976"/>
                    <a:pt x="1365" y="965"/>
                  </a:cubicBezTo>
                  <a:cubicBezTo>
                    <a:pt x="1366" y="963"/>
                    <a:pt x="1366" y="961"/>
                    <a:pt x="1366" y="959"/>
                  </a:cubicBezTo>
                  <a:cubicBezTo>
                    <a:pt x="1366" y="634"/>
                    <a:pt x="1366" y="634"/>
                    <a:pt x="1366" y="634"/>
                  </a:cubicBezTo>
                  <a:cubicBezTo>
                    <a:pt x="1362" y="636"/>
                    <a:pt x="1362" y="636"/>
                    <a:pt x="1362" y="636"/>
                  </a:cubicBezTo>
                  <a:cubicBezTo>
                    <a:pt x="1361" y="637"/>
                    <a:pt x="1360" y="638"/>
                    <a:pt x="1358" y="639"/>
                  </a:cubicBezTo>
                  <a:cubicBezTo>
                    <a:pt x="1358" y="639"/>
                    <a:pt x="1356" y="640"/>
                    <a:pt x="1355" y="641"/>
                  </a:cubicBezTo>
                  <a:cubicBezTo>
                    <a:pt x="1354" y="642"/>
                    <a:pt x="1353" y="642"/>
                    <a:pt x="1351" y="643"/>
                  </a:cubicBezTo>
                  <a:cubicBezTo>
                    <a:pt x="1350" y="644"/>
                    <a:pt x="1349" y="644"/>
                    <a:pt x="1348" y="645"/>
                  </a:cubicBezTo>
                  <a:cubicBezTo>
                    <a:pt x="1347" y="646"/>
                    <a:pt x="1345" y="647"/>
                    <a:pt x="1344" y="648"/>
                  </a:cubicBezTo>
                  <a:cubicBezTo>
                    <a:pt x="1344" y="648"/>
                    <a:pt x="1341" y="649"/>
                    <a:pt x="1340" y="649"/>
                  </a:cubicBezTo>
                  <a:cubicBezTo>
                    <a:pt x="1339" y="650"/>
                    <a:pt x="1337" y="651"/>
                    <a:pt x="1336" y="652"/>
                  </a:cubicBezTo>
                  <a:cubicBezTo>
                    <a:pt x="1332" y="653"/>
                    <a:pt x="1332" y="653"/>
                    <a:pt x="1332" y="653"/>
                  </a:cubicBezTo>
                  <a:cubicBezTo>
                    <a:pt x="1330" y="654"/>
                    <a:pt x="1328" y="655"/>
                    <a:pt x="1326" y="656"/>
                  </a:cubicBezTo>
                  <a:cubicBezTo>
                    <a:pt x="1324" y="658"/>
                    <a:pt x="1324" y="658"/>
                    <a:pt x="1324" y="658"/>
                  </a:cubicBezTo>
                  <a:cubicBezTo>
                    <a:pt x="1321" y="659"/>
                    <a:pt x="1318" y="660"/>
                    <a:pt x="1315" y="662"/>
                  </a:cubicBezTo>
                  <a:cubicBezTo>
                    <a:pt x="1311" y="663"/>
                    <a:pt x="1311" y="663"/>
                    <a:pt x="1311" y="663"/>
                  </a:cubicBezTo>
                  <a:cubicBezTo>
                    <a:pt x="1309" y="664"/>
                    <a:pt x="1307" y="665"/>
                    <a:pt x="1305" y="666"/>
                  </a:cubicBezTo>
                  <a:cubicBezTo>
                    <a:pt x="1300" y="667"/>
                    <a:pt x="1300" y="667"/>
                    <a:pt x="1300" y="667"/>
                  </a:cubicBezTo>
                  <a:cubicBezTo>
                    <a:pt x="1298" y="668"/>
                    <a:pt x="1297" y="669"/>
                    <a:pt x="1295" y="669"/>
                  </a:cubicBezTo>
                  <a:cubicBezTo>
                    <a:pt x="1294" y="670"/>
                    <a:pt x="1290" y="671"/>
                    <a:pt x="1290" y="671"/>
                  </a:cubicBezTo>
                  <a:cubicBezTo>
                    <a:pt x="1289" y="672"/>
                    <a:pt x="1287" y="673"/>
                    <a:pt x="1284" y="673"/>
                  </a:cubicBezTo>
                  <a:cubicBezTo>
                    <a:pt x="1283" y="674"/>
                    <a:pt x="1281" y="674"/>
                    <a:pt x="1280" y="675"/>
                  </a:cubicBezTo>
                  <a:cubicBezTo>
                    <a:pt x="1278" y="676"/>
                    <a:pt x="1276" y="676"/>
                    <a:pt x="1273" y="677"/>
                  </a:cubicBezTo>
                  <a:cubicBezTo>
                    <a:pt x="1272" y="678"/>
                    <a:pt x="1270" y="678"/>
                    <a:pt x="1268" y="679"/>
                  </a:cubicBezTo>
                  <a:cubicBezTo>
                    <a:pt x="1266" y="679"/>
                    <a:pt x="1264" y="680"/>
                    <a:pt x="1262" y="681"/>
                  </a:cubicBezTo>
                  <a:cubicBezTo>
                    <a:pt x="1260" y="681"/>
                    <a:pt x="1259" y="682"/>
                    <a:pt x="1257" y="682"/>
                  </a:cubicBezTo>
                  <a:cubicBezTo>
                    <a:pt x="1255" y="683"/>
                    <a:pt x="1252" y="684"/>
                    <a:pt x="1250" y="684"/>
                  </a:cubicBezTo>
                  <a:cubicBezTo>
                    <a:pt x="1248" y="685"/>
                    <a:pt x="1246" y="685"/>
                    <a:pt x="1245" y="686"/>
                  </a:cubicBezTo>
                  <a:cubicBezTo>
                    <a:pt x="1242" y="687"/>
                    <a:pt x="1236" y="688"/>
                    <a:pt x="1236" y="688"/>
                  </a:cubicBezTo>
                  <a:cubicBezTo>
                    <a:pt x="1232" y="689"/>
                    <a:pt x="1232" y="689"/>
                    <a:pt x="1232" y="689"/>
                  </a:cubicBezTo>
                  <a:cubicBezTo>
                    <a:pt x="1229" y="690"/>
                    <a:pt x="1227" y="691"/>
                    <a:pt x="1224" y="692"/>
                  </a:cubicBezTo>
                  <a:cubicBezTo>
                    <a:pt x="1219" y="693"/>
                    <a:pt x="1219" y="693"/>
                    <a:pt x="1219" y="693"/>
                  </a:cubicBezTo>
                  <a:cubicBezTo>
                    <a:pt x="1216" y="694"/>
                    <a:pt x="1213" y="694"/>
                    <a:pt x="1210" y="695"/>
                  </a:cubicBezTo>
                  <a:cubicBezTo>
                    <a:pt x="1206" y="696"/>
                    <a:pt x="1206" y="696"/>
                    <a:pt x="1206" y="696"/>
                  </a:cubicBezTo>
                  <a:cubicBezTo>
                    <a:pt x="1201" y="697"/>
                    <a:pt x="1196" y="698"/>
                    <a:pt x="1192" y="700"/>
                  </a:cubicBezTo>
                  <a:cubicBezTo>
                    <a:pt x="1061" y="730"/>
                    <a:pt x="888" y="746"/>
                    <a:pt x="704" y="746"/>
                  </a:cubicBezTo>
                  <a:cubicBezTo>
                    <a:pt x="520" y="746"/>
                    <a:pt x="346" y="730"/>
                    <a:pt x="216" y="700"/>
                  </a:cubicBezTo>
                  <a:cubicBezTo>
                    <a:pt x="211" y="698"/>
                    <a:pt x="206" y="697"/>
                    <a:pt x="202" y="696"/>
                  </a:cubicBezTo>
                  <a:cubicBezTo>
                    <a:pt x="198" y="695"/>
                    <a:pt x="198" y="695"/>
                    <a:pt x="198" y="695"/>
                  </a:cubicBezTo>
                  <a:cubicBezTo>
                    <a:pt x="194" y="694"/>
                    <a:pt x="191" y="694"/>
                    <a:pt x="188" y="693"/>
                  </a:cubicBezTo>
                  <a:cubicBezTo>
                    <a:pt x="183" y="692"/>
                    <a:pt x="183" y="692"/>
                    <a:pt x="183" y="692"/>
                  </a:cubicBezTo>
                  <a:cubicBezTo>
                    <a:pt x="181" y="691"/>
                    <a:pt x="178" y="690"/>
                    <a:pt x="175" y="689"/>
                  </a:cubicBezTo>
                  <a:cubicBezTo>
                    <a:pt x="170" y="688"/>
                    <a:pt x="170" y="688"/>
                    <a:pt x="170" y="688"/>
                  </a:cubicBezTo>
                  <a:cubicBezTo>
                    <a:pt x="168" y="687"/>
                    <a:pt x="165" y="687"/>
                    <a:pt x="163" y="686"/>
                  </a:cubicBezTo>
                  <a:cubicBezTo>
                    <a:pt x="158" y="684"/>
                    <a:pt x="158" y="684"/>
                    <a:pt x="158" y="684"/>
                  </a:cubicBezTo>
                  <a:cubicBezTo>
                    <a:pt x="155" y="684"/>
                    <a:pt x="153" y="683"/>
                    <a:pt x="151" y="682"/>
                  </a:cubicBezTo>
                  <a:cubicBezTo>
                    <a:pt x="146" y="681"/>
                    <a:pt x="146" y="681"/>
                    <a:pt x="146" y="681"/>
                  </a:cubicBezTo>
                  <a:cubicBezTo>
                    <a:pt x="143" y="680"/>
                    <a:pt x="141" y="679"/>
                    <a:pt x="139" y="679"/>
                  </a:cubicBezTo>
                  <a:cubicBezTo>
                    <a:pt x="137" y="678"/>
                    <a:pt x="136" y="678"/>
                    <a:pt x="134" y="677"/>
                  </a:cubicBezTo>
                  <a:cubicBezTo>
                    <a:pt x="132" y="676"/>
                    <a:pt x="127" y="675"/>
                    <a:pt x="127" y="675"/>
                  </a:cubicBezTo>
                  <a:cubicBezTo>
                    <a:pt x="123" y="673"/>
                    <a:pt x="123" y="673"/>
                    <a:pt x="123" y="673"/>
                  </a:cubicBezTo>
                  <a:cubicBezTo>
                    <a:pt x="121" y="673"/>
                    <a:pt x="119" y="672"/>
                    <a:pt x="117" y="671"/>
                  </a:cubicBezTo>
                  <a:cubicBezTo>
                    <a:pt x="112" y="669"/>
                    <a:pt x="112" y="669"/>
                    <a:pt x="112" y="669"/>
                  </a:cubicBezTo>
                  <a:cubicBezTo>
                    <a:pt x="110" y="669"/>
                    <a:pt x="108" y="668"/>
                    <a:pt x="107" y="667"/>
                  </a:cubicBezTo>
                  <a:cubicBezTo>
                    <a:pt x="102" y="666"/>
                    <a:pt x="102" y="666"/>
                    <a:pt x="102" y="666"/>
                  </a:cubicBezTo>
                  <a:cubicBezTo>
                    <a:pt x="100" y="665"/>
                    <a:pt x="98" y="664"/>
                    <a:pt x="96" y="663"/>
                  </a:cubicBezTo>
                  <a:cubicBezTo>
                    <a:pt x="93" y="662"/>
                    <a:pt x="93" y="662"/>
                    <a:pt x="93" y="662"/>
                  </a:cubicBezTo>
                  <a:cubicBezTo>
                    <a:pt x="90" y="660"/>
                    <a:pt x="87" y="659"/>
                    <a:pt x="84" y="658"/>
                  </a:cubicBezTo>
                  <a:cubicBezTo>
                    <a:pt x="81" y="656"/>
                    <a:pt x="81" y="656"/>
                    <a:pt x="81" y="656"/>
                  </a:cubicBezTo>
                  <a:cubicBezTo>
                    <a:pt x="79" y="655"/>
                    <a:pt x="77" y="654"/>
                    <a:pt x="75" y="653"/>
                  </a:cubicBezTo>
                  <a:cubicBezTo>
                    <a:pt x="72" y="652"/>
                    <a:pt x="72" y="652"/>
                    <a:pt x="72" y="652"/>
                  </a:cubicBezTo>
                  <a:cubicBezTo>
                    <a:pt x="70" y="651"/>
                    <a:pt x="69" y="650"/>
                    <a:pt x="67" y="649"/>
                  </a:cubicBezTo>
                  <a:cubicBezTo>
                    <a:pt x="63" y="647"/>
                    <a:pt x="63" y="647"/>
                    <a:pt x="63" y="647"/>
                  </a:cubicBezTo>
                  <a:cubicBezTo>
                    <a:pt x="62" y="647"/>
                    <a:pt x="61" y="646"/>
                    <a:pt x="59" y="645"/>
                  </a:cubicBezTo>
                  <a:cubicBezTo>
                    <a:pt x="58" y="645"/>
                    <a:pt x="56" y="643"/>
                    <a:pt x="56" y="643"/>
                  </a:cubicBezTo>
                  <a:cubicBezTo>
                    <a:pt x="55" y="642"/>
                    <a:pt x="53" y="642"/>
                    <a:pt x="52" y="641"/>
                  </a:cubicBezTo>
                  <a:cubicBezTo>
                    <a:pt x="51" y="640"/>
                    <a:pt x="50" y="639"/>
                    <a:pt x="49" y="639"/>
                  </a:cubicBezTo>
                  <a:cubicBezTo>
                    <a:pt x="48" y="638"/>
                    <a:pt x="46" y="637"/>
                    <a:pt x="45" y="636"/>
                  </a:cubicBezTo>
                  <a:cubicBezTo>
                    <a:pt x="44" y="635"/>
                    <a:pt x="44" y="635"/>
                    <a:pt x="44" y="635"/>
                  </a:cubicBezTo>
                  <a:cubicBezTo>
                    <a:pt x="41" y="634"/>
                    <a:pt x="41" y="634"/>
                    <a:pt x="41" y="634"/>
                  </a:cubicBezTo>
                  <a:lnTo>
                    <a:pt x="41" y="959"/>
                  </a:lnTo>
                  <a:close/>
                  <a:moveTo>
                    <a:pt x="41" y="569"/>
                  </a:moveTo>
                  <a:cubicBezTo>
                    <a:pt x="41" y="586"/>
                    <a:pt x="80" y="626"/>
                    <a:pt x="225" y="659"/>
                  </a:cubicBezTo>
                  <a:cubicBezTo>
                    <a:pt x="353" y="688"/>
                    <a:pt x="523" y="704"/>
                    <a:pt x="704" y="704"/>
                  </a:cubicBezTo>
                  <a:cubicBezTo>
                    <a:pt x="885" y="704"/>
                    <a:pt x="1055" y="688"/>
                    <a:pt x="1182" y="659"/>
                  </a:cubicBezTo>
                  <a:cubicBezTo>
                    <a:pt x="1328" y="626"/>
                    <a:pt x="1366" y="586"/>
                    <a:pt x="1366" y="569"/>
                  </a:cubicBezTo>
                  <a:cubicBezTo>
                    <a:pt x="1366" y="243"/>
                    <a:pt x="1366" y="243"/>
                    <a:pt x="1366" y="243"/>
                  </a:cubicBezTo>
                  <a:cubicBezTo>
                    <a:pt x="1362" y="245"/>
                    <a:pt x="1362" y="245"/>
                    <a:pt x="1362" y="245"/>
                  </a:cubicBezTo>
                  <a:cubicBezTo>
                    <a:pt x="1361" y="246"/>
                    <a:pt x="1360" y="247"/>
                    <a:pt x="1358" y="248"/>
                  </a:cubicBezTo>
                  <a:cubicBezTo>
                    <a:pt x="1357" y="249"/>
                    <a:pt x="1356" y="249"/>
                    <a:pt x="1355" y="250"/>
                  </a:cubicBezTo>
                  <a:cubicBezTo>
                    <a:pt x="1354" y="251"/>
                    <a:pt x="1353" y="252"/>
                    <a:pt x="1351" y="252"/>
                  </a:cubicBezTo>
                  <a:cubicBezTo>
                    <a:pt x="1350" y="253"/>
                    <a:pt x="1349" y="254"/>
                    <a:pt x="1348" y="254"/>
                  </a:cubicBezTo>
                  <a:cubicBezTo>
                    <a:pt x="1347" y="255"/>
                    <a:pt x="1345" y="256"/>
                    <a:pt x="1344" y="257"/>
                  </a:cubicBezTo>
                  <a:cubicBezTo>
                    <a:pt x="1344" y="257"/>
                    <a:pt x="1341" y="258"/>
                    <a:pt x="1340" y="258"/>
                  </a:cubicBezTo>
                  <a:cubicBezTo>
                    <a:pt x="1339" y="259"/>
                    <a:pt x="1338" y="260"/>
                    <a:pt x="1336" y="261"/>
                  </a:cubicBezTo>
                  <a:cubicBezTo>
                    <a:pt x="1332" y="263"/>
                    <a:pt x="1332" y="263"/>
                    <a:pt x="1332" y="263"/>
                  </a:cubicBezTo>
                  <a:cubicBezTo>
                    <a:pt x="1330" y="264"/>
                    <a:pt x="1328" y="265"/>
                    <a:pt x="1326" y="266"/>
                  </a:cubicBezTo>
                  <a:cubicBezTo>
                    <a:pt x="1324" y="267"/>
                    <a:pt x="1324" y="267"/>
                    <a:pt x="1324" y="267"/>
                  </a:cubicBezTo>
                  <a:cubicBezTo>
                    <a:pt x="1321" y="268"/>
                    <a:pt x="1318" y="269"/>
                    <a:pt x="1315" y="271"/>
                  </a:cubicBezTo>
                  <a:cubicBezTo>
                    <a:pt x="1311" y="272"/>
                    <a:pt x="1311" y="272"/>
                    <a:pt x="1311" y="272"/>
                  </a:cubicBezTo>
                  <a:cubicBezTo>
                    <a:pt x="1309" y="273"/>
                    <a:pt x="1307" y="274"/>
                    <a:pt x="1305" y="275"/>
                  </a:cubicBezTo>
                  <a:cubicBezTo>
                    <a:pt x="1300" y="277"/>
                    <a:pt x="1300" y="277"/>
                    <a:pt x="1300" y="277"/>
                  </a:cubicBezTo>
                  <a:cubicBezTo>
                    <a:pt x="1298" y="277"/>
                    <a:pt x="1297" y="278"/>
                    <a:pt x="1295" y="279"/>
                  </a:cubicBezTo>
                  <a:cubicBezTo>
                    <a:pt x="1294" y="279"/>
                    <a:pt x="1290" y="280"/>
                    <a:pt x="1290" y="280"/>
                  </a:cubicBezTo>
                  <a:cubicBezTo>
                    <a:pt x="1288" y="281"/>
                    <a:pt x="1286" y="282"/>
                    <a:pt x="1284" y="282"/>
                  </a:cubicBezTo>
                  <a:cubicBezTo>
                    <a:pt x="1283" y="283"/>
                    <a:pt x="1280" y="284"/>
                    <a:pt x="1280" y="284"/>
                  </a:cubicBezTo>
                  <a:cubicBezTo>
                    <a:pt x="1278" y="285"/>
                    <a:pt x="1276" y="286"/>
                    <a:pt x="1273" y="286"/>
                  </a:cubicBezTo>
                  <a:cubicBezTo>
                    <a:pt x="1268" y="288"/>
                    <a:pt x="1268" y="288"/>
                    <a:pt x="1268" y="288"/>
                  </a:cubicBezTo>
                  <a:cubicBezTo>
                    <a:pt x="1266" y="289"/>
                    <a:pt x="1264" y="289"/>
                    <a:pt x="1262" y="290"/>
                  </a:cubicBezTo>
                  <a:cubicBezTo>
                    <a:pt x="1260" y="290"/>
                    <a:pt x="1259" y="291"/>
                    <a:pt x="1257" y="292"/>
                  </a:cubicBezTo>
                  <a:cubicBezTo>
                    <a:pt x="1255" y="292"/>
                    <a:pt x="1252" y="293"/>
                    <a:pt x="1250" y="294"/>
                  </a:cubicBezTo>
                  <a:cubicBezTo>
                    <a:pt x="1245" y="295"/>
                    <a:pt x="1245" y="295"/>
                    <a:pt x="1245" y="295"/>
                  </a:cubicBezTo>
                  <a:cubicBezTo>
                    <a:pt x="1242" y="296"/>
                    <a:pt x="1236" y="298"/>
                    <a:pt x="1236" y="298"/>
                  </a:cubicBezTo>
                  <a:cubicBezTo>
                    <a:pt x="1232" y="299"/>
                    <a:pt x="1232" y="299"/>
                    <a:pt x="1232" y="299"/>
                  </a:cubicBezTo>
                  <a:cubicBezTo>
                    <a:pt x="1230" y="299"/>
                    <a:pt x="1227" y="300"/>
                    <a:pt x="1225" y="301"/>
                  </a:cubicBezTo>
                  <a:cubicBezTo>
                    <a:pt x="1219" y="302"/>
                    <a:pt x="1219" y="302"/>
                    <a:pt x="1219" y="302"/>
                  </a:cubicBezTo>
                  <a:cubicBezTo>
                    <a:pt x="1216" y="303"/>
                    <a:pt x="1213" y="304"/>
                    <a:pt x="1210" y="304"/>
                  </a:cubicBezTo>
                  <a:cubicBezTo>
                    <a:pt x="1206" y="305"/>
                    <a:pt x="1206" y="305"/>
                    <a:pt x="1206" y="305"/>
                  </a:cubicBezTo>
                  <a:cubicBezTo>
                    <a:pt x="1201" y="307"/>
                    <a:pt x="1196" y="308"/>
                    <a:pt x="1192" y="309"/>
                  </a:cubicBezTo>
                  <a:cubicBezTo>
                    <a:pt x="1061" y="339"/>
                    <a:pt x="888" y="355"/>
                    <a:pt x="704" y="355"/>
                  </a:cubicBezTo>
                  <a:cubicBezTo>
                    <a:pt x="520" y="355"/>
                    <a:pt x="346" y="339"/>
                    <a:pt x="216" y="309"/>
                  </a:cubicBezTo>
                  <a:cubicBezTo>
                    <a:pt x="211" y="308"/>
                    <a:pt x="206" y="307"/>
                    <a:pt x="202" y="305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4" y="304"/>
                    <a:pt x="191" y="303"/>
                    <a:pt x="188" y="302"/>
                  </a:cubicBezTo>
                  <a:cubicBezTo>
                    <a:pt x="183" y="301"/>
                    <a:pt x="183" y="301"/>
                    <a:pt x="183" y="301"/>
                  </a:cubicBezTo>
                  <a:cubicBezTo>
                    <a:pt x="181" y="300"/>
                    <a:pt x="178" y="299"/>
                    <a:pt x="175" y="299"/>
                  </a:cubicBezTo>
                  <a:cubicBezTo>
                    <a:pt x="170" y="297"/>
                    <a:pt x="170" y="297"/>
                    <a:pt x="170" y="297"/>
                  </a:cubicBezTo>
                  <a:cubicBezTo>
                    <a:pt x="168" y="297"/>
                    <a:pt x="165" y="296"/>
                    <a:pt x="163" y="295"/>
                  </a:cubicBezTo>
                  <a:cubicBezTo>
                    <a:pt x="158" y="294"/>
                    <a:pt x="158" y="294"/>
                    <a:pt x="158" y="294"/>
                  </a:cubicBezTo>
                  <a:cubicBezTo>
                    <a:pt x="155" y="293"/>
                    <a:pt x="153" y="292"/>
                    <a:pt x="151" y="292"/>
                  </a:cubicBezTo>
                  <a:cubicBezTo>
                    <a:pt x="149" y="291"/>
                    <a:pt x="147" y="290"/>
                    <a:pt x="146" y="290"/>
                  </a:cubicBezTo>
                  <a:cubicBezTo>
                    <a:pt x="143" y="289"/>
                    <a:pt x="141" y="289"/>
                    <a:pt x="139" y="288"/>
                  </a:cubicBezTo>
                  <a:cubicBezTo>
                    <a:pt x="137" y="287"/>
                    <a:pt x="136" y="287"/>
                    <a:pt x="134" y="286"/>
                  </a:cubicBezTo>
                  <a:cubicBezTo>
                    <a:pt x="132" y="286"/>
                    <a:pt x="130" y="285"/>
                    <a:pt x="128" y="284"/>
                  </a:cubicBezTo>
                  <a:cubicBezTo>
                    <a:pt x="126" y="284"/>
                    <a:pt x="124" y="283"/>
                    <a:pt x="123" y="282"/>
                  </a:cubicBezTo>
                  <a:cubicBezTo>
                    <a:pt x="121" y="282"/>
                    <a:pt x="119" y="281"/>
                    <a:pt x="117" y="280"/>
                  </a:cubicBezTo>
                  <a:cubicBezTo>
                    <a:pt x="117" y="280"/>
                    <a:pt x="114" y="279"/>
                    <a:pt x="112" y="279"/>
                  </a:cubicBezTo>
                  <a:cubicBezTo>
                    <a:pt x="111" y="278"/>
                    <a:pt x="109" y="277"/>
                    <a:pt x="107" y="276"/>
                  </a:cubicBezTo>
                  <a:cubicBezTo>
                    <a:pt x="102" y="275"/>
                    <a:pt x="102" y="275"/>
                    <a:pt x="102" y="275"/>
                  </a:cubicBezTo>
                  <a:cubicBezTo>
                    <a:pt x="100" y="274"/>
                    <a:pt x="99" y="273"/>
                    <a:pt x="97" y="272"/>
                  </a:cubicBezTo>
                  <a:cubicBezTo>
                    <a:pt x="93" y="271"/>
                    <a:pt x="93" y="271"/>
                    <a:pt x="93" y="271"/>
                  </a:cubicBezTo>
                  <a:cubicBezTo>
                    <a:pt x="90" y="269"/>
                    <a:pt x="87" y="268"/>
                    <a:pt x="84" y="267"/>
                  </a:cubicBezTo>
                  <a:cubicBezTo>
                    <a:pt x="81" y="266"/>
                    <a:pt x="81" y="266"/>
                    <a:pt x="81" y="266"/>
                  </a:cubicBezTo>
                  <a:cubicBezTo>
                    <a:pt x="79" y="265"/>
                    <a:pt x="77" y="264"/>
                    <a:pt x="75" y="263"/>
                  </a:cubicBezTo>
                  <a:cubicBezTo>
                    <a:pt x="72" y="261"/>
                    <a:pt x="72" y="261"/>
                    <a:pt x="72" y="261"/>
                  </a:cubicBezTo>
                  <a:cubicBezTo>
                    <a:pt x="70" y="260"/>
                    <a:pt x="69" y="259"/>
                    <a:pt x="67" y="258"/>
                  </a:cubicBezTo>
                  <a:cubicBezTo>
                    <a:pt x="66" y="258"/>
                    <a:pt x="64" y="257"/>
                    <a:pt x="64" y="257"/>
                  </a:cubicBezTo>
                  <a:cubicBezTo>
                    <a:pt x="62" y="256"/>
                    <a:pt x="61" y="255"/>
                    <a:pt x="59" y="254"/>
                  </a:cubicBezTo>
                  <a:cubicBezTo>
                    <a:pt x="58" y="254"/>
                    <a:pt x="56" y="252"/>
                    <a:pt x="56" y="252"/>
                  </a:cubicBezTo>
                  <a:cubicBezTo>
                    <a:pt x="55" y="252"/>
                    <a:pt x="53" y="251"/>
                    <a:pt x="52" y="250"/>
                  </a:cubicBezTo>
                  <a:cubicBezTo>
                    <a:pt x="51" y="249"/>
                    <a:pt x="50" y="249"/>
                    <a:pt x="49" y="248"/>
                  </a:cubicBezTo>
                  <a:cubicBezTo>
                    <a:pt x="48" y="247"/>
                    <a:pt x="46" y="246"/>
                    <a:pt x="45" y="245"/>
                  </a:cubicBezTo>
                  <a:cubicBezTo>
                    <a:pt x="44" y="245"/>
                    <a:pt x="44" y="245"/>
                    <a:pt x="44" y="245"/>
                  </a:cubicBezTo>
                  <a:cubicBezTo>
                    <a:pt x="41" y="243"/>
                    <a:pt x="41" y="243"/>
                    <a:pt x="41" y="243"/>
                  </a:cubicBezTo>
                  <a:lnTo>
                    <a:pt x="41" y="5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" name="Google Shape;801;p34"/>
            <p:cNvSpPr/>
            <p:nvPr/>
          </p:nvSpPr>
          <p:spPr>
            <a:xfrm>
              <a:off x="4049713" y="-7197725"/>
              <a:ext cx="187325" cy="171450"/>
            </a:xfrm>
            <a:custGeom>
              <a:avLst/>
              <a:gdLst/>
              <a:ahLst/>
              <a:cxnLst/>
              <a:rect l="l" t="t" r="r" b="b"/>
              <a:pathLst>
                <a:path w="188" h="171" extrusionOk="0">
                  <a:moveTo>
                    <a:pt x="94" y="171"/>
                  </a:moveTo>
                  <a:cubicBezTo>
                    <a:pt x="71" y="171"/>
                    <a:pt x="49" y="162"/>
                    <a:pt x="33" y="146"/>
                  </a:cubicBezTo>
                  <a:cubicBezTo>
                    <a:pt x="0" y="113"/>
                    <a:pt x="0" y="58"/>
                    <a:pt x="33" y="25"/>
                  </a:cubicBezTo>
                  <a:cubicBezTo>
                    <a:pt x="49" y="9"/>
                    <a:pt x="71" y="0"/>
                    <a:pt x="94" y="0"/>
                  </a:cubicBezTo>
                  <a:cubicBezTo>
                    <a:pt x="117" y="0"/>
                    <a:pt x="138" y="9"/>
                    <a:pt x="154" y="25"/>
                  </a:cubicBezTo>
                  <a:cubicBezTo>
                    <a:pt x="188" y="58"/>
                    <a:pt x="188" y="113"/>
                    <a:pt x="154" y="146"/>
                  </a:cubicBezTo>
                  <a:cubicBezTo>
                    <a:pt x="138" y="162"/>
                    <a:pt x="117" y="171"/>
                    <a:pt x="94" y="171"/>
                  </a:cubicBezTo>
                  <a:close/>
                  <a:moveTo>
                    <a:pt x="94" y="41"/>
                  </a:moveTo>
                  <a:cubicBezTo>
                    <a:pt x="82" y="41"/>
                    <a:pt x="71" y="46"/>
                    <a:pt x="62" y="54"/>
                  </a:cubicBezTo>
                  <a:cubicBezTo>
                    <a:pt x="54" y="63"/>
                    <a:pt x="50" y="74"/>
                    <a:pt x="50" y="85"/>
                  </a:cubicBezTo>
                  <a:cubicBezTo>
                    <a:pt x="50" y="97"/>
                    <a:pt x="54" y="108"/>
                    <a:pt x="62" y="117"/>
                  </a:cubicBezTo>
                  <a:cubicBezTo>
                    <a:pt x="71" y="125"/>
                    <a:pt x="82" y="130"/>
                    <a:pt x="94" y="130"/>
                  </a:cubicBezTo>
                  <a:cubicBezTo>
                    <a:pt x="106" y="130"/>
                    <a:pt x="117" y="125"/>
                    <a:pt x="125" y="117"/>
                  </a:cubicBezTo>
                  <a:cubicBezTo>
                    <a:pt x="133" y="108"/>
                    <a:pt x="138" y="97"/>
                    <a:pt x="138" y="85"/>
                  </a:cubicBezTo>
                  <a:cubicBezTo>
                    <a:pt x="138" y="74"/>
                    <a:pt x="133" y="63"/>
                    <a:pt x="125" y="54"/>
                  </a:cubicBezTo>
                  <a:cubicBezTo>
                    <a:pt x="117" y="46"/>
                    <a:pt x="106" y="41"/>
                    <a:pt x="94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" name="Google Shape;802;p34"/>
            <p:cNvSpPr/>
            <p:nvPr/>
          </p:nvSpPr>
          <p:spPr>
            <a:xfrm>
              <a:off x="4049713" y="-6811963"/>
              <a:ext cx="187325" cy="173038"/>
            </a:xfrm>
            <a:custGeom>
              <a:avLst/>
              <a:gdLst/>
              <a:ahLst/>
              <a:cxnLst/>
              <a:rect l="l" t="t" r="r" b="b"/>
              <a:pathLst>
                <a:path w="188" h="172" extrusionOk="0">
                  <a:moveTo>
                    <a:pt x="94" y="172"/>
                  </a:moveTo>
                  <a:cubicBezTo>
                    <a:pt x="71" y="172"/>
                    <a:pt x="49" y="163"/>
                    <a:pt x="33" y="147"/>
                  </a:cubicBezTo>
                  <a:cubicBezTo>
                    <a:pt x="0" y="113"/>
                    <a:pt x="0" y="59"/>
                    <a:pt x="33" y="25"/>
                  </a:cubicBezTo>
                  <a:cubicBezTo>
                    <a:pt x="49" y="9"/>
                    <a:pt x="71" y="0"/>
                    <a:pt x="94" y="0"/>
                  </a:cubicBezTo>
                  <a:cubicBezTo>
                    <a:pt x="117" y="0"/>
                    <a:pt x="138" y="9"/>
                    <a:pt x="154" y="25"/>
                  </a:cubicBezTo>
                  <a:cubicBezTo>
                    <a:pt x="188" y="59"/>
                    <a:pt x="188" y="113"/>
                    <a:pt x="154" y="147"/>
                  </a:cubicBezTo>
                  <a:cubicBezTo>
                    <a:pt x="138" y="163"/>
                    <a:pt x="117" y="172"/>
                    <a:pt x="94" y="172"/>
                  </a:cubicBezTo>
                  <a:close/>
                  <a:moveTo>
                    <a:pt x="94" y="42"/>
                  </a:moveTo>
                  <a:cubicBezTo>
                    <a:pt x="82" y="42"/>
                    <a:pt x="71" y="46"/>
                    <a:pt x="62" y="55"/>
                  </a:cubicBezTo>
                  <a:cubicBezTo>
                    <a:pt x="54" y="63"/>
                    <a:pt x="50" y="74"/>
                    <a:pt x="50" y="86"/>
                  </a:cubicBezTo>
                  <a:cubicBezTo>
                    <a:pt x="50" y="98"/>
                    <a:pt x="54" y="109"/>
                    <a:pt x="62" y="117"/>
                  </a:cubicBezTo>
                  <a:cubicBezTo>
                    <a:pt x="71" y="126"/>
                    <a:pt x="82" y="130"/>
                    <a:pt x="94" y="130"/>
                  </a:cubicBezTo>
                  <a:cubicBezTo>
                    <a:pt x="106" y="130"/>
                    <a:pt x="117" y="126"/>
                    <a:pt x="125" y="117"/>
                  </a:cubicBezTo>
                  <a:cubicBezTo>
                    <a:pt x="133" y="109"/>
                    <a:pt x="138" y="98"/>
                    <a:pt x="138" y="86"/>
                  </a:cubicBezTo>
                  <a:cubicBezTo>
                    <a:pt x="138" y="74"/>
                    <a:pt x="133" y="63"/>
                    <a:pt x="125" y="55"/>
                  </a:cubicBezTo>
                  <a:cubicBezTo>
                    <a:pt x="117" y="46"/>
                    <a:pt x="106" y="42"/>
                    <a:pt x="94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5" name="Google Shape;803;p34"/>
            <p:cNvSpPr/>
            <p:nvPr/>
          </p:nvSpPr>
          <p:spPr>
            <a:xfrm>
              <a:off x="4049713" y="-6424613"/>
              <a:ext cx="187325" cy="171450"/>
            </a:xfrm>
            <a:custGeom>
              <a:avLst/>
              <a:gdLst/>
              <a:ahLst/>
              <a:cxnLst/>
              <a:rect l="l" t="t" r="r" b="b"/>
              <a:pathLst>
                <a:path w="188" h="171" extrusionOk="0">
                  <a:moveTo>
                    <a:pt x="94" y="171"/>
                  </a:moveTo>
                  <a:cubicBezTo>
                    <a:pt x="71" y="171"/>
                    <a:pt x="49" y="162"/>
                    <a:pt x="33" y="146"/>
                  </a:cubicBezTo>
                  <a:cubicBezTo>
                    <a:pt x="0" y="113"/>
                    <a:pt x="0" y="58"/>
                    <a:pt x="33" y="25"/>
                  </a:cubicBezTo>
                  <a:cubicBezTo>
                    <a:pt x="49" y="9"/>
                    <a:pt x="71" y="0"/>
                    <a:pt x="94" y="0"/>
                  </a:cubicBezTo>
                  <a:cubicBezTo>
                    <a:pt x="117" y="0"/>
                    <a:pt x="138" y="9"/>
                    <a:pt x="154" y="25"/>
                  </a:cubicBezTo>
                  <a:cubicBezTo>
                    <a:pt x="188" y="58"/>
                    <a:pt x="188" y="113"/>
                    <a:pt x="154" y="146"/>
                  </a:cubicBezTo>
                  <a:cubicBezTo>
                    <a:pt x="138" y="162"/>
                    <a:pt x="117" y="171"/>
                    <a:pt x="94" y="171"/>
                  </a:cubicBezTo>
                  <a:close/>
                  <a:moveTo>
                    <a:pt x="94" y="41"/>
                  </a:moveTo>
                  <a:cubicBezTo>
                    <a:pt x="82" y="41"/>
                    <a:pt x="71" y="46"/>
                    <a:pt x="62" y="54"/>
                  </a:cubicBezTo>
                  <a:cubicBezTo>
                    <a:pt x="54" y="62"/>
                    <a:pt x="50" y="74"/>
                    <a:pt x="50" y="85"/>
                  </a:cubicBezTo>
                  <a:cubicBezTo>
                    <a:pt x="50" y="97"/>
                    <a:pt x="54" y="108"/>
                    <a:pt x="62" y="117"/>
                  </a:cubicBezTo>
                  <a:cubicBezTo>
                    <a:pt x="71" y="125"/>
                    <a:pt x="82" y="130"/>
                    <a:pt x="94" y="130"/>
                  </a:cubicBezTo>
                  <a:cubicBezTo>
                    <a:pt x="106" y="130"/>
                    <a:pt x="117" y="125"/>
                    <a:pt x="125" y="117"/>
                  </a:cubicBezTo>
                  <a:cubicBezTo>
                    <a:pt x="133" y="108"/>
                    <a:pt x="138" y="97"/>
                    <a:pt x="138" y="85"/>
                  </a:cubicBezTo>
                  <a:cubicBezTo>
                    <a:pt x="138" y="74"/>
                    <a:pt x="133" y="62"/>
                    <a:pt x="125" y="54"/>
                  </a:cubicBezTo>
                  <a:cubicBezTo>
                    <a:pt x="117" y="46"/>
                    <a:pt x="106" y="41"/>
                    <a:pt x="94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" name="Google Shape;804;p34"/>
            <p:cNvSpPr/>
            <p:nvPr/>
          </p:nvSpPr>
          <p:spPr>
            <a:xfrm>
              <a:off x="3833813" y="-6324600"/>
              <a:ext cx="139700" cy="47625"/>
            </a:xfrm>
            <a:custGeom>
              <a:avLst/>
              <a:gdLst/>
              <a:ahLst/>
              <a:cxnLst/>
              <a:rect l="l" t="t" r="r" b="b"/>
              <a:pathLst>
                <a:path w="139" h="47" extrusionOk="0">
                  <a:moveTo>
                    <a:pt x="21" y="47"/>
                  </a:moveTo>
                  <a:cubicBezTo>
                    <a:pt x="10" y="47"/>
                    <a:pt x="1" y="39"/>
                    <a:pt x="0" y="27"/>
                  </a:cubicBezTo>
                  <a:cubicBezTo>
                    <a:pt x="0" y="16"/>
                    <a:pt x="9" y="6"/>
                    <a:pt x="20" y="6"/>
                  </a:cubicBezTo>
                  <a:cubicBezTo>
                    <a:pt x="53" y="4"/>
                    <a:pt x="85" y="2"/>
                    <a:pt x="117" y="0"/>
                  </a:cubicBezTo>
                  <a:cubicBezTo>
                    <a:pt x="117" y="0"/>
                    <a:pt x="118" y="0"/>
                    <a:pt x="118" y="0"/>
                  </a:cubicBezTo>
                  <a:cubicBezTo>
                    <a:pt x="129" y="0"/>
                    <a:pt x="138" y="8"/>
                    <a:pt x="139" y="19"/>
                  </a:cubicBezTo>
                  <a:cubicBezTo>
                    <a:pt x="139" y="24"/>
                    <a:pt x="138" y="30"/>
                    <a:pt x="134" y="34"/>
                  </a:cubicBezTo>
                  <a:cubicBezTo>
                    <a:pt x="130" y="38"/>
                    <a:pt x="125" y="41"/>
                    <a:pt x="120" y="41"/>
                  </a:cubicBezTo>
                  <a:cubicBezTo>
                    <a:pt x="88" y="44"/>
                    <a:pt x="55" y="46"/>
                    <a:pt x="22" y="47"/>
                  </a:cubicBezTo>
                  <a:cubicBezTo>
                    <a:pt x="22" y="47"/>
                    <a:pt x="21" y="47"/>
                    <a:pt x="21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" name="Google Shape;805;p34"/>
            <p:cNvSpPr/>
            <p:nvPr/>
          </p:nvSpPr>
          <p:spPr>
            <a:xfrm>
              <a:off x="3221038" y="-6362700"/>
              <a:ext cx="534988" cy="88900"/>
            </a:xfrm>
            <a:custGeom>
              <a:avLst/>
              <a:gdLst/>
              <a:ahLst/>
              <a:cxnLst/>
              <a:rect l="l" t="t" r="r" b="b"/>
              <a:pathLst>
                <a:path w="535" h="88" extrusionOk="0">
                  <a:moveTo>
                    <a:pt x="507" y="88"/>
                  </a:moveTo>
                  <a:cubicBezTo>
                    <a:pt x="321" y="88"/>
                    <a:pt x="148" y="71"/>
                    <a:pt x="18" y="41"/>
                  </a:cubicBezTo>
                  <a:cubicBezTo>
                    <a:pt x="7" y="38"/>
                    <a:pt x="0" y="27"/>
                    <a:pt x="3" y="16"/>
                  </a:cubicBezTo>
                  <a:cubicBezTo>
                    <a:pt x="5" y="6"/>
                    <a:pt x="13" y="0"/>
                    <a:pt x="23" y="0"/>
                  </a:cubicBezTo>
                  <a:cubicBezTo>
                    <a:pt x="25" y="0"/>
                    <a:pt x="26" y="0"/>
                    <a:pt x="28" y="0"/>
                  </a:cubicBezTo>
                  <a:cubicBezTo>
                    <a:pt x="154" y="30"/>
                    <a:pt x="324" y="46"/>
                    <a:pt x="507" y="46"/>
                  </a:cubicBezTo>
                  <a:cubicBezTo>
                    <a:pt x="514" y="46"/>
                    <a:pt x="514" y="46"/>
                    <a:pt x="514" y="46"/>
                  </a:cubicBezTo>
                  <a:cubicBezTo>
                    <a:pt x="525" y="46"/>
                    <a:pt x="534" y="56"/>
                    <a:pt x="535" y="67"/>
                  </a:cubicBezTo>
                  <a:cubicBezTo>
                    <a:pt x="535" y="79"/>
                    <a:pt x="525" y="88"/>
                    <a:pt x="514" y="88"/>
                  </a:cubicBezTo>
                  <a:lnTo>
                    <a:pt x="507" y="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8" name="Google Shape;806;p34"/>
          <p:cNvSpPr/>
          <p:nvPr/>
        </p:nvSpPr>
        <p:spPr>
          <a:xfrm flipH="1">
            <a:off x="2956872" y="3525858"/>
            <a:ext cx="584619" cy="584619"/>
          </a:xfrm>
          <a:custGeom>
            <a:avLst/>
            <a:gdLst/>
            <a:ahLst/>
            <a:cxnLst/>
            <a:rect l="l" t="t" r="r" b="b"/>
            <a:pathLst>
              <a:path w="1509" h="1508" extrusionOk="0">
                <a:moveTo>
                  <a:pt x="1042" y="1508"/>
                </a:moveTo>
                <a:cubicBezTo>
                  <a:pt x="1030" y="1508"/>
                  <a:pt x="1021" y="1499"/>
                  <a:pt x="1021" y="1487"/>
                </a:cubicBezTo>
                <a:cubicBezTo>
                  <a:pt x="1021" y="1476"/>
                  <a:pt x="1030" y="1467"/>
                  <a:pt x="1042" y="1467"/>
                </a:cubicBezTo>
                <a:cubicBezTo>
                  <a:pt x="1148" y="1467"/>
                  <a:pt x="1148" y="1467"/>
                  <a:pt x="1148" y="1467"/>
                </a:cubicBezTo>
                <a:cubicBezTo>
                  <a:pt x="1148" y="1381"/>
                  <a:pt x="1148" y="1381"/>
                  <a:pt x="1148" y="1381"/>
                </a:cubicBezTo>
                <a:cubicBezTo>
                  <a:pt x="914" y="1381"/>
                  <a:pt x="914" y="1381"/>
                  <a:pt x="914" y="1381"/>
                </a:cubicBezTo>
                <a:cubicBezTo>
                  <a:pt x="867" y="1381"/>
                  <a:pt x="829" y="1343"/>
                  <a:pt x="829" y="1296"/>
                </a:cubicBezTo>
                <a:cubicBezTo>
                  <a:pt x="829" y="977"/>
                  <a:pt x="829" y="977"/>
                  <a:pt x="829" y="977"/>
                </a:cubicBezTo>
                <a:cubicBezTo>
                  <a:pt x="829" y="931"/>
                  <a:pt x="867" y="893"/>
                  <a:pt x="914" y="893"/>
                </a:cubicBezTo>
                <a:cubicBezTo>
                  <a:pt x="1424" y="893"/>
                  <a:pt x="1424" y="893"/>
                  <a:pt x="1424" y="893"/>
                </a:cubicBezTo>
                <a:cubicBezTo>
                  <a:pt x="1471" y="893"/>
                  <a:pt x="1509" y="931"/>
                  <a:pt x="1509" y="977"/>
                </a:cubicBezTo>
                <a:cubicBezTo>
                  <a:pt x="1509" y="1296"/>
                  <a:pt x="1509" y="1296"/>
                  <a:pt x="1509" y="1296"/>
                </a:cubicBezTo>
                <a:cubicBezTo>
                  <a:pt x="1509" y="1343"/>
                  <a:pt x="1471" y="1381"/>
                  <a:pt x="1424" y="1381"/>
                </a:cubicBezTo>
                <a:cubicBezTo>
                  <a:pt x="1190" y="1381"/>
                  <a:pt x="1190" y="1381"/>
                  <a:pt x="1190" y="1381"/>
                </a:cubicBezTo>
                <a:cubicBezTo>
                  <a:pt x="1190" y="1467"/>
                  <a:pt x="1190" y="1467"/>
                  <a:pt x="1190" y="1467"/>
                </a:cubicBezTo>
                <a:cubicBezTo>
                  <a:pt x="1297" y="1467"/>
                  <a:pt x="1297" y="1467"/>
                  <a:pt x="1297" y="1467"/>
                </a:cubicBezTo>
                <a:cubicBezTo>
                  <a:pt x="1308" y="1467"/>
                  <a:pt x="1318" y="1476"/>
                  <a:pt x="1318" y="1487"/>
                </a:cubicBezTo>
                <a:cubicBezTo>
                  <a:pt x="1318" y="1499"/>
                  <a:pt x="1308" y="1508"/>
                  <a:pt x="1297" y="1508"/>
                </a:cubicBezTo>
                <a:lnTo>
                  <a:pt x="1042" y="1508"/>
                </a:lnTo>
                <a:close/>
                <a:moveTo>
                  <a:pt x="871" y="1296"/>
                </a:moveTo>
                <a:cubicBezTo>
                  <a:pt x="871" y="1320"/>
                  <a:pt x="890" y="1339"/>
                  <a:pt x="914" y="1339"/>
                </a:cubicBezTo>
                <a:cubicBezTo>
                  <a:pt x="1424" y="1339"/>
                  <a:pt x="1424" y="1339"/>
                  <a:pt x="1424" y="1339"/>
                </a:cubicBezTo>
                <a:cubicBezTo>
                  <a:pt x="1448" y="1339"/>
                  <a:pt x="1467" y="1320"/>
                  <a:pt x="1467" y="1296"/>
                </a:cubicBezTo>
                <a:cubicBezTo>
                  <a:pt x="1467" y="1253"/>
                  <a:pt x="1467" y="1253"/>
                  <a:pt x="1467" y="1253"/>
                </a:cubicBezTo>
                <a:cubicBezTo>
                  <a:pt x="871" y="1253"/>
                  <a:pt x="871" y="1253"/>
                  <a:pt x="871" y="1253"/>
                </a:cubicBezTo>
                <a:lnTo>
                  <a:pt x="871" y="1296"/>
                </a:lnTo>
                <a:close/>
                <a:moveTo>
                  <a:pt x="914" y="934"/>
                </a:moveTo>
                <a:cubicBezTo>
                  <a:pt x="890" y="934"/>
                  <a:pt x="871" y="953"/>
                  <a:pt x="871" y="977"/>
                </a:cubicBezTo>
                <a:cubicBezTo>
                  <a:pt x="871" y="1211"/>
                  <a:pt x="871" y="1211"/>
                  <a:pt x="871" y="1211"/>
                </a:cubicBezTo>
                <a:cubicBezTo>
                  <a:pt x="1467" y="1211"/>
                  <a:pt x="1467" y="1211"/>
                  <a:pt x="1467" y="1211"/>
                </a:cubicBezTo>
                <a:cubicBezTo>
                  <a:pt x="1467" y="977"/>
                  <a:pt x="1467" y="977"/>
                  <a:pt x="1467" y="977"/>
                </a:cubicBezTo>
                <a:cubicBezTo>
                  <a:pt x="1467" y="953"/>
                  <a:pt x="1448" y="934"/>
                  <a:pt x="1424" y="934"/>
                </a:cubicBezTo>
                <a:lnTo>
                  <a:pt x="914" y="934"/>
                </a:lnTo>
                <a:close/>
                <a:moveTo>
                  <a:pt x="627" y="1508"/>
                </a:moveTo>
                <a:cubicBezTo>
                  <a:pt x="456" y="1508"/>
                  <a:pt x="296" y="1479"/>
                  <a:pt x="179" y="1426"/>
                </a:cubicBezTo>
                <a:cubicBezTo>
                  <a:pt x="64" y="1374"/>
                  <a:pt x="0" y="1305"/>
                  <a:pt x="0" y="1232"/>
                </a:cubicBezTo>
                <a:cubicBezTo>
                  <a:pt x="0" y="276"/>
                  <a:pt x="0" y="276"/>
                  <a:pt x="0" y="276"/>
                </a:cubicBezTo>
                <a:cubicBezTo>
                  <a:pt x="0" y="202"/>
                  <a:pt x="64" y="134"/>
                  <a:pt x="179" y="82"/>
                </a:cubicBezTo>
                <a:cubicBezTo>
                  <a:pt x="296" y="29"/>
                  <a:pt x="456" y="0"/>
                  <a:pt x="627" y="0"/>
                </a:cubicBezTo>
                <a:cubicBezTo>
                  <a:pt x="798" y="0"/>
                  <a:pt x="958" y="29"/>
                  <a:pt x="1075" y="82"/>
                </a:cubicBezTo>
                <a:cubicBezTo>
                  <a:pt x="1190" y="134"/>
                  <a:pt x="1254" y="202"/>
                  <a:pt x="1254" y="276"/>
                </a:cubicBezTo>
                <a:cubicBezTo>
                  <a:pt x="1254" y="786"/>
                  <a:pt x="1254" y="786"/>
                  <a:pt x="1254" y="786"/>
                </a:cubicBezTo>
                <a:cubicBezTo>
                  <a:pt x="1254" y="797"/>
                  <a:pt x="1244" y="807"/>
                  <a:pt x="1233" y="807"/>
                </a:cubicBezTo>
                <a:cubicBezTo>
                  <a:pt x="1221" y="807"/>
                  <a:pt x="1212" y="797"/>
                  <a:pt x="1212" y="786"/>
                </a:cubicBezTo>
                <a:cubicBezTo>
                  <a:pt x="1212" y="697"/>
                  <a:pt x="1212" y="697"/>
                  <a:pt x="1212" y="697"/>
                </a:cubicBezTo>
                <a:cubicBezTo>
                  <a:pt x="1193" y="715"/>
                  <a:pt x="1193" y="715"/>
                  <a:pt x="1193" y="715"/>
                </a:cubicBezTo>
                <a:cubicBezTo>
                  <a:pt x="1155" y="750"/>
                  <a:pt x="1101" y="781"/>
                  <a:pt x="1033" y="806"/>
                </a:cubicBezTo>
                <a:cubicBezTo>
                  <a:pt x="1031" y="807"/>
                  <a:pt x="1028" y="807"/>
                  <a:pt x="1026" y="807"/>
                </a:cubicBezTo>
                <a:cubicBezTo>
                  <a:pt x="1017" y="807"/>
                  <a:pt x="1009" y="802"/>
                  <a:pt x="1006" y="794"/>
                </a:cubicBezTo>
                <a:cubicBezTo>
                  <a:pt x="1002" y="783"/>
                  <a:pt x="1008" y="771"/>
                  <a:pt x="1019" y="767"/>
                </a:cubicBezTo>
                <a:cubicBezTo>
                  <a:pt x="1140" y="722"/>
                  <a:pt x="1212" y="658"/>
                  <a:pt x="1212" y="594"/>
                </a:cubicBezTo>
                <a:cubicBezTo>
                  <a:pt x="1212" y="376"/>
                  <a:pt x="1212" y="376"/>
                  <a:pt x="1212" y="376"/>
                </a:cubicBezTo>
                <a:cubicBezTo>
                  <a:pt x="1193" y="394"/>
                  <a:pt x="1193" y="394"/>
                  <a:pt x="1193" y="394"/>
                </a:cubicBezTo>
                <a:cubicBezTo>
                  <a:pt x="1090" y="491"/>
                  <a:pt x="873" y="551"/>
                  <a:pt x="627" y="551"/>
                </a:cubicBezTo>
                <a:cubicBezTo>
                  <a:pt x="381" y="551"/>
                  <a:pt x="164" y="491"/>
                  <a:pt x="61" y="394"/>
                </a:cubicBezTo>
                <a:cubicBezTo>
                  <a:pt x="42" y="376"/>
                  <a:pt x="42" y="376"/>
                  <a:pt x="42" y="376"/>
                </a:cubicBezTo>
                <a:cubicBezTo>
                  <a:pt x="42" y="594"/>
                  <a:pt x="42" y="594"/>
                  <a:pt x="42" y="594"/>
                </a:cubicBezTo>
                <a:cubicBezTo>
                  <a:pt x="42" y="652"/>
                  <a:pt x="103" y="711"/>
                  <a:pt x="209" y="756"/>
                </a:cubicBezTo>
                <a:cubicBezTo>
                  <a:pt x="321" y="803"/>
                  <a:pt x="469" y="829"/>
                  <a:pt x="627" y="829"/>
                </a:cubicBezTo>
                <a:cubicBezTo>
                  <a:pt x="659" y="829"/>
                  <a:pt x="694" y="827"/>
                  <a:pt x="721" y="825"/>
                </a:cubicBezTo>
                <a:cubicBezTo>
                  <a:pt x="722" y="825"/>
                  <a:pt x="722" y="825"/>
                  <a:pt x="722" y="825"/>
                </a:cubicBezTo>
                <a:cubicBezTo>
                  <a:pt x="733" y="825"/>
                  <a:pt x="743" y="833"/>
                  <a:pt x="743" y="844"/>
                </a:cubicBezTo>
                <a:cubicBezTo>
                  <a:pt x="744" y="850"/>
                  <a:pt x="742" y="855"/>
                  <a:pt x="738" y="859"/>
                </a:cubicBezTo>
                <a:cubicBezTo>
                  <a:pt x="735" y="863"/>
                  <a:pt x="730" y="866"/>
                  <a:pt x="724" y="866"/>
                </a:cubicBezTo>
                <a:cubicBezTo>
                  <a:pt x="696" y="868"/>
                  <a:pt x="660" y="870"/>
                  <a:pt x="627" y="870"/>
                </a:cubicBezTo>
                <a:cubicBezTo>
                  <a:pt x="381" y="870"/>
                  <a:pt x="164" y="810"/>
                  <a:pt x="61" y="713"/>
                </a:cubicBezTo>
                <a:cubicBezTo>
                  <a:pt x="42" y="695"/>
                  <a:pt x="42" y="695"/>
                  <a:pt x="42" y="695"/>
                </a:cubicBezTo>
                <a:cubicBezTo>
                  <a:pt x="42" y="913"/>
                  <a:pt x="42" y="913"/>
                  <a:pt x="42" y="913"/>
                </a:cubicBezTo>
                <a:cubicBezTo>
                  <a:pt x="42" y="971"/>
                  <a:pt x="103" y="1030"/>
                  <a:pt x="209" y="1075"/>
                </a:cubicBezTo>
                <a:cubicBezTo>
                  <a:pt x="321" y="1122"/>
                  <a:pt x="469" y="1148"/>
                  <a:pt x="627" y="1148"/>
                </a:cubicBezTo>
                <a:cubicBezTo>
                  <a:pt x="658" y="1148"/>
                  <a:pt x="689" y="1146"/>
                  <a:pt x="721" y="1144"/>
                </a:cubicBezTo>
                <a:cubicBezTo>
                  <a:pt x="722" y="1144"/>
                  <a:pt x="722" y="1144"/>
                  <a:pt x="722" y="1144"/>
                </a:cubicBezTo>
                <a:cubicBezTo>
                  <a:pt x="733" y="1144"/>
                  <a:pt x="743" y="1152"/>
                  <a:pt x="743" y="1163"/>
                </a:cubicBezTo>
                <a:cubicBezTo>
                  <a:pt x="744" y="1168"/>
                  <a:pt x="742" y="1174"/>
                  <a:pt x="738" y="1178"/>
                </a:cubicBezTo>
                <a:cubicBezTo>
                  <a:pt x="735" y="1182"/>
                  <a:pt x="730" y="1185"/>
                  <a:pt x="724" y="1185"/>
                </a:cubicBezTo>
                <a:cubicBezTo>
                  <a:pt x="691" y="1187"/>
                  <a:pt x="659" y="1189"/>
                  <a:pt x="627" y="1189"/>
                </a:cubicBezTo>
                <a:cubicBezTo>
                  <a:pt x="381" y="1189"/>
                  <a:pt x="164" y="1129"/>
                  <a:pt x="61" y="1032"/>
                </a:cubicBezTo>
                <a:cubicBezTo>
                  <a:pt x="42" y="1014"/>
                  <a:pt x="42" y="1014"/>
                  <a:pt x="42" y="1014"/>
                </a:cubicBezTo>
                <a:cubicBezTo>
                  <a:pt x="42" y="1232"/>
                  <a:pt x="42" y="1232"/>
                  <a:pt x="42" y="1232"/>
                </a:cubicBezTo>
                <a:cubicBezTo>
                  <a:pt x="42" y="1290"/>
                  <a:pt x="103" y="1349"/>
                  <a:pt x="209" y="1394"/>
                </a:cubicBezTo>
                <a:cubicBezTo>
                  <a:pt x="321" y="1441"/>
                  <a:pt x="469" y="1467"/>
                  <a:pt x="627" y="1467"/>
                </a:cubicBezTo>
                <a:cubicBezTo>
                  <a:pt x="659" y="1467"/>
                  <a:pt x="690" y="1466"/>
                  <a:pt x="721" y="1464"/>
                </a:cubicBezTo>
                <a:cubicBezTo>
                  <a:pt x="721" y="1464"/>
                  <a:pt x="721" y="1464"/>
                  <a:pt x="721" y="1464"/>
                </a:cubicBezTo>
                <a:cubicBezTo>
                  <a:pt x="733" y="1464"/>
                  <a:pt x="742" y="1471"/>
                  <a:pt x="743" y="1483"/>
                </a:cubicBezTo>
                <a:cubicBezTo>
                  <a:pt x="744" y="1494"/>
                  <a:pt x="735" y="1504"/>
                  <a:pt x="724" y="1505"/>
                </a:cubicBezTo>
                <a:cubicBezTo>
                  <a:pt x="692" y="1507"/>
                  <a:pt x="659" y="1508"/>
                  <a:pt x="627" y="1508"/>
                </a:cubicBezTo>
                <a:close/>
                <a:moveTo>
                  <a:pt x="627" y="41"/>
                </a:moveTo>
                <a:cubicBezTo>
                  <a:pt x="469" y="41"/>
                  <a:pt x="321" y="67"/>
                  <a:pt x="209" y="114"/>
                </a:cubicBezTo>
                <a:cubicBezTo>
                  <a:pt x="103" y="159"/>
                  <a:pt x="42" y="218"/>
                  <a:pt x="42" y="276"/>
                </a:cubicBezTo>
                <a:cubicBezTo>
                  <a:pt x="42" y="333"/>
                  <a:pt x="103" y="392"/>
                  <a:pt x="209" y="437"/>
                </a:cubicBezTo>
                <a:cubicBezTo>
                  <a:pt x="321" y="484"/>
                  <a:pt x="469" y="510"/>
                  <a:pt x="627" y="510"/>
                </a:cubicBezTo>
                <a:cubicBezTo>
                  <a:pt x="785" y="510"/>
                  <a:pt x="934" y="484"/>
                  <a:pt x="1045" y="437"/>
                </a:cubicBezTo>
                <a:cubicBezTo>
                  <a:pt x="1151" y="392"/>
                  <a:pt x="1212" y="333"/>
                  <a:pt x="1212" y="276"/>
                </a:cubicBezTo>
                <a:cubicBezTo>
                  <a:pt x="1212" y="218"/>
                  <a:pt x="1151" y="159"/>
                  <a:pt x="1045" y="114"/>
                </a:cubicBezTo>
                <a:cubicBezTo>
                  <a:pt x="934" y="67"/>
                  <a:pt x="785" y="41"/>
                  <a:pt x="627" y="41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807;p34"/>
          <p:cNvSpPr/>
          <p:nvPr/>
        </p:nvSpPr>
        <p:spPr>
          <a:xfrm flipH="1">
            <a:off x="2959907" y="4254466"/>
            <a:ext cx="573425" cy="598603"/>
          </a:xfrm>
          <a:custGeom>
            <a:avLst/>
            <a:gdLst/>
            <a:ahLst/>
            <a:cxnLst/>
            <a:rect l="l" t="t" r="r" b="b"/>
            <a:pathLst>
              <a:path w="1445" h="1508" extrusionOk="0">
                <a:moveTo>
                  <a:pt x="1329" y="1508"/>
                </a:moveTo>
                <a:cubicBezTo>
                  <a:pt x="1265" y="1508"/>
                  <a:pt x="1212" y="1456"/>
                  <a:pt x="1212" y="1392"/>
                </a:cubicBezTo>
                <a:cubicBezTo>
                  <a:pt x="1212" y="1390"/>
                  <a:pt x="1213" y="1388"/>
                  <a:pt x="1213" y="1385"/>
                </a:cubicBezTo>
                <a:cubicBezTo>
                  <a:pt x="1213" y="1384"/>
                  <a:pt x="1213" y="1383"/>
                  <a:pt x="1213" y="1381"/>
                </a:cubicBezTo>
                <a:cubicBezTo>
                  <a:pt x="1214" y="1374"/>
                  <a:pt x="1214" y="1374"/>
                  <a:pt x="1214" y="1374"/>
                </a:cubicBezTo>
                <a:cubicBezTo>
                  <a:pt x="902" y="1218"/>
                  <a:pt x="902" y="1218"/>
                  <a:pt x="902" y="1218"/>
                </a:cubicBezTo>
                <a:cubicBezTo>
                  <a:pt x="896" y="1223"/>
                  <a:pt x="896" y="1223"/>
                  <a:pt x="896" y="1223"/>
                </a:cubicBezTo>
                <a:cubicBezTo>
                  <a:pt x="875" y="1242"/>
                  <a:pt x="847" y="1253"/>
                  <a:pt x="819" y="1253"/>
                </a:cubicBezTo>
                <a:cubicBezTo>
                  <a:pt x="754" y="1253"/>
                  <a:pt x="702" y="1201"/>
                  <a:pt x="702" y="1137"/>
                </a:cubicBezTo>
                <a:cubicBezTo>
                  <a:pt x="702" y="1072"/>
                  <a:pt x="754" y="1020"/>
                  <a:pt x="819" y="1020"/>
                </a:cubicBezTo>
                <a:cubicBezTo>
                  <a:pt x="847" y="1020"/>
                  <a:pt x="875" y="1031"/>
                  <a:pt x="896" y="1051"/>
                </a:cubicBezTo>
                <a:cubicBezTo>
                  <a:pt x="902" y="1056"/>
                  <a:pt x="902" y="1056"/>
                  <a:pt x="902" y="1056"/>
                </a:cubicBezTo>
                <a:cubicBezTo>
                  <a:pt x="1214" y="900"/>
                  <a:pt x="1214" y="900"/>
                  <a:pt x="1214" y="900"/>
                </a:cubicBezTo>
                <a:cubicBezTo>
                  <a:pt x="1213" y="892"/>
                  <a:pt x="1213" y="892"/>
                  <a:pt x="1213" y="892"/>
                </a:cubicBezTo>
                <a:cubicBezTo>
                  <a:pt x="1213" y="891"/>
                  <a:pt x="1213" y="889"/>
                  <a:pt x="1213" y="887"/>
                </a:cubicBezTo>
                <a:cubicBezTo>
                  <a:pt x="1213" y="885"/>
                  <a:pt x="1212" y="883"/>
                  <a:pt x="1212" y="882"/>
                </a:cubicBezTo>
                <a:cubicBezTo>
                  <a:pt x="1212" y="817"/>
                  <a:pt x="1265" y="765"/>
                  <a:pt x="1329" y="765"/>
                </a:cubicBezTo>
                <a:cubicBezTo>
                  <a:pt x="1393" y="765"/>
                  <a:pt x="1445" y="817"/>
                  <a:pt x="1445" y="882"/>
                </a:cubicBezTo>
                <a:cubicBezTo>
                  <a:pt x="1445" y="946"/>
                  <a:pt x="1393" y="998"/>
                  <a:pt x="1329" y="998"/>
                </a:cubicBezTo>
                <a:cubicBezTo>
                  <a:pt x="1291" y="998"/>
                  <a:pt x="1255" y="979"/>
                  <a:pt x="1233" y="947"/>
                </a:cubicBezTo>
                <a:cubicBezTo>
                  <a:pt x="1227" y="940"/>
                  <a:pt x="1227" y="940"/>
                  <a:pt x="1227" y="940"/>
                </a:cubicBezTo>
                <a:cubicBezTo>
                  <a:pt x="925" y="1091"/>
                  <a:pt x="925" y="1091"/>
                  <a:pt x="925" y="1091"/>
                </a:cubicBezTo>
                <a:cubicBezTo>
                  <a:pt x="928" y="1100"/>
                  <a:pt x="928" y="1100"/>
                  <a:pt x="928" y="1100"/>
                </a:cubicBezTo>
                <a:cubicBezTo>
                  <a:pt x="933" y="1113"/>
                  <a:pt x="935" y="1125"/>
                  <a:pt x="935" y="1137"/>
                </a:cubicBezTo>
                <a:cubicBezTo>
                  <a:pt x="935" y="1148"/>
                  <a:pt x="933" y="1160"/>
                  <a:pt x="928" y="1174"/>
                </a:cubicBezTo>
                <a:cubicBezTo>
                  <a:pt x="925" y="1183"/>
                  <a:pt x="925" y="1183"/>
                  <a:pt x="925" y="1183"/>
                </a:cubicBezTo>
                <a:cubicBezTo>
                  <a:pt x="1227" y="1334"/>
                  <a:pt x="1227" y="1334"/>
                  <a:pt x="1227" y="1334"/>
                </a:cubicBezTo>
                <a:cubicBezTo>
                  <a:pt x="1233" y="1326"/>
                  <a:pt x="1233" y="1326"/>
                  <a:pt x="1233" y="1326"/>
                </a:cubicBezTo>
                <a:cubicBezTo>
                  <a:pt x="1255" y="1294"/>
                  <a:pt x="1291" y="1275"/>
                  <a:pt x="1329" y="1275"/>
                </a:cubicBezTo>
                <a:cubicBezTo>
                  <a:pt x="1393" y="1275"/>
                  <a:pt x="1445" y="1328"/>
                  <a:pt x="1445" y="1392"/>
                </a:cubicBezTo>
                <a:cubicBezTo>
                  <a:pt x="1445" y="1456"/>
                  <a:pt x="1393" y="1508"/>
                  <a:pt x="1329" y="1508"/>
                </a:cubicBezTo>
                <a:close/>
                <a:moveTo>
                  <a:pt x="1329" y="1317"/>
                </a:moveTo>
                <a:cubicBezTo>
                  <a:pt x="1287" y="1317"/>
                  <a:pt x="1254" y="1350"/>
                  <a:pt x="1254" y="1392"/>
                </a:cubicBezTo>
                <a:cubicBezTo>
                  <a:pt x="1254" y="1433"/>
                  <a:pt x="1287" y="1467"/>
                  <a:pt x="1329" y="1467"/>
                </a:cubicBezTo>
                <a:cubicBezTo>
                  <a:pt x="1370" y="1467"/>
                  <a:pt x="1404" y="1433"/>
                  <a:pt x="1404" y="1392"/>
                </a:cubicBezTo>
                <a:cubicBezTo>
                  <a:pt x="1404" y="1350"/>
                  <a:pt x="1370" y="1317"/>
                  <a:pt x="1329" y="1317"/>
                </a:cubicBezTo>
                <a:close/>
                <a:moveTo>
                  <a:pt x="819" y="1062"/>
                </a:moveTo>
                <a:cubicBezTo>
                  <a:pt x="777" y="1062"/>
                  <a:pt x="744" y="1095"/>
                  <a:pt x="744" y="1137"/>
                </a:cubicBezTo>
                <a:cubicBezTo>
                  <a:pt x="744" y="1178"/>
                  <a:pt x="777" y="1212"/>
                  <a:pt x="819" y="1212"/>
                </a:cubicBezTo>
                <a:cubicBezTo>
                  <a:pt x="860" y="1212"/>
                  <a:pt x="893" y="1178"/>
                  <a:pt x="893" y="1137"/>
                </a:cubicBezTo>
                <a:cubicBezTo>
                  <a:pt x="893" y="1095"/>
                  <a:pt x="860" y="1062"/>
                  <a:pt x="819" y="1062"/>
                </a:cubicBezTo>
                <a:close/>
                <a:moveTo>
                  <a:pt x="1329" y="807"/>
                </a:moveTo>
                <a:cubicBezTo>
                  <a:pt x="1287" y="807"/>
                  <a:pt x="1254" y="840"/>
                  <a:pt x="1254" y="882"/>
                </a:cubicBezTo>
                <a:cubicBezTo>
                  <a:pt x="1254" y="923"/>
                  <a:pt x="1287" y="956"/>
                  <a:pt x="1329" y="956"/>
                </a:cubicBezTo>
                <a:cubicBezTo>
                  <a:pt x="1370" y="956"/>
                  <a:pt x="1404" y="923"/>
                  <a:pt x="1404" y="882"/>
                </a:cubicBezTo>
                <a:cubicBezTo>
                  <a:pt x="1404" y="840"/>
                  <a:pt x="1370" y="807"/>
                  <a:pt x="1329" y="807"/>
                </a:cubicBezTo>
                <a:close/>
                <a:moveTo>
                  <a:pt x="627" y="1508"/>
                </a:moveTo>
                <a:cubicBezTo>
                  <a:pt x="456" y="1508"/>
                  <a:pt x="296" y="1479"/>
                  <a:pt x="179" y="1426"/>
                </a:cubicBezTo>
                <a:cubicBezTo>
                  <a:pt x="64" y="1374"/>
                  <a:pt x="0" y="1306"/>
                  <a:pt x="0" y="1232"/>
                </a:cubicBezTo>
                <a:cubicBezTo>
                  <a:pt x="0" y="276"/>
                  <a:pt x="0" y="276"/>
                  <a:pt x="0" y="276"/>
                </a:cubicBezTo>
                <a:cubicBezTo>
                  <a:pt x="0" y="202"/>
                  <a:pt x="64" y="134"/>
                  <a:pt x="179" y="82"/>
                </a:cubicBezTo>
                <a:cubicBezTo>
                  <a:pt x="296" y="29"/>
                  <a:pt x="456" y="0"/>
                  <a:pt x="627" y="0"/>
                </a:cubicBezTo>
                <a:cubicBezTo>
                  <a:pt x="799" y="0"/>
                  <a:pt x="958" y="29"/>
                  <a:pt x="1076" y="82"/>
                </a:cubicBezTo>
                <a:cubicBezTo>
                  <a:pt x="1191" y="134"/>
                  <a:pt x="1254" y="202"/>
                  <a:pt x="1254" y="276"/>
                </a:cubicBezTo>
                <a:cubicBezTo>
                  <a:pt x="1254" y="681"/>
                  <a:pt x="1254" y="681"/>
                  <a:pt x="1254" y="681"/>
                </a:cubicBezTo>
                <a:cubicBezTo>
                  <a:pt x="1254" y="692"/>
                  <a:pt x="1245" y="702"/>
                  <a:pt x="1233" y="702"/>
                </a:cubicBezTo>
                <a:cubicBezTo>
                  <a:pt x="1230" y="702"/>
                  <a:pt x="1226" y="700"/>
                  <a:pt x="1222" y="698"/>
                </a:cubicBezTo>
                <a:cubicBezTo>
                  <a:pt x="1214" y="693"/>
                  <a:pt x="1214" y="693"/>
                  <a:pt x="1214" y="693"/>
                </a:cubicBezTo>
                <a:cubicBezTo>
                  <a:pt x="1208" y="699"/>
                  <a:pt x="1208" y="699"/>
                  <a:pt x="1208" y="699"/>
                </a:cubicBezTo>
                <a:cubicBezTo>
                  <a:pt x="1112" y="803"/>
                  <a:pt x="884" y="870"/>
                  <a:pt x="627" y="870"/>
                </a:cubicBezTo>
                <a:cubicBezTo>
                  <a:pt x="382" y="870"/>
                  <a:pt x="164" y="810"/>
                  <a:pt x="61" y="713"/>
                </a:cubicBezTo>
                <a:cubicBezTo>
                  <a:pt x="42" y="695"/>
                  <a:pt x="42" y="695"/>
                  <a:pt x="42" y="695"/>
                </a:cubicBezTo>
                <a:cubicBezTo>
                  <a:pt x="42" y="913"/>
                  <a:pt x="42" y="913"/>
                  <a:pt x="42" y="913"/>
                </a:cubicBezTo>
                <a:cubicBezTo>
                  <a:pt x="42" y="970"/>
                  <a:pt x="99" y="1027"/>
                  <a:pt x="199" y="1071"/>
                </a:cubicBezTo>
                <a:cubicBezTo>
                  <a:pt x="304" y="1117"/>
                  <a:pt x="446" y="1144"/>
                  <a:pt x="599" y="1147"/>
                </a:cubicBezTo>
                <a:cubicBezTo>
                  <a:pt x="610" y="1147"/>
                  <a:pt x="619" y="1157"/>
                  <a:pt x="619" y="1168"/>
                </a:cubicBezTo>
                <a:cubicBezTo>
                  <a:pt x="619" y="1180"/>
                  <a:pt x="610" y="1189"/>
                  <a:pt x="598" y="1189"/>
                </a:cubicBezTo>
                <a:cubicBezTo>
                  <a:pt x="598" y="1189"/>
                  <a:pt x="598" y="1189"/>
                  <a:pt x="598" y="1189"/>
                </a:cubicBezTo>
                <a:cubicBezTo>
                  <a:pt x="365" y="1184"/>
                  <a:pt x="159" y="1124"/>
                  <a:pt x="61" y="1032"/>
                </a:cubicBezTo>
                <a:cubicBezTo>
                  <a:pt x="42" y="1015"/>
                  <a:pt x="42" y="1015"/>
                  <a:pt x="42" y="1015"/>
                </a:cubicBezTo>
                <a:cubicBezTo>
                  <a:pt x="42" y="1232"/>
                  <a:pt x="42" y="1232"/>
                  <a:pt x="42" y="1232"/>
                </a:cubicBezTo>
                <a:cubicBezTo>
                  <a:pt x="42" y="1290"/>
                  <a:pt x="103" y="1349"/>
                  <a:pt x="209" y="1394"/>
                </a:cubicBezTo>
                <a:cubicBezTo>
                  <a:pt x="321" y="1441"/>
                  <a:pt x="469" y="1467"/>
                  <a:pt x="627" y="1467"/>
                </a:cubicBezTo>
                <a:cubicBezTo>
                  <a:pt x="786" y="1467"/>
                  <a:pt x="935" y="1441"/>
                  <a:pt x="1046" y="1394"/>
                </a:cubicBezTo>
                <a:cubicBezTo>
                  <a:pt x="1049" y="1393"/>
                  <a:pt x="1052" y="1392"/>
                  <a:pt x="1054" y="1392"/>
                </a:cubicBezTo>
                <a:cubicBezTo>
                  <a:pt x="1063" y="1392"/>
                  <a:pt x="1070" y="1397"/>
                  <a:pt x="1073" y="1405"/>
                </a:cubicBezTo>
                <a:cubicBezTo>
                  <a:pt x="1078" y="1416"/>
                  <a:pt x="1073" y="1428"/>
                  <a:pt x="1062" y="1432"/>
                </a:cubicBezTo>
                <a:cubicBezTo>
                  <a:pt x="945" y="1481"/>
                  <a:pt x="791" y="1508"/>
                  <a:pt x="627" y="1508"/>
                </a:cubicBezTo>
                <a:close/>
                <a:moveTo>
                  <a:pt x="42" y="595"/>
                </a:moveTo>
                <a:cubicBezTo>
                  <a:pt x="42" y="652"/>
                  <a:pt x="103" y="711"/>
                  <a:pt x="209" y="756"/>
                </a:cubicBezTo>
                <a:cubicBezTo>
                  <a:pt x="321" y="803"/>
                  <a:pt x="469" y="829"/>
                  <a:pt x="627" y="829"/>
                </a:cubicBezTo>
                <a:cubicBezTo>
                  <a:pt x="785" y="829"/>
                  <a:pt x="934" y="803"/>
                  <a:pt x="1045" y="756"/>
                </a:cubicBezTo>
                <a:cubicBezTo>
                  <a:pt x="1151" y="711"/>
                  <a:pt x="1212" y="652"/>
                  <a:pt x="1212" y="595"/>
                </a:cubicBezTo>
                <a:cubicBezTo>
                  <a:pt x="1212" y="376"/>
                  <a:pt x="1212" y="376"/>
                  <a:pt x="1212" y="376"/>
                </a:cubicBezTo>
                <a:cubicBezTo>
                  <a:pt x="1194" y="394"/>
                  <a:pt x="1194" y="394"/>
                  <a:pt x="1194" y="394"/>
                </a:cubicBezTo>
                <a:cubicBezTo>
                  <a:pt x="1090" y="491"/>
                  <a:pt x="873" y="552"/>
                  <a:pt x="627" y="552"/>
                </a:cubicBezTo>
                <a:cubicBezTo>
                  <a:pt x="382" y="552"/>
                  <a:pt x="164" y="491"/>
                  <a:pt x="61" y="394"/>
                </a:cubicBezTo>
                <a:cubicBezTo>
                  <a:pt x="42" y="376"/>
                  <a:pt x="42" y="376"/>
                  <a:pt x="42" y="376"/>
                </a:cubicBezTo>
                <a:lnTo>
                  <a:pt x="42" y="595"/>
                </a:lnTo>
                <a:close/>
                <a:moveTo>
                  <a:pt x="627" y="41"/>
                </a:moveTo>
                <a:cubicBezTo>
                  <a:pt x="469" y="41"/>
                  <a:pt x="321" y="67"/>
                  <a:pt x="209" y="114"/>
                </a:cubicBezTo>
                <a:cubicBezTo>
                  <a:pt x="103" y="159"/>
                  <a:pt x="42" y="218"/>
                  <a:pt x="42" y="276"/>
                </a:cubicBezTo>
                <a:cubicBezTo>
                  <a:pt x="42" y="334"/>
                  <a:pt x="103" y="392"/>
                  <a:pt x="209" y="437"/>
                </a:cubicBezTo>
                <a:cubicBezTo>
                  <a:pt x="321" y="484"/>
                  <a:pt x="469" y="510"/>
                  <a:pt x="627" y="510"/>
                </a:cubicBezTo>
                <a:cubicBezTo>
                  <a:pt x="785" y="510"/>
                  <a:pt x="934" y="484"/>
                  <a:pt x="1045" y="437"/>
                </a:cubicBezTo>
                <a:cubicBezTo>
                  <a:pt x="1151" y="392"/>
                  <a:pt x="1212" y="334"/>
                  <a:pt x="1212" y="276"/>
                </a:cubicBezTo>
                <a:cubicBezTo>
                  <a:pt x="1212" y="218"/>
                  <a:pt x="1151" y="159"/>
                  <a:pt x="1045" y="114"/>
                </a:cubicBezTo>
                <a:cubicBezTo>
                  <a:pt x="934" y="67"/>
                  <a:pt x="785" y="41"/>
                  <a:pt x="627" y="41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0" name="Google Shape;808;p34"/>
          <p:cNvGrpSpPr/>
          <p:nvPr/>
        </p:nvGrpSpPr>
        <p:grpSpPr>
          <a:xfrm flipH="1">
            <a:off x="2116997" y="2743869"/>
            <a:ext cx="612127" cy="570822"/>
            <a:chOff x="3009901" y="-9415463"/>
            <a:chExt cx="1435100" cy="1338263"/>
          </a:xfrm>
          <a:solidFill>
            <a:schemeClr val="bg1">
              <a:lumMod val="75000"/>
            </a:schemeClr>
          </a:solidFill>
        </p:grpSpPr>
        <p:sp>
          <p:nvSpPr>
            <p:cNvPr id="121" name="Google Shape;809;p34"/>
            <p:cNvSpPr/>
            <p:nvPr/>
          </p:nvSpPr>
          <p:spPr>
            <a:xfrm>
              <a:off x="3009901" y="-9415463"/>
              <a:ext cx="1435100" cy="1338263"/>
            </a:xfrm>
            <a:custGeom>
              <a:avLst/>
              <a:gdLst/>
              <a:ahLst/>
              <a:cxnLst/>
              <a:rect l="l" t="t" r="r" b="b"/>
              <a:pathLst>
                <a:path w="1434" h="1337" extrusionOk="0">
                  <a:moveTo>
                    <a:pt x="120" y="1337"/>
                  </a:moveTo>
                  <a:cubicBezTo>
                    <a:pt x="120" y="1241"/>
                    <a:pt x="120" y="1241"/>
                    <a:pt x="120" y="1241"/>
                  </a:cubicBezTo>
                  <a:cubicBezTo>
                    <a:pt x="69" y="1241"/>
                    <a:pt x="69" y="1241"/>
                    <a:pt x="69" y="1241"/>
                  </a:cubicBezTo>
                  <a:cubicBezTo>
                    <a:pt x="31" y="1241"/>
                    <a:pt x="0" y="1210"/>
                    <a:pt x="0" y="1172"/>
                  </a:cubicBezTo>
                  <a:cubicBezTo>
                    <a:pt x="0" y="932"/>
                    <a:pt x="0" y="932"/>
                    <a:pt x="0" y="932"/>
                  </a:cubicBezTo>
                  <a:cubicBezTo>
                    <a:pt x="0" y="894"/>
                    <a:pt x="31" y="864"/>
                    <a:pt x="69" y="864"/>
                  </a:cubicBezTo>
                  <a:cubicBezTo>
                    <a:pt x="120" y="864"/>
                    <a:pt x="120" y="864"/>
                    <a:pt x="120" y="864"/>
                  </a:cubicBezTo>
                  <a:cubicBezTo>
                    <a:pt x="120" y="809"/>
                    <a:pt x="120" y="809"/>
                    <a:pt x="120" y="809"/>
                  </a:cubicBezTo>
                  <a:cubicBezTo>
                    <a:pt x="69" y="809"/>
                    <a:pt x="69" y="809"/>
                    <a:pt x="69" y="809"/>
                  </a:cubicBezTo>
                  <a:cubicBezTo>
                    <a:pt x="31" y="809"/>
                    <a:pt x="0" y="778"/>
                    <a:pt x="0" y="740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0" y="462"/>
                    <a:pt x="31" y="432"/>
                    <a:pt x="69" y="432"/>
                  </a:cubicBezTo>
                  <a:cubicBezTo>
                    <a:pt x="120" y="432"/>
                    <a:pt x="120" y="432"/>
                    <a:pt x="120" y="43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69" y="377"/>
                    <a:pt x="69" y="377"/>
                    <a:pt x="69" y="377"/>
                  </a:cubicBezTo>
                  <a:cubicBezTo>
                    <a:pt x="31" y="377"/>
                    <a:pt x="0" y="346"/>
                    <a:pt x="0" y="30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30"/>
                    <a:pt x="31" y="0"/>
                    <a:pt x="69" y="0"/>
                  </a:cubicBezTo>
                  <a:cubicBezTo>
                    <a:pt x="1365" y="0"/>
                    <a:pt x="1365" y="0"/>
                    <a:pt x="1365" y="0"/>
                  </a:cubicBezTo>
                  <a:cubicBezTo>
                    <a:pt x="1403" y="0"/>
                    <a:pt x="1434" y="30"/>
                    <a:pt x="1434" y="68"/>
                  </a:cubicBezTo>
                  <a:cubicBezTo>
                    <a:pt x="1434" y="308"/>
                    <a:pt x="1434" y="308"/>
                    <a:pt x="1434" y="308"/>
                  </a:cubicBezTo>
                  <a:cubicBezTo>
                    <a:pt x="1434" y="346"/>
                    <a:pt x="1403" y="377"/>
                    <a:pt x="1365" y="377"/>
                  </a:cubicBezTo>
                  <a:cubicBezTo>
                    <a:pt x="1314" y="377"/>
                    <a:pt x="1314" y="377"/>
                    <a:pt x="1314" y="377"/>
                  </a:cubicBezTo>
                  <a:cubicBezTo>
                    <a:pt x="1314" y="432"/>
                    <a:pt x="1314" y="432"/>
                    <a:pt x="1314" y="432"/>
                  </a:cubicBezTo>
                  <a:cubicBezTo>
                    <a:pt x="1365" y="432"/>
                    <a:pt x="1365" y="432"/>
                    <a:pt x="1365" y="432"/>
                  </a:cubicBezTo>
                  <a:cubicBezTo>
                    <a:pt x="1403" y="432"/>
                    <a:pt x="1434" y="462"/>
                    <a:pt x="1434" y="500"/>
                  </a:cubicBezTo>
                  <a:cubicBezTo>
                    <a:pt x="1434" y="740"/>
                    <a:pt x="1434" y="740"/>
                    <a:pt x="1434" y="740"/>
                  </a:cubicBezTo>
                  <a:cubicBezTo>
                    <a:pt x="1434" y="778"/>
                    <a:pt x="1403" y="809"/>
                    <a:pt x="1365" y="809"/>
                  </a:cubicBezTo>
                  <a:cubicBezTo>
                    <a:pt x="1314" y="809"/>
                    <a:pt x="1314" y="809"/>
                    <a:pt x="1314" y="809"/>
                  </a:cubicBezTo>
                  <a:cubicBezTo>
                    <a:pt x="1314" y="864"/>
                    <a:pt x="1314" y="864"/>
                    <a:pt x="1314" y="864"/>
                  </a:cubicBezTo>
                  <a:cubicBezTo>
                    <a:pt x="1365" y="864"/>
                    <a:pt x="1365" y="864"/>
                    <a:pt x="1365" y="864"/>
                  </a:cubicBezTo>
                  <a:cubicBezTo>
                    <a:pt x="1403" y="864"/>
                    <a:pt x="1434" y="894"/>
                    <a:pt x="1434" y="932"/>
                  </a:cubicBezTo>
                  <a:cubicBezTo>
                    <a:pt x="1434" y="1172"/>
                    <a:pt x="1434" y="1172"/>
                    <a:pt x="1434" y="1172"/>
                  </a:cubicBezTo>
                  <a:cubicBezTo>
                    <a:pt x="1434" y="1210"/>
                    <a:pt x="1403" y="1241"/>
                    <a:pt x="1365" y="1241"/>
                  </a:cubicBezTo>
                  <a:cubicBezTo>
                    <a:pt x="1314" y="1241"/>
                    <a:pt x="1314" y="1241"/>
                    <a:pt x="1314" y="1241"/>
                  </a:cubicBezTo>
                  <a:cubicBezTo>
                    <a:pt x="1314" y="1337"/>
                    <a:pt x="1314" y="1337"/>
                    <a:pt x="1314" y="1337"/>
                  </a:cubicBezTo>
                  <a:lnTo>
                    <a:pt x="120" y="1337"/>
                  </a:lnTo>
                  <a:close/>
                  <a:moveTo>
                    <a:pt x="162" y="1296"/>
                  </a:moveTo>
                  <a:cubicBezTo>
                    <a:pt x="1272" y="1296"/>
                    <a:pt x="1272" y="1296"/>
                    <a:pt x="1272" y="1296"/>
                  </a:cubicBezTo>
                  <a:cubicBezTo>
                    <a:pt x="1272" y="1241"/>
                    <a:pt x="1272" y="1241"/>
                    <a:pt x="1272" y="1241"/>
                  </a:cubicBezTo>
                  <a:cubicBezTo>
                    <a:pt x="162" y="1241"/>
                    <a:pt x="162" y="1241"/>
                    <a:pt x="162" y="1241"/>
                  </a:cubicBezTo>
                  <a:lnTo>
                    <a:pt x="162" y="1296"/>
                  </a:lnTo>
                  <a:close/>
                  <a:moveTo>
                    <a:pt x="69" y="905"/>
                  </a:moveTo>
                  <a:cubicBezTo>
                    <a:pt x="54" y="905"/>
                    <a:pt x="42" y="917"/>
                    <a:pt x="42" y="932"/>
                  </a:cubicBezTo>
                  <a:cubicBezTo>
                    <a:pt x="42" y="1172"/>
                    <a:pt x="42" y="1172"/>
                    <a:pt x="42" y="1172"/>
                  </a:cubicBezTo>
                  <a:cubicBezTo>
                    <a:pt x="42" y="1187"/>
                    <a:pt x="54" y="1200"/>
                    <a:pt x="69" y="1200"/>
                  </a:cubicBezTo>
                  <a:cubicBezTo>
                    <a:pt x="1365" y="1200"/>
                    <a:pt x="1365" y="1200"/>
                    <a:pt x="1365" y="1200"/>
                  </a:cubicBezTo>
                  <a:cubicBezTo>
                    <a:pt x="1380" y="1200"/>
                    <a:pt x="1392" y="1187"/>
                    <a:pt x="1392" y="1172"/>
                  </a:cubicBezTo>
                  <a:cubicBezTo>
                    <a:pt x="1392" y="932"/>
                    <a:pt x="1392" y="932"/>
                    <a:pt x="1392" y="932"/>
                  </a:cubicBezTo>
                  <a:cubicBezTo>
                    <a:pt x="1392" y="917"/>
                    <a:pt x="1380" y="905"/>
                    <a:pt x="1365" y="905"/>
                  </a:cubicBezTo>
                  <a:lnTo>
                    <a:pt x="69" y="905"/>
                  </a:lnTo>
                  <a:close/>
                  <a:moveTo>
                    <a:pt x="162" y="864"/>
                  </a:moveTo>
                  <a:cubicBezTo>
                    <a:pt x="1272" y="864"/>
                    <a:pt x="1272" y="864"/>
                    <a:pt x="1272" y="864"/>
                  </a:cubicBezTo>
                  <a:cubicBezTo>
                    <a:pt x="1272" y="809"/>
                    <a:pt x="1272" y="809"/>
                    <a:pt x="1272" y="809"/>
                  </a:cubicBezTo>
                  <a:cubicBezTo>
                    <a:pt x="162" y="809"/>
                    <a:pt x="162" y="809"/>
                    <a:pt x="162" y="809"/>
                  </a:cubicBezTo>
                  <a:lnTo>
                    <a:pt x="162" y="864"/>
                  </a:lnTo>
                  <a:close/>
                  <a:moveTo>
                    <a:pt x="69" y="473"/>
                  </a:moveTo>
                  <a:cubicBezTo>
                    <a:pt x="54" y="473"/>
                    <a:pt x="42" y="485"/>
                    <a:pt x="42" y="500"/>
                  </a:cubicBezTo>
                  <a:cubicBezTo>
                    <a:pt x="42" y="740"/>
                    <a:pt x="42" y="740"/>
                    <a:pt x="42" y="740"/>
                  </a:cubicBezTo>
                  <a:cubicBezTo>
                    <a:pt x="42" y="755"/>
                    <a:pt x="54" y="768"/>
                    <a:pt x="69" y="768"/>
                  </a:cubicBezTo>
                  <a:cubicBezTo>
                    <a:pt x="1365" y="768"/>
                    <a:pt x="1365" y="768"/>
                    <a:pt x="1365" y="768"/>
                  </a:cubicBezTo>
                  <a:cubicBezTo>
                    <a:pt x="1380" y="768"/>
                    <a:pt x="1392" y="755"/>
                    <a:pt x="1392" y="740"/>
                  </a:cubicBezTo>
                  <a:cubicBezTo>
                    <a:pt x="1392" y="500"/>
                    <a:pt x="1392" y="500"/>
                    <a:pt x="1392" y="500"/>
                  </a:cubicBezTo>
                  <a:cubicBezTo>
                    <a:pt x="1392" y="485"/>
                    <a:pt x="1380" y="473"/>
                    <a:pt x="1365" y="473"/>
                  </a:cubicBezTo>
                  <a:lnTo>
                    <a:pt x="69" y="473"/>
                  </a:lnTo>
                  <a:close/>
                  <a:moveTo>
                    <a:pt x="162" y="432"/>
                  </a:moveTo>
                  <a:cubicBezTo>
                    <a:pt x="1272" y="432"/>
                    <a:pt x="1272" y="432"/>
                    <a:pt x="1272" y="432"/>
                  </a:cubicBezTo>
                  <a:cubicBezTo>
                    <a:pt x="1272" y="377"/>
                    <a:pt x="1272" y="377"/>
                    <a:pt x="1272" y="377"/>
                  </a:cubicBezTo>
                  <a:cubicBezTo>
                    <a:pt x="162" y="377"/>
                    <a:pt x="162" y="377"/>
                    <a:pt x="162" y="377"/>
                  </a:cubicBezTo>
                  <a:lnTo>
                    <a:pt x="162" y="432"/>
                  </a:lnTo>
                  <a:close/>
                  <a:moveTo>
                    <a:pt x="69" y="41"/>
                  </a:moveTo>
                  <a:cubicBezTo>
                    <a:pt x="54" y="41"/>
                    <a:pt x="42" y="53"/>
                    <a:pt x="42" y="6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2" y="323"/>
                    <a:pt x="54" y="336"/>
                    <a:pt x="69" y="336"/>
                  </a:cubicBezTo>
                  <a:cubicBezTo>
                    <a:pt x="1365" y="336"/>
                    <a:pt x="1365" y="336"/>
                    <a:pt x="1365" y="336"/>
                  </a:cubicBezTo>
                  <a:cubicBezTo>
                    <a:pt x="1380" y="336"/>
                    <a:pt x="1392" y="323"/>
                    <a:pt x="1392" y="308"/>
                  </a:cubicBezTo>
                  <a:cubicBezTo>
                    <a:pt x="1392" y="68"/>
                    <a:pt x="1392" y="68"/>
                    <a:pt x="1392" y="68"/>
                  </a:cubicBezTo>
                  <a:cubicBezTo>
                    <a:pt x="1392" y="53"/>
                    <a:pt x="1380" y="41"/>
                    <a:pt x="1365" y="41"/>
                  </a:cubicBezTo>
                  <a:lnTo>
                    <a:pt x="69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2" name="Google Shape;810;p34"/>
            <p:cNvSpPr/>
            <p:nvPr/>
          </p:nvSpPr>
          <p:spPr>
            <a:xfrm>
              <a:off x="3154363" y="-9320213"/>
              <a:ext cx="42863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3" name="Google Shape;811;p34"/>
            <p:cNvSpPr/>
            <p:nvPr/>
          </p:nvSpPr>
          <p:spPr>
            <a:xfrm>
              <a:off x="3251201" y="-9320213"/>
              <a:ext cx="41275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4" name="Google Shape;812;p34"/>
            <p:cNvSpPr/>
            <p:nvPr/>
          </p:nvSpPr>
          <p:spPr>
            <a:xfrm>
              <a:off x="3346451" y="-9320213"/>
              <a:ext cx="42863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5" name="Google Shape;813;p34"/>
            <p:cNvSpPr/>
            <p:nvPr/>
          </p:nvSpPr>
          <p:spPr>
            <a:xfrm>
              <a:off x="3443288" y="-9320213"/>
              <a:ext cx="41275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6" name="Google Shape;814;p34"/>
            <p:cNvSpPr/>
            <p:nvPr/>
          </p:nvSpPr>
          <p:spPr>
            <a:xfrm>
              <a:off x="3538538" y="-9320213"/>
              <a:ext cx="42863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7" name="Google Shape;815;p34"/>
            <p:cNvSpPr/>
            <p:nvPr/>
          </p:nvSpPr>
          <p:spPr>
            <a:xfrm>
              <a:off x="3635376" y="-9320213"/>
              <a:ext cx="41275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8" name="Google Shape;816;p34"/>
            <p:cNvSpPr/>
            <p:nvPr/>
          </p:nvSpPr>
          <p:spPr>
            <a:xfrm>
              <a:off x="4205288" y="-9296400"/>
              <a:ext cx="144463" cy="138113"/>
            </a:xfrm>
            <a:custGeom>
              <a:avLst/>
              <a:gdLst/>
              <a:ahLst/>
              <a:cxnLst/>
              <a:rect l="l" t="t" r="r" b="b"/>
              <a:pathLst>
                <a:path w="144" h="137" extrusionOk="0">
                  <a:moveTo>
                    <a:pt x="75" y="137"/>
                  </a:moveTo>
                  <a:cubicBezTo>
                    <a:pt x="47" y="137"/>
                    <a:pt x="22" y="120"/>
                    <a:pt x="11" y="95"/>
                  </a:cubicBezTo>
                  <a:cubicBezTo>
                    <a:pt x="0" y="69"/>
                    <a:pt x="6" y="39"/>
                    <a:pt x="26" y="20"/>
                  </a:cubicBezTo>
                  <a:cubicBezTo>
                    <a:pt x="39" y="7"/>
                    <a:pt x="56" y="0"/>
                    <a:pt x="75" y="0"/>
                  </a:cubicBezTo>
                  <a:cubicBezTo>
                    <a:pt x="84" y="0"/>
                    <a:pt x="93" y="1"/>
                    <a:pt x="101" y="5"/>
                  </a:cubicBezTo>
                  <a:cubicBezTo>
                    <a:pt x="127" y="15"/>
                    <a:pt x="144" y="40"/>
                    <a:pt x="144" y="68"/>
                  </a:cubicBezTo>
                  <a:cubicBezTo>
                    <a:pt x="144" y="106"/>
                    <a:pt x="113" y="137"/>
                    <a:pt x="75" y="137"/>
                  </a:cubicBezTo>
                  <a:close/>
                  <a:moveTo>
                    <a:pt x="75" y="41"/>
                  </a:moveTo>
                  <a:cubicBezTo>
                    <a:pt x="68" y="41"/>
                    <a:pt x="61" y="44"/>
                    <a:pt x="56" y="49"/>
                  </a:cubicBezTo>
                  <a:cubicBezTo>
                    <a:pt x="48" y="57"/>
                    <a:pt x="45" y="69"/>
                    <a:pt x="50" y="79"/>
                  </a:cubicBezTo>
                  <a:cubicBezTo>
                    <a:pt x="54" y="89"/>
                    <a:pt x="64" y="96"/>
                    <a:pt x="75" y="96"/>
                  </a:cubicBezTo>
                  <a:cubicBezTo>
                    <a:pt x="90" y="96"/>
                    <a:pt x="102" y="83"/>
                    <a:pt x="102" y="68"/>
                  </a:cubicBezTo>
                  <a:cubicBezTo>
                    <a:pt x="102" y="57"/>
                    <a:pt x="95" y="47"/>
                    <a:pt x="85" y="43"/>
                  </a:cubicBezTo>
                  <a:cubicBezTo>
                    <a:pt x="82" y="42"/>
                    <a:pt x="78" y="41"/>
                    <a:pt x="75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9" name="Google Shape;817;p34"/>
            <p:cNvSpPr/>
            <p:nvPr/>
          </p:nvSpPr>
          <p:spPr>
            <a:xfrm>
              <a:off x="4013201" y="-9296400"/>
              <a:ext cx="144463" cy="138113"/>
            </a:xfrm>
            <a:custGeom>
              <a:avLst/>
              <a:gdLst/>
              <a:ahLst/>
              <a:cxnLst/>
              <a:rect l="l" t="t" r="r" b="b"/>
              <a:pathLst>
                <a:path w="144" h="137" extrusionOk="0">
                  <a:moveTo>
                    <a:pt x="75" y="137"/>
                  </a:moveTo>
                  <a:cubicBezTo>
                    <a:pt x="56" y="137"/>
                    <a:pt x="39" y="130"/>
                    <a:pt x="26" y="117"/>
                  </a:cubicBezTo>
                  <a:cubicBezTo>
                    <a:pt x="6" y="97"/>
                    <a:pt x="0" y="68"/>
                    <a:pt x="11" y="42"/>
                  </a:cubicBezTo>
                  <a:cubicBezTo>
                    <a:pt x="22" y="16"/>
                    <a:pt x="47" y="0"/>
                    <a:pt x="75" y="0"/>
                  </a:cubicBezTo>
                  <a:cubicBezTo>
                    <a:pt x="113" y="0"/>
                    <a:pt x="144" y="30"/>
                    <a:pt x="144" y="68"/>
                  </a:cubicBezTo>
                  <a:cubicBezTo>
                    <a:pt x="144" y="96"/>
                    <a:pt x="127" y="121"/>
                    <a:pt x="101" y="132"/>
                  </a:cubicBezTo>
                  <a:cubicBezTo>
                    <a:pt x="93" y="135"/>
                    <a:pt x="84" y="137"/>
                    <a:pt x="75" y="137"/>
                  </a:cubicBezTo>
                  <a:close/>
                  <a:moveTo>
                    <a:pt x="75" y="41"/>
                  </a:moveTo>
                  <a:cubicBezTo>
                    <a:pt x="68" y="41"/>
                    <a:pt x="61" y="44"/>
                    <a:pt x="56" y="49"/>
                  </a:cubicBezTo>
                  <a:cubicBezTo>
                    <a:pt x="48" y="57"/>
                    <a:pt x="45" y="69"/>
                    <a:pt x="50" y="79"/>
                  </a:cubicBezTo>
                  <a:cubicBezTo>
                    <a:pt x="54" y="89"/>
                    <a:pt x="64" y="96"/>
                    <a:pt x="75" y="96"/>
                  </a:cubicBezTo>
                  <a:cubicBezTo>
                    <a:pt x="90" y="96"/>
                    <a:pt x="102" y="83"/>
                    <a:pt x="102" y="68"/>
                  </a:cubicBezTo>
                  <a:cubicBezTo>
                    <a:pt x="102" y="57"/>
                    <a:pt x="95" y="47"/>
                    <a:pt x="85" y="43"/>
                  </a:cubicBezTo>
                  <a:cubicBezTo>
                    <a:pt x="82" y="42"/>
                    <a:pt x="78" y="41"/>
                    <a:pt x="75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0" name="Google Shape;818;p34"/>
            <p:cNvSpPr/>
            <p:nvPr/>
          </p:nvSpPr>
          <p:spPr>
            <a:xfrm>
              <a:off x="3821113" y="-9296400"/>
              <a:ext cx="144463" cy="138113"/>
            </a:xfrm>
            <a:custGeom>
              <a:avLst/>
              <a:gdLst/>
              <a:ahLst/>
              <a:cxnLst/>
              <a:rect l="l" t="t" r="r" b="b"/>
              <a:pathLst>
                <a:path w="144" h="137" extrusionOk="0">
                  <a:moveTo>
                    <a:pt x="75" y="137"/>
                  </a:moveTo>
                  <a:cubicBezTo>
                    <a:pt x="56" y="137"/>
                    <a:pt x="39" y="130"/>
                    <a:pt x="26" y="117"/>
                  </a:cubicBezTo>
                  <a:cubicBezTo>
                    <a:pt x="6" y="97"/>
                    <a:pt x="0" y="68"/>
                    <a:pt x="11" y="42"/>
                  </a:cubicBezTo>
                  <a:cubicBezTo>
                    <a:pt x="22" y="16"/>
                    <a:pt x="47" y="0"/>
                    <a:pt x="75" y="0"/>
                  </a:cubicBezTo>
                  <a:cubicBezTo>
                    <a:pt x="113" y="0"/>
                    <a:pt x="144" y="30"/>
                    <a:pt x="144" y="68"/>
                  </a:cubicBezTo>
                  <a:cubicBezTo>
                    <a:pt x="144" y="96"/>
                    <a:pt x="127" y="121"/>
                    <a:pt x="101" y="132"/>
                  </a:cubicBezTo>
                  <a:cubicBezTo>
                    <a:pt x="93" y="135"/>
                    <a:pt x="84" y="137"/>
                    <a:pt x="75" y="137"/>
                  </a:cubicBezTo>
                  <a:close/>
                  <a:moveTo>
                    <a:pt x="75" y="41"/>
                  </a:moveTo>
                  <a:cubicBezTo>
                    <a:pt x="68" y="41"/>
                    <a:pt x="61" y="44"/>
                    <a:pt x="56" y="49"/>
                  </a:cubicBezTo>
                  <a:cubicBezTo>
                    <a:pt x="48" y="57"/>
                    <a:pt x="45" y="69"/>
                    <a:pt x="50" y="79"/>
                  </a:cubicBezTo>
                  <a:cubicBezTo>
                    <a:pt x="54" y="89"/>
                    <a:pt x="64" y="96"/>
                    <a:pt x="75" y="96"/>
                  </a:cubicBezTo>
                  <a:cubicBezTo>
                    <a:pt x="90" y="96"/>
                    <a:pt x="102" y="83"/>
                    <a:pt x="102" y="68"/>
                  </a:cubicBezTo>
                  <a:cubicBezTo>
                    <a:pt x="102" y="57"/>
                    <a:pt x="95" y="47"/>
                    <a:pt x="85" y="43"/>
                  </a:cubicBezTo>
                  <a:cubicBezTo>
                    <a:pt x="82" y="42"/>
                    <a:pt x="78" y="41"/>
                    <a:pt x="75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1" name="Google Shape;819;p34"/>
            <p:cNvSpPr/>
            <p:nvPr/>
          </p:nvSpPr>
          <p:spPr>
            <a:xfrm>
              <a:off x="3154363" y="-8886825"/>
              <a:ext cx="42863" cy="1841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" name="Google Shape;820;p34"/>
            <p:cNvSpPr/>
            <p:nvPr/>
          </p:nvSpPr>
          <p:spPr>
            <a:xfrm>
              <a:off x="3251201" y="-8886825"/>
              <a:ext cx="41275" cy="1841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" name="Google Shape;821;p34"/>
            <p:cNvSpPr/>
            <p:nvPr/>
          </p:nvSpPr>
          <p:spPr>
            <a:xfrm>
              <a:off x="3346451" y="-8886825"/>
              <a:ext cx="42863" cy="1841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4" name="Google Shape;822;p34"/>
            <p:cNvSpPr/>
            <p:nvPr/>
          </p:nvSpPr>
          <p:spPr>
            <a:xfrm>
              <a:off x="3443288" y="-8886825"/>
              <a:ext cx="41275" cy="1841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" name="Google Shape;823;p34"/>
            <p:cNvSpPr/>
            <p:nvPr/>
          </p:nvSpPr>
          <p:spPr>
            <a:xfrm>
              <a:off x="3538538" y="-8886825"/>
              <a:ext cx="42863" cy="1841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" name="Google Shape;824;p34"/>
            <p:cNvSpPr/>
            <p:nvPr/>
          </p:nvSpPr>
          <p:spPr>
            <a:xfrm>
              <a:off x="3635376" y="-8886825"/>
              <a:ext cx="41275" cy="1841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825;p34"/>
            <p:cNvSpPr/>
            <p:nvPr/>
          </p:nvSpPr>
          <p:spPr>
            <a:xfrm>
              <a:off x="4211638" y="-8863013"/>
              <a:ext cx="142875" cy="136525"/>
            </a:xfrm>
            <a:custGeom>
              <a:avLst/>
              <a:gdLst/>
              <a:ahLst/>
              <a:cxnLst/>
              <a:rect l="l" t="t" r="r" b="b"/>
              <a:pathLst>
                <a:path w="143" h="137" extrusionOk="0">
                  <a:moveTo>
                    <a:pt x="69" y="137"/>
                  </a:moveTo>
                  <a:cubicBezTo>
                    <a:pt x="31" y="137"/>
                    <a:pt x="0" y="106"/>
                    <a:pt x="0" y="68"/>
                  </a:cubicBezTo>
                  <a:cubicBezTo>
                    <a:pt x="0" y="40"/>
                    <a:pt x="17" y="15"/>
                    <a:pt x="42" y="5"/>
                  </a:cubicBezTo>
                  <a:cubicBezTo>
                    <a:pt x="51" y="1"/>
                    <a:pt x="60" y="0"/>
                    <a:pt x="69" y="0"/>
                  </a:cubicBezTo>
                  <a:cubicBezTo>
                    <a:pt x="87" y="0"/>
                    <a:pt x="104" y="7"/>
                    <a:pt x="117" y="20"/>
                  </a:cubicBezTo>
                  <a:cubicBezTo>
                    <a:pt x="137" y="39"/>
                    <a:pt x="143" y="69"/>
                    <a:pt x="132" y="95"/>
                  </a:cubicBezTo>
                  <a:cubicBezTo>
                    <a:pt x="122" y="120"/>
                    <a:pt x="97" y="137"/>
                    <a:pt x="69" y="137"/>
                  </a:cubicBezTo>
                  <a:close/>
                  <a:moveTo>
                    <a:pt x="69" y="41"/>
                  </a:moveTo>
                  <a:cubicBezTo>
                    <a:pt x="54" y="41"/>
                    <a:pt x="42" y="53"/>
                    <a:pt x="42" y="68"/>
                  </a:cubicBezTo>
                  <a:cubicBezTo>
                    <a:pt x="42" y="79"/>
                    <a:pt x="48" y="89"/>
                    <a:pt x="58" y="93"/>
                  </a:cubicBezTo>
                  <a:cubicBezTo>
                    <a:pt x="62" y="95"/>
                    <a:pt x="65" y="96"/>
                    <a:pt x="69" y="96"/>
                  </a:cubicBezTo>
                  <a:cubicBezTo>
                    <a:pt x="76" y="96"/>
                    <a:pt x="83" y="93"/>
                    <a:pt x="88" y="88"/>
                  </a:cubicBezTo>
                  <a:cubicBezTo>
                    <a:pt x="96" y="80"/>
                    <a:pt x="98" y="68"/>
                    <a:pt x="94" y="58"/>
                  </a:cubicBezTo>
                  <a:cubicBezTo>
                    <a:pt x="90" y="48"/>
                    <a:pt x="80" y="41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8" name="Google Shape;826;p34"/>
            <p:cNvSpPr/>
            <p:nvPr/>
          </p:nvSpPr>
          <p:spPr>
            <a:xfrm>
              <a:off x="4019551" y="-8863013"/>
              <a:ext cx="142875" cy="136525"/>
            </a:xfrm>
            <a:custGeom>
              <a:avLst/>
              <a:gdLst/>
              <a:ahLst/>
              <a:cxnLst/>
              <a:rect l="l" t="t" r="r" b="b"/>
              <a:pathLst>
                <a:path w="143" h="137" extrusionOk="0">
                  <a:moveTo>
                    <a:pt x="69" y="137"/>
                  </a:moveTo>
                  <a:cubicBezTo>
                    <a:pt x="31" y="137"/>
                    <a:pt x="0" y="106"/>
                    <a:pt x="0" y="68"/>
                  </a:cubicBezTo>
                  <a:cubicBezTo>
                    <a:pt x="0" y="40"/>
                    <a:pt x="17" y="15"/>
                    <a:pt x="42" y="5"/>
                  </a:cubicBezTo>
                  <a:cubicBezTo>
                    <a:pt x="51" y="1"/>
                    <a:pt x="60" y="0"/>
                    <a:pt x="69" y="0"/>
                  </a:cubicBezTo>
                  <a:cubicBezTo>
                    <a:pt x="87" y="0"/>
                    <a:pt x="104" y="7"/>
                    <a:pt x="117" y="20"/>
                  </a:cubicBezTo>
                  <a:cubicBezTo>
                    <a:pt x="137" y="39"/>
                    <a:pt x="143" y="69"/>
                    <a:pt x="132" y="95"/>
                  </a:cubicBezTo>
                  <a:cubicBezTo>
                    <a:pt x="122" y="120"/>
                    <a:pt x="97" y="137"/>
                    <a:pt x="69" y="137"/>
                  </a:cubicBezTo>
                  <a:close/>
                  <a:moveTo>
                    <a:pt x="69" y="41"/>
                  </a:moveTo>
                  <a:cubicBezTo>
                    <a:pt x="54" y="41"/>
                    <a:pt x="42" y="53"/>
                    <a:pt x="42" y="68"/>
                  </a:cubicBezTo>
                  <a:cubicBezTo>
                    <a:pt x="42" y="79"/>
                    <a:pt x="48" y="89"/>
                    <a:pt x="58" y="93"/>
                  </a:cubicBezTo>
                  <a:cubicBezTo>
                    <a:pt x="62" y="95"/>
                    <a:pt x="65" y="96"/>
                    <a:pt x="69" y="96"/>
                  </a:cubicBezTo>
                  <a:cubicBezTo>
                    <a:pt x="76" y="96"/>
                    <a:pt x="83" y="93"/>
                    <a:pt x="88" y="88"/>
                  </a:cubicBezTo>
                  <a:cubicBezTo>
                    <a:pt x="96" y="80"/>
                    <a:pt x="98" y="68"/>
                    <a:pt x="94" y="58"/>
                  </a:cubicBezTo>
                  <a:cubicBezTo>
                    <a:pt x="90" y="48"/>
                    <a:pt x="80" y="41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9" name="Google Shape;827;p34"/>
            <p:cNvSpPr/>
            <p:nvPr/>
          </p:nvSpPr>
          <p:spPr>
            <a:xfrm>
              <a:off x="3827463" y="-8863013"/>
              <a:ext cx="142875" cy="136525"/>
            </a:xfrm>
            <a:custGeom>
              <a:avLst/>
              <a:gdLst/>
              <a:ahLst/>
              <a:cxnLst/>
              <a:rect l="l" t="t" r="r" b="b"/>
              <a:pathLst>
                <a:path w="143" h="137" extrusionOk="0">
                  <a:moveTo>
                    <a:pt x="69" y="137"/>
                  </a:moveTo>
                  <a:cubicBezTo>
                    <a:pt x="31" y="137"/>
                    <a:pt x="0" y="106"/>
                    <a:pt x="0" y="68"/>
                  </a:cubicBezTo>
                  <a:cubicBezTo>
                    <a:pt x="0" y="40"/>
                    <a:pt x="17" y="15"/>
                    <a:pt x="42" y="5"/>
                  </a:cubicBezTo>
                  <a:cubicBezTo>
                    <a:pt x="51" y="1"/>
                    <a:pt x="60" y="0"/>
                    <a:pt x="69" y="0"/>
                  </a:cubicBezTo>
                  <a:cubicBezTo>
                    <a:pt x="87" y="0"/>
                    <a:pt x="104" y="7"/>
                    <a:pt x="117" y="20"/>
                  </a:cubicBezTo>
                  <a:cubicBezTo>
                    <a:pt x="137" y="39"/>
                    <a:pt x="143" y="69"/>
                    <a:pt x="132" y="95"/>
                  </a:cubicBezTo>
                  <a:cubicBezTo>
                    <a:pt x="122" y="120"/>
                    <a:pt x="97" y="137"/>
                    <a:pt x="69" y="137"/>
                  </a:cubicBezTo>
                  <a:close/>
                  <a:moveTo>
                    <a:pt x="69" y="41"/>
                  </a:moveTo>
                  <a:cubicBezTo>
                    <a:pt x="54" y="41"/>
                    <a:pt x="42" y="53"/>
                    <a:pt x="42" y="68"/>
                  </a:cubicBezTo>
                  <a:cubicBezTo>
                    <a:pt x="42" y="79"/>
                    <a:pt x="48" y="89"/>
                    <a:pt x="58" y="93"/>
                  </a:cubicBezTo>
                  <a:cubicBezTo>
                    <a:pt x="62" y="95"/>
                    <a:pt x="65" y="96"/>
                    <a:pt x="69" y="96"/>
                  </a:cubicBezTo>
                  <a:cubicBezTo>
                    <a:pt x="76" y="96"/>
                    <a:pt x="83" y="93"/>
                    <a:pt x="88" y="88"/>
                  </a:cubicBezTo>
                  <a:cubicBezTo>
                    <a:pt x="96" y="80"/>
                    <a:pt x="98" y="68"/>
                    <a:pt x="94" y="58"/>
                  </a:cubicBezTo>
                  <a:cubicBezTo>
                    <a:pt x="90" y="48"/>
                    <a:pt x="80" y="41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0" name="Google Shape;828;p34"/>
            <p:cNvSpPr/>
            <p:nvPr/>
          </p:nvSpPr>
          <p:spPr>
            <a:xfrm>
              <a:off x="3154363" y="-8455025"/>
              <a:ext cx="42863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1" name="Google Shape;829;p34"/>
            <p:cNvSpPr/>
            <p:nvPr/>
          </p:nvSpPr>
          <p:spPr>
            <a:xfrm>
              <a:off x="3251201" y="-8455025"/>
              <a:ext cx="41275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2" name="Google Shape;830;p34"/>
            <p:cNvSpPr/>
            <p:nvPr/>
          </p:nvSpPr>
          <p:spPr>
            <a:xfrm>
              <a:off x="3346451" y="-8455025"/>
              <a:ext cx="42863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3" name="Google Shape;831;p34"/>
            <p:cNvSpPr/>
            <p:nvPr/>
          </p:nvSpPr>
          <p:spPr>
            <a:xfrm>
              <a:off x="3443288" y="-8455025"/>
              <a:ext cx="41275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4" name="Google Shape;832;p34"/>
            <p:cNvSpPr/>
            <p:nvPr/>
          </p:nvSpPr>
          <p:spPr>
            <a:xfrm>
              <a:off x="3538538" y="-8455025"/>
              <a:ext cx="42863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5" name="Google Shape;833;p34"/>
            <p:cNvSpPr/>
            <p:nvPr/>
          </p:nvSpPr>
          <p:spPr>
            <a:xfrm>
              <a:off x="3635376" y="-8455025"/>
              <a:ext cx="41275" cy="18573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6" name="Google Shape;834;p34"/>
            <p:cNvSpPr/>
            <p:nvPr/>
          </p:nvSpPr>
          <p:spPr>
            <a:xfrm>
              <a:off x="4211638" y="-8431213"/>
              <a:ext cx="142875" cy="138113"/>
            </a:xfrm>
            <a:custGeom>
              <a:avLst/>
              <a:gdLst/>
              <a:ahLst/>
              <a:cxnLst/>
              <a:rect l="l" t="t" r="r" b="b"/>
              <a:pathLst>
                <a:path w="143" h="137" extrusionOk="0">
                  <a:moveTo>
                    <a:pt x="69" y="137"/>
                  </a:moveTo>
                  <a:cubicBezTo>
                    <a:pt x="31" y="137"/>
                    <a:pt x="0" y="106"/>
                    <a:pt x="0" y="68"/>
                  </a:cubicBezTo>
                  <a:cubicBezTo>
                    <a:pt x="0" y="40"/>
                    <a:pt x="17" y="15"/>
                    <a:pt x="42" y="5"/>
                  </a:cubicBezTo>
                  <a:cubicBezTo>
                    <a:pt x="51" y="1"/>
                    <a:pt x="60" y="0"/>
                    <a:pt x="69" y="0"/>
                  </a:cubicBezTo>
                  <a:cubicBezTo>
                    <a:pt x="87" y="0"/>
                    <a:pt x="104" y="7"/>
                    <a:pt x="117" y="20"/>
                  </a:cubicBezTo>
                  <a:cubicBezTo>
                    <a:pt x="137" y="39"/>
                    <a:pt x="143" y="69"/>
                    <a:pt x="132" y="95"/>
                  </a:cubicBezTo>
                  <a:cubicBezTo>
                    <a:pt x="122" y="120"/>
                    <a:pt x="97" y="137"/>
                    <a:pt x="69" y="137"/>
                  </a:cubicBezTo>
                  <a:close/>
                  <a:moveTo>
                    <a:pt x="69" y="41"/>
                  </a:moveTo>
                  <a:cubicBezTo>
                    <a:pt x="54" y="41"/>
                    <a:pt x="42" y="53"/>
                    <a:pt x="42" y="68"/>
                  </a:cubicBezTo>
                  <a:cubicBezTo>
                    <a:pt x="42" y="79"/>
                    <a:pt x="48" y="89"/>
                    <a:pt x="58" y="93"/>
                  </a:cubicBezTo>
                  <a:cubicBezTo>
                    <a:pt x="62" y="95"/>
                    <a:pt x="65" y="96"/>
                    <a:pt x="69" y="96"/>
                  </a:cubicBezTo>
                  <a:cubicBezTo>
                    <a:pt x="76" y="96"/>
                    <a:pt x="83" y="93"/>
                    <a:pt x="88" y="88"/>
                  </a:cubicBezTo>
                  <a:cubicBezTo>
                    <a:pt x="96" y="80"/>
                    <a:pt x="98" y="68"/>
                    <a:pt x="94" y="58"/>
                  </a:cubicBezTo>
                  <a:cubicBezTo>
                    <a:pt x="90" y="48"/>
                    <a:pt x="80" y="41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7" name="Google Shape;835;p34"/>
            <p:cNvSpPr/>
            <p:nvPr/>
          </p:nvSpPr>
          <p:spPr>
            <a:xfrm>
              <a:off x="4019551" y="-8431213"/>
              <a:ext cx="142875" cy="138113"/>
            </a:xfrm>
            <a:custGeom>
              <a:avLst/>
              <a:gdLst/>
              <a:ahLst/>
              <a:cxnLst/>
              <a:rect l="l" t="t" r="r" b="b"/>
              <a:pathLst>
                <a:path w="143" h="137" extrusionOk="0">
                  <a:moveTo>
                    <a:pt x="69" y="137"/>
                  </a:moveTo>
                  <a:cubicBezTo>
                    <a:pt x="31" y="137"/>
                    <a:pt x="0" y="106"/>
                    <a:pt x="0" y="68"/>
                  </a:cubicBezTo>
                  <a:cubicBezTo>
                    <a:pt x="0" y="40"/>
                    <a:pt x="17" y="15"/>
                    <a:pt x="42" y="5"/>
                  </a:cubicBezTo>
                  <a:cubicBezTo>
                    <a:pt x="51" y="1"/>
                    <a:pt x="60" y="0"/>
                    <a:pt x="69" y="0"/>
                  </a:cubicBezTo>
                  <a:cubicBezTo>
                    <a:pt x="87" y="0"/>
                    <a:pt x="104" y="7"/>
                    <a:pt x="117" y="20"/>
                  </a:cubicBezTo>
                  <a:cubicBezTo>
                    <a:pt x="137" y="39"/>
                    <a:pt x="143" y="69"/>
                    <a:pt x="132" y="95"/>
                  </a:cubicBezTo>
                  <a:cubicBezTo>
                    <a:pt x="122" y="120"/>
                    <a:pt x="97" y="137"/>
                    <a:pt x="69" y="137"/>
                  </a:cubicBezTo>
                  <a:close/>
                  <a:moveTo>
                    <a:pt x="69" y="41"/>
                  </a:moveTo>
                  <a:cubicBezTo>
                    <a:pt x="54" y="41"/>
                    <a:pt x="42" y="53"/>
                    <a:pt x="42" y="68"/>
                  </a:cubicBezTo>
                  <a:cubicBezTo>
                    <a:pt x="42" y="79"/>
                    <a:pt x="48" y="89"/>
                    <a:pt x="58" y="93"/>
                  </a:cubicBezTo>
                  <a:cubicBezTo>
                    <a:pt x="62" y="95"/>
                    <a:pt x="65" y="96"/>
                    <a:pt x="69" y="96"/>
                  </a:cubicBezTo>
                  <a:cubicBezTo>
                    <a:pt x="76" y="96"/>
                    <a:pt x="83" y="93"/>
                    <a:pt x="88" y="88"/>
                  </a:cubicBezTo>
                  <a:cubicBezTo>
                    <a:pt x="96" y="80"/>
                    <a:pt x="98" y="68"/>
                    <a:pt x="94" y="58"/>
                  </a:cubicBezTo>
                  <a:cubicBezTo>
                    <a:pt x="90" y="48"/>
                    <a:pt x="80" y="41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8" name="Google Shape;836;p34"/>
            <p:cNvSpPr/>
            <p:nvPr/>
          </p:nvSpPr>
          <p:spPr>
            <a:xfrm>
              <a:off x="3827463" y="-8431213"/>
              <a:ext cx="142875" cy="138113"/>
            </a:xfrm>
            <a:custGeom>
              <a:avLst/>
              <a:gdLst/>
              <a:ahLst/>
              <a:cxnLst/>
              <a:rect l="l" t="t" r="r" b="b"/>
              <a:pathLst>
                <a:path w="143" h="137" extrusionOk="0">
                  <a:moveTo>
                    <a:pt x="69" y="137"/>
                  </a:moveTo>
                  <a:cubicBezTo>
                    <a:pt x="31" y="137"/>
                    <a:pt x="0" y="106"/>
                    <a:pt x="0" y="68"/>
                  </a:cubicBezTo>
                  <a:cubicBezTo>
                    <a:pt x="0" y="40"/>
                    <a:pt x="17" y="15"/>
                    <a:pt x="42" y="5"/>
                  </a:cubicBezTo>
                  <a:cubicBezTo>
                    <a:pt x="51" y="1"/>
                    <a:pt x="60" y="0"/>
                    <a:pt x="69" y="0"/>
                  </a:cubicBezTo>
                  <a:cubicBezTo>
                    <a:pt x="87" y="0"/>
                    <a:pt x="104" y="7"/>
                    <a:pt x="117" y="20"/>
                  </a:cubicBezTo>
                  <a:cubicBezTo>
                    <a:pt x="137" y="39"/>
                    <a:pt x="143" y="69"/>
                    <a:pt x="132" y="95"/>
                  </a:cubicBezTo>
                  <a:cubicBezTo>
                    <a:pt x="122" y="120"/>
                    <a:pt x="97" y="137"/>
                    <a:pt x="69" y="137"/>
                  </a:cubicBezTo>
                  <a:close/>
                  <a:moveTo>
                    <a:pt x="69" y="41"/>
                  </a:moveTo>
                  <a:cubicBezTo>
                    <a:pt x="54" y="41"/>
                    <a:pt x="42" y="53"/>
                    <a:pt x="42" y="68"/>
                  </a:cubicBezTo>
                  <a:cubicBezTo>
                    <a:pt x="42" y="79"/>
                    <a:pt x="48" y="89"/>
                    <a:pt x="58" y="93"/>
                  </a:cubicBezTo>
                  <a:cubicBezTo>
                    <a:pt x="62" y="95"/>
                    <a:pt x="65" y="96"/>
                    <a:pt x="69" y="96"/>
                  </a:cubicBezTo>
                  <a:cubicBezTo>
                    <a:pt x="76" y="96"/>
                    <a:pt x="83" y="93"/>
                    <a:pt x="88" y="88"/>
                  </a:cubicBezTo>
                  <a:cubicBezTo>
                    <a:pt x="96" y="80"/>
                    <a:pt x="98" y="68"/>
                    <a:pt x="94" y="58"/>
                  </a:cubicBezTo>
                  <a:cubicBezTo>
                    <a:pt x="90" y="48"/>
                    <a:pt x="80" y="41"/>
                    <a:pt x="69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9" name="Google Shape;837;p34"/>
          <p:cNvSpPr/>
          <p:nvPr/>
        </p:nvSpPr>
        <p:spPr>
          <a:xfrm flipH="1">
            <a:off x="2936660" y="5009605"/>
            <a:ext cx="604967" cy="604332"/>
          </a:xfrm>
          <a:custGeom>
            <a:avLst/>
            <a:gdLst/>
            <a:ahLst/>
            <a:cxnLst/>
            <a:rect l="l" t="t" r="r" b="b"/>
            <a:pathLst>
              <a:path w="1509" h="1508" extrusionOk="0">
                <a:moveTo>
                  <a:pt x="467" y="1508"/>
                </a:moveTo>
                <a:cubicBezTo>
                  <a:pt x="421" y="1508"/>
                  <a:pt x="383" y="1470"/>
                  <a:pt x="383" y="1424"/>
                </a:cubicBezTo>
                <a:cubicBezTo>
                  <a:pt x="383" y="1296"/>
                  <a:pt x="383" y="1296"/>
                  <a:pt x="383" y="1296"/>
                </a:cubicBezTo>
                <a:cubicBezTo>
                  <a:pt x="383" y="1275"/>
                  <a:pt x="391" y="1255"/>
                  <a:pt x="405" y="1240"/>
                </a:cubicBezTo>
                <a:cubicBezTo>
                  <a:pt x="412" y="1232"/>
                  <a:pt x="412" y="1232"/>
                  <a:pt x="412" y="1232"/>
                </a:cubicBezTo>
                <a:cubicBezTo>
                  <a:pt x="405" y="1225"/>
                  <a:pt x="405" y="1225"/>
                  <a:pt x="405" y="1225"/>
                </a:cubicBezTo>
                <a:cubicBezTo>
                  <a:pt x="391" y="1209"/>
                  <a:pt x="383" y="1189"/>
                  <a:pt x="383" y="1168"/>
                </a:cubicBezTo>
                <a:cubicBezTo>
                  <a:pt x="383" y="1041"/>
                  <a:pt x="383" y="1041"/>
                  <a:pt x="383" y="1041"/>
                </a:cubicBezTo>
                <a:cubicBezTo>
                  <a:pt x="383" y="994"/>
                  <a:pt x="421" y="956"/>
                  <a:pt x="467" y="956"/>
                </a:cubicBezTo>
                <a:cubicBezTo>
                  <a:pt x="1424" y="956"/>
                  <a:pt x="1424" y="956"/>
                  <a:pt x="1424" y="956"/>
                </a:cubicBezTo>
                <a:cubicBezTo>
                  <a:pt x="1471" y="956"/>
                  <a:pt x="1509" y="994"/>
                  <a:pt x="1509" y="1041"/>
                </a:cubicBezTo>
                <a:cubicBezTo>
                  <a:pt x="1509" y="1168"/>
                  <a:pt x="1509" y="1168"/>
                  <a:pt x="1509" y="1168"/>
                </a:cubicBezTo>
                <a:cubicBezTo>
                  <a:pt x="1509" y="1189"/>
                  <a:pt x="1501" y="1209"/>
                  <a:pt x="1487" y="1225"/>
                </a:cubicBezTo>
                <a:cubicBezTo>
                  <a:pt x="1480" y="1232"/>
                  <a:pt x="1480" y="1232"/>
                  <a:pt x="1480" y="1232"/>
                </a:cubicBezTo>
                <a:cubicBezTo>
                  <a:pt x="1487" y="1240"/>
                  <a:pt x="1487" y="1240"/>
                  <a:pt x="1487" y="1240"/>
                </a:cubicBezTo>
                <a:cubicBezTo>
                  <a:pt x="1501" y="1255"/>
                  <a:pt x="1509" y="1275"/>
                  <a:pt x="1509" y="1296"/>
                </a:cubicBezTo>
                <a:cubicBezTo>
                  <a:pt x="1509" y="1424"/>
                  <a:pt x="1509" y="1424"/>
                  <a:pt x="1509" y="1424"/>
                </a:cubicBezTo>
                <a:cubicBezTo>
                  <a:pt x="1509" y="1470"/>
                  <a:pt x="1471" y="1508"/>
                  <a:pt x="1424" y="1508"/>
                </a:cubicBezTo>
                <a:lnTo>
                  <a:pt x="467" y="1508"/>
                </a:lnTo>
                <a:close/>
                <a:moveTo>
                  <a:pt x="467" y="1253"/>
                </a:moveTo>
                <a:cubicBezTo>
                  <a:pt x="444" y="1253"/>
                  <a:pt x="424" y="1272"/>
                  <a:pt x="424" y="1296"/>
                </a:cubicBezTo>
                <a:cubicBezTo>
                  <a:pt x="424" y="1424"/>
                  <a:pt x="424" y="1424"/>
                  <a:pt x="424" y="1424"/>
                </a:cubicBezTo>
                <a:cubicBezTo>
                  <a:pt x="424" y="1447"/>
                  <a:pt x="444" y="1467"/>
                  <a:pt x="467" y="1467"/>
                </a:cubicBezTo>
                <a:cubicBezTo>
                  <a:pt x="1424" y="1467"/>
                  <a:pt x="1424" y="1467"/>
                  <a:pt x="1424" y="1467"/>
                </a:cubicBezTo>
                <a:cubicBezTo>
                  <a:pt x="1448" y="1467"/>
                  <a:pt x="1467" y="1447"/>
                  <a:pt x="1467" y="1424"/>
                </a:cubicBezTo>
                <a:cubicBezTo>
                  <a:pt x="1467" y="1296"/>
                  <a:pt x="1467" y="1296"/>
                  <a:pt x="1467" y="1296"/>
                </a:cubicBezTo>
                <a:cubicBezTo>
                  <a:pt x="1467" y="1272"/>
                  <a:pt x="1448" y="1253"/>
                  <a:pt x="1424" y="1253"/>
                </a:cubicBezTo>
                <a:lnTo>
                  <a:pt x="467" y="1253"/>
                </a:lnTo>
                <a:close/>
                <a:moveTo>
                  <a:pt x="467" y="998"/>
                </a:moveTo>
                <a:cubicBezTo>
                  <a:pt x="444" y="998"/>
                  <a:pt x="424" y="1017"/>
                  <a:pt x="424" y="1041"/>
                </a:cubicBezTo>
                <a:cubicBezTo>
                  <a:pt x="424" y="1168"/>
                  <a:pt x="424" y="1168"/>
                  <a:pt x="424" y="1168"/>
                </a:cubicBezTo>
                <a:cubicBezTo>
                  <a:pt x="424" y="1192"/>
                  <a:pt x="444" y="1211"/>
                  <a:pt x="467" y="1211"/>
                </a:cubicBezTo>
                <a:cubicBezTo>
                  <a:pt x="1424" y="1211"/>
                  <a:pt x="1424" y="1211"/>
                  <a:pt x="1424" y="1211"/>
                </a:cubicBezTo>
                <a:cubicBezTo>
                  <a:pt x="1448" y="1211"/>
                  <a:pt x="1467" y="1192"/>
                  <a:pt x="1467" y="1168"/>
                </a:cubicBezTo>
                <a:cubicBezTo>
                  <a:pt x="1467" y="1041"/>
                  <a:pt x="1467" y="1041"/>
                  <a:pt x="1467" y="1041"/>
                </a:cubicBezTo>
                <a:cubicBezTo>
                  <a:pt x="1467" y="1017"/>
                  <a:pt x="1448" y="998"/>
                  <a:pt x="1424" y="998"/>
                </a:cubicBezTo>
                <a:lnTo>
                  <a:pt x="467" y="998"/>
                </a:lnTo>
                <a:close/>
                <a:moveTo>
                  <a:pt x="278" y="1461"/>
                </a:moveTo>
                <a:cubicBezTo>
                  <a:pt x="276" y="1461"/>
                  <a:pt x="274" y="1461"/>
                  <a:pt x="272" y="1460"/>
                </a:cubicBezTo>
                <a:cubicBezTo>
                  <a:pt x="99" y="1409"/>
                  <a:pt x="0" y="1326"/>
                  <a:pt x="0" y="1232"/>
                </a:cubicBezTo>
                <a:cubicBezTo>
                  <a:pt x="0" y="276"/>
                  <a:pt x="0" y="276"/>
                  <a:pt x="0" y="276"/>
                </a:cubicBezTo>
                <a:cubicBezTo>
                  <a:pt x="0" y="202"/>
                  <a:pt x="63" y="134"/>
                  <a:pt x="178" y="82"/>
                </a:cubicBezTo>
                <a:cubicBezTo>
                  <a:pt x="296" y="29"/>
                  <a:pt x="455" y="0"/>
                  <a:pt x="627" y="0"/>
                </a:cubicBezTo>
                <a:cubicBezTo>
                  <a:pt x="798" y="0"/>
                  <a:pt x="958" y="29"/>
                  <a:pt x="1075" y="82"/>
                </a:cubicBezTo>
                <a:cubicBezTo>
                  <a:pt x="1190" y="134"/>
                  <a:pt x="1254" y="202"/>
                  <a:pt x="1254" y="276"/>
                </a:cubicBezTo>
                <a:cubicBezTo>
                  <a:pt x="1254" y="850"/>
                  <a:pt x="1254" y="850"/>
                  <a:pt x="1254" y="850"/>
                </a:cubicBezTo>
                <a:cubicBezTo>
                  <a:pt x="1254" y="861"/>
                  <a:pt x="1244" y="870"/>
                  <a:pt x="1233" y="870"/>
                </a:cubicBezTo>
                <a:cubicBezTo>
                  <a:pt x="1221" y="870"/>
                  <a:pt x="1212" y="861"/>
                  <a:pt x="1212" y="850"/>
                </a:cubicBezTo>
                <a:cubicBezTo>
                  <a:pt x="1212" y="695"/>
                  <a:pt x="1212" y="695"/>
                  <a:pt x="1212" y="695"/>
                </a:cubicBezTo>
                <a:cubicBezTo>
                  <a:pt x="1193" y="713"/>
                  <a:pt x="1193" y="713"/>
                  <a:pt x="1193" y="713"/>
                </a:cubicBezTo>
                <a:cubicBezTo>
                  <a:pt x="1090" y="810"/>
                  <a:pt x="872" y="870"/>
                  <a:pt x="627" y="870"/>
                </a:cubicBezTo>
                <a:cubicBezTo>
                  <a:pt x="381" y="870"/>
                  <a:pt x="164" y="810"/>
                  <a:pt x="60" y="713"/>
                </a:cubicBezTo>
                <a:cubicBezTo>
                  <a:pt x="42" y="695"/>
                  <a:pt x="42" y="695"/>
                  <a:pt x="42" y="695"/>
                </a:cubicBezTo>
                <a:cubicBezTo>
                  <a:pt x="42" y="913"/>
                  <a:pt x="42" y="913"/>
                  <a:pt x="42" y="913"/>
                </a:cubicBezTo>
                <a:cubicBezTo>
                  <a:pt x="42" y="986"/>
                  <a:pt x="132" y="1056"/>
                  <a:pt x="282" y="1101"/>
                </a:cubicBezTo>
                <a:cubicBezTo>
                  <a:pt x="287" y="1103"/>
                  <a:pt x="292" y="1106"/>
                  <a:pt x="294" y="1111"/>
                </a:cubicBezTo>
                <a:cubicBezTo>
                  <a:pt x="297" y="1116"/>
                  <a:pt x="298" y="1122"/>
                  <a:pt x="296" y="1127"/>
                </a:cubicBezTo>
                <a:cubicBezTo>
                  <a:pt x="293" y="1136"/>
                  <a:pt x="285" y="1142"/>
                  <a:pt x="276" y="1142"/>
                </a:cubicBezTo>
                <a:cubicBezTo>
                  <a:pt x="274" y="1142"/>
                  <a:pt x="272" y="1142"/>
                  <a:pt x="270" y="1141"/>
                </a:cubicBezTo>
                <a:cubicBezTo>
                  <a:pt x="180" y="1114"/>
                  <a:pt x="107" y="1076"/>
                  <a:pt x="60" y="1033"/>
                </a:cubicBezTo>
                <a:cubicBezTo>
                  <a:pt x="42" y="1015"/>
                  <a:pt x="42" y="1015"/>
                  <a:pt x="42" y="1015"/>
                </a:cubicBezTo>
                <a:cubicBezTo>
                  <a:pt x="42" y="1232"/>
                  <a:pt x="42" y="1232"/>
                  <a:pt x="42" y="1232"/>
                </a:cubicBezTo>
                <a:cubicBezTo>
                  <a:pt x="42" y="1305"/>
                  <a:pt x="132" y="1376"/>
                  <a:pt x="284" y="1421"/>
                </a:cubicBezTo>
                <a:cubicBezTo>
                  <a:pt x="289" y="1422"/>
                  <a:pt x="293" y="1426"/>
                  <a:pt x="296" y="1431"/>
                </a:cubicBezTo>
                <a:cubicBezTo>
                  <a:pt x="299" y="1436"/>
                  <a:pt x="299" y="1441"/>
                  <a:pt x="298" y="1446"/>
                </a:cubicBezTo>
                <a:cubicBezTo>
                  <a:pt x="295" y="1455"/>
                  <a:pt x="287" y="1461"/>
                  <a:pt x="278" y="1461"/>
                </a:cubicBezTo>
                <a:close/>
                <a:moveTo>
                  <a:pt x="42" y="594"/>
                </a:moveTo>
                <a:cubicBezTo>
                  <a:pt x="42" y="652"/>
                  <a:pt x="103" y="711"/>
                  <a:pt x="209" y="756"/>
                </a:cubicBezTo>
                <a:cubicBezTo>
                  <a:pt x="320" y="803"/>
                  <a:pt x="469" y="829"/>
                  <a:pt x="627" y="829"/>
                </a:cubicBezTo>
                <a:cubicBezTo>
                  <a:pt x="785" y="829"/>
                  <a:pt x="933" y="803"/>
                  <a:pt x="1045" y="756"/>
                </a:cubicBezTo>
                <a:cubicBezTo>
                  <a:pt x="1151" y="711"/>
                  <a:pt x="1212" y="652"/>
                  <a:pt x="1212" y="594"/>
                </a:cubicBezTo>
                <a:cubicBezTo>
                  <a:pt x="1212" y="376"/>
                  <a:pt x="1212" y="376"/>
                  <a:pt x="1212" y="376"/>
                </a:cubicBezTo>
                <a:cubicBezTo>
                  <a:pt x="1193" y="394"/>
                  <a:pt x="1193" y="394"/>
                  <a:pt x="1193" y="394"/>
                </a:cubicBezTo>
                <a:cubicBezTo>
                  <a:pt x="1090" y="491"/>
                  <a:pt x="872" y="551"/>
                  <a:pt x="627" y="551"/>
                </a:cubicBezTo>
                <a:cubicBezTo>
                  <a:pt x="381" y="551"/>
                  <a:pt x="164" y="491"/>
                  <a:pt x="60" y="394"/>
                </a:cubicBezTo>
                <a:cubicBezTo>
                  <a:pt x="42" y="376"/>
                  <a:pt x="42" y="376"/>
                  <a:pt x="42" y="376"/>
                </a:cubicBezTo>
                <a:lnTo>
                  <a:pt x="42" y="594"/>
                </a:lnTo>
                <a:close/>
                <a:moveTo>
                  <a:pt x="627" y="41"/>
                </a:moveTo>
                <a:cubicBezTo>
                  <a:pt x="469" y="41"/>
                  <a:pt x="320" y="67"/>
                  <a:pt x="209" y="114"/>
                </a:cubicBezTo>
                <a:cubicBezTo>
                  <a:pt x="103" y="159"/>
                  <a:pt x="42" y="218"/>
                  <a:pt x="42" y="276"/>
                </a:cubicBezTo>
                <a:cubicBezTo>
                  <a:pt x="42" y="334"/>
                  <a:pt x="103" y="392"/>
                  <a:pt x="209" y="437"/>
                </a:cubicBezTo>
                <a:cubicBezTo>
                  <a:pt x="320" y="484"/>
                  <a:pt x="469" y="510"/>
                  <a:pt x="627" y="510"/>
                </a:cubicBezTo>
                <a:cubicBezTo>
                  <a:pt x="785" y="510"/>
                  <a:pt x="933" y="484"/>
                  <a:pt x="1045" y="437"/>
                </a:cubicBezTo>
                <a:cubicBezTo>
                  <a:pt x="1151" y="392"/>
                  <a:pt x="1212" y="334"/>
                  <a:pt x="1212" y="276"/>
                </a:cubicBezTo>
                <a:cubicBezTo>
                  <a:pt x="1212" y="218"/>
                  <a:pt x="1151" y="159"/>
                  <a:pt x="1045" y="114"/>
                </a:cubicBezTo>
                <a:cubicBezTo>
                  <a:pt x="933" y="67"/>
                  <a:pt x="785" y="41"/>
                  <a:pt x="627" y="41"/>
                </a:cubicBezTo>
                <a:close/>
                <a:moveTo>
                  <a:pt x="1105" y="1381"/>
                </a:moveTo>
                <a:cubicBezTo>
                  <a:pt x="1094" y="1381"/>
                  <a:pt x="1084" y="1371"/>
                  <a:pt x="1084" y="1360"/>
                </a:cubicBezTo>
                <a:cubicBezTo>
                  <a:pt x="1084" y="1348"/>
                  <a:pt x="1094" y="1339"/>
                  <a:pt x="1105" y="1339"/>
                </a:cubicBezTo>
                <a:cubicBezTo>
                  <a:pt x="1360" y="1339"/>
                  <a:pt x="1360" y="1339"/>
                  <a:pt x="1360" y="1339"/>
                </a:cubicBezTo>
                <a:cubicBezTo>
                  <a:pt x="1372" y="1339"/>
                  <a:pt x="1381" y="1348"/>
                  <a:pt x="1381" y="1360"/>
                </a:cubicBezTo>
                <a:cubicBezTo>
                  <a:pt x="1381" y="1371"/>
                  <a:pt x="1372" y="1381"/>
                  <a:pt x="1360" y="1381"/>
                </a:cubicBezTo>
                <a:lnTo>
                  <a:pt x="1105" y="1381"/>
                </a:lnTo>
                <a:close/>
                <a:moveTo>
                  <a:pt x="531" y="1381"/>
                </a:moveTo>
                <a:cubicBezTo>
                  <a:pt x="520" y="1381"/>
                  <a:pt x="510" y="1371"/>
                  <a:pt x="510" y="1360"/>
                </a:cubicBezTo>
                <a:cubicBezTo>
                  <a:pt x="510" y="1348"/>
                  <a:pt x="520" y="1339"/>
                  <a:pt x="531" y="1339"/>
                </a:cubicBezTo>
                <a:cubicBezTo>
                  <a:pt x="543" y="1339"/>
                  <a:pt x="552" y="1348"/>
                  <a:pt x="552" y="1360"/>
                </a:cubicBezTo>
                <a:cubicBezTo>
                  <a:pt x="552" y="1371"/>
                  <a:pt x="543" y="1381"/>
                  <a:pt x="531" y="1381"/>
                </a:cubicBezTo>
                <a:close/>
                <a:moveTo>
                  <a:pt x="1105" y="1125"/>
                </a:moveTo>
                <a:cubicBezTo>
                  <a:pt x="1094" y="1125"/>
                  <a:pt x="1084" y="1116"/>
                  <a:pt x="1084" y="1105"/>
                </a:cubicBezTo>
                <a:cubicBezTo>
                  <a:pt x="1084" y="1093"/>
                  <a:pt x="1094" y="1084"/>
                  <a:pt x="1105" y="1084"/>
                </a:cubicBezTo>
                <a:cubicBezTo>
                  <a:pt x="1360" y="1084"/>
                  <a:pt x="1360" y="1084"/>
                  <a:pt x="1360" y="1084"/>
                </a:cubicBezTo>
                <a:cubicBezTo>
                  <a:pt x="1372" y="1084"/>
                  <a:pt x="1381" y="1093"/>
                  <a:pt x="1381" y="1105"/>
                </a:cubicBezTo>
                <a:cubicBezTo>
                  <a:pt x="1381" y="1116"/>
                  <a:pt x="1372" y="1125"/>
                  <a:pt x="1360" y="1125"/>
                </a:cubicBezTo>
                <a:lnTo>
                  <a:pt x="1105" y="1125"/>
                </a:lnTo>
                <a:close/>
                <a:moveTo>
                  <a:pt x="531" y="1125"/>
                </a:moveTo>
                <a:cubicBezTo>
                  <a:pt x="520" y="1125"/>
                  <a:pt x="510" y="1116"/>
                  <a:pt x="510" y="1105"/>
                </a:cubicBezTo>
                <a:cubicBezTo>
                  <a:pt x="510" y="1093"/>
                  <a:pt x="520" y="1084"/>
                  <a:pt x="531" y="1084"/>
                </a:cubicBezTo>
                <a:cubicBezTo>
                  <a:pt x="543" y="1084"/>
                  <a:pt x="552" y="1093"/>
                  <a:pt x="552" y="1105"/>
                </a:cubicBezTo>
                <a:cubicBezTo>
                  <a:pt x="552" y="1116"/>
                  <a:pt x="543" y="1125"/>
                  <a:pt x="531" y="112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0" name="Google Shape;838;p34"/>
          <p:cNvGrpSpPr/>
          <p:nvPr/>
        </p:nvGrpSpPr>
        <p:grpSpPr>
          <a:xfrm flipH="1">
            <a:off x="8601255" y="2844026"/>
            <a:ext cx="666297" cy="429978"/>
            <a:chOff x="10493376" y="-5389563"/>
            <a:chExt cx="1562100" cy="1008063"/>
          </a:xfrm>
          <a:solidFill>
            <a:schemeClr val="bg1">
              <a:lumMod val="75000"/>
            </a:schemeClr>
          </a:solidFill>
        </p:grpSpPr>
        <p:sp>
          <p:nvSpPr>
            <p:cNvPr id="151" name="Google Shape;839;p34"/>
            <p:cNvSpPr/>
            <p:nvPr/>
          </p:nvSpPr>
          <p:spPr>
            <a:xfrm>
              <a:off x="11045826" y="-5389563"/>
              <a:ext cx="457200" cy="455613"/>
            </a:xfrm>
            <a:custGeom>
              <a:avLst/>
              <a:gdLst/>
              <a:ahLst/>
              <a:cxnLst/>
              <a:rect l="l" t="t" r="r" b="b"/>
              <a:pathLst>
                <a:path w="456" h="456" extrusionOk="0">
                  <a:moveTo>
                    <a:pt x="228" y="456"/>
                  </a:moveTo>
                  <a:cubicBezTo>
                    <a:pt x="102" y="456"/>
                    <a:pt x="0" y="353"/>
                    <a:pt x="0" y="228"/>
                  </a:cubicBezTo>
                  <a:cubicBezTo>
                    <a:pt x="0" y="102"/>
                    <a:pt x="102" y="0"/>
                    <a:pt x="228" y="0"/>
                  </a:cubicBezTo>
                  <a:cubicBezTo>
                    <a:pt x="354" y="0"/>
                    <a:pt x="456" y="102"/>
                    <a:pt x="456" y="228"/>
                  </a:cubicBezTo>
                  <a:cubicBezTo>
                    <a:pt x="456" y="353"/>
                    <a:pt x="354" y="456"/>
                    <a:pt x="228" y="456"/>
                  </a:cubicBezTo>
                  <a:close/>
                  <a:moveTo>
                    <a:pt x="228" y="42"/>
                  </a:moveTo>
                  <a:cubicBezTo>
                    <a:pt x="125" y="42"/>
                    <a:pt x="42" y="125"/>
                    <a:pt x="42" y="228"/>
                  </a:cubicBezTo>
                  <a:cubicBezTo>
                    <a:pt x="42" y="331"/>
                    <a:pt x="125" y="414"/>
                    <a:pt x="228" y="414"/>
                  </a:cubicBezTo>
                  <a:cubicBezTo>
                    <a:pt x="331" y="414"/>
                    <a:pt x="414" y="331"/>
                    <a:pt x="414" y="228"/>
                  </a:cubicBezTo>
                  <a:cubicBezTo>
                    <a:pt x="414" y="125"/>
                    <a:pt x="331" y="42"/>
                    <a:pt x="228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2" name="Google Shape;840;p34"/>
            <p:cNvSpPr/>
            <p:nvPr/>
          </p:nvSpPr>
          <p:spPr>
            <a:xfrm>
              <a:off x="11598276" y="-5113338"/>
              <a:ext cx="319088" cy="317500"/>
            </a:xfrm>
            <a:custGeom>
              <a:avLst/>
              <a:gdLst/>
              <a:ahLst/>
              <a:cxnLst/>
              <a:rect l="l" t="t" r="r" b="b"/>
              <a:pathLst>
                <a:path w="318" h="318" extrusionOk="0">
                  <a:moveTo>
                    <a:pt x="159" y="318"/>
                  </a:moveTo>
                  <a:cubicBezTo>
                    <a:pt x="72" y="318"/>
                    <a:pt x="0" y="246"/>
                    <a:pt x="0" y="159"/>
                  </a:cubicBezTo>
                  <a:cubicBezTo>
                    <a:pt x="0" y="71"/>
                    <a:pt x="72" y="0"/>
                    <a:pt x="159" y="0"/>
                  </a:cubicBezTo>
                  <a:cubicBezTo>
                    <a:pt x="247" y="0"/>
                    <a:pt x="318" y="71"/>
                    <a:pt x="318" y="159"/>
                  </a:cubicBezTo>
                  <a:cubicBezTo>
                    <a:pt x="318" y="246"/>
                    <a:pt x="247" y="318"/>
                    <a:pt x="159" y="318"/>
                  </a:cubicBezTo>
                  <a:close/>
                  <a:moveTo>
                    <a:pt x="159" y="42"/>
                  </a:moveTo>
                  <a:cubicBezTo>
                    <a:pt x="94" y="42"/>
                    <a:pt x="42" y="94"/>
                    <a:pt x="42" y="159"/>
                  </a:cubicBezTo>
                  <a:cubicBezTo>
                    <a:pt x="42" y="224"/>
                    <a:pt x="94" y="276"/>
                    <a:pt x="159" y="276"/>
                  </a:cubicBezTo>
                  <a:cubicBezTo>
                    <a:pt x="224" y="276"/>
                    <a:pt x="276" y="224"/>
                    <a:pt x="276" y="159"/>
                  </a:cubicBezTo>
                  <a:cubicBezTo>
                    <a:pt x="276" y="94"/>
                    <a:pt x="224" y="42"/>
                    <a:pt x="15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3" name="Google Shape;841;p34"/>
            <p:cNvSpPr/>
            <p:nvPr/>
          </p:nvSpPr>
          <p:spPr>
            <a:xfrm>
              <a:off x="10636251" y="-5113338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" h="318" extrusionOk="0">
                  <a:moveTo>
                    <a:pt x="159" y="318"/>
                  </a:moveTo>
                  <a:cubicBezTo>
                    <a:pt x="71" y="318"/>
                    <a:pt x="0" y="246"/>
                    <a:pt x="0" y="159"/>
                  </a:cubicBezTo>
                  <a:cubicBezTo>
                    <a:pt x="0" y="71"/>
                    <a:pt x="71" y="0"/>
                    <a:pt x="159" y="0"/>
                  </a:cubicBezTo>
                  <a:cubicBezTo>
                    <a:pt x="246" y="0"/>
                    <a:pt x="317" y="71"/>
                    <a:pt x="317" y="159"/>
                  </a:cubicBezTo>
                  <a:cubicBezTo>
                    <a:pt x="317" y="246"/>
                    <a:pt x="246" y="318"/>
                    <a:pt x="159" y="318"/>
                  </a:cubicBezTo>
                  <a:close/>
                  <a:moveTo>
                    <a:pt x="159" y="42"/>
                  </a:moveTo>
                  <a:cubicBezTo>
                    <a:pt x="94" y="42"/>
                    <a:pt x="41" y="94"/>
                    <a:pt x="41" y="159"/>
                  </a:cubicBezTo>
                  <a:cubicBezTo>
                    <a:pt x="41" y="224"/>
                    <a:pt x="94" y="276"/>
                    <a:pt x="159" y="276"/>
                  </a:cubicBezTo>
                  <a:cubicBezTo>
                    <a:pt x="223" y="276"/>
                    <a:pt x="276" y="224"/>
                    <a:pt x="276" y="159"/>
                  </a:cubicBezTo>
                  <a:cubicBezTo>
                    <a:pt x="276" y="94"/>
                    <a:pt x="223" y="42"/>
                    <a:pt x="15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4" name="Google Shape;842;p34"/>
            <p:cNvSpPr/>
            <p:nvPr/>
          </p:nvSpPr>
          <p:spPr>
            <a:xfrm>
              <a:off x="10839451" y="-4837113"/>
              <a:ext cx="869950" cy="455613"/>
            </a:xfrm>
            <a:custGeom>
              <a:avLst/>
              <a:gdLst/>
              <a:ahLst/>
              <a:cxnLst/>
              <a:rect l="l" t="t" r="r" b="b"/>
              <a:pathLst>
                <a:path w="870" h="456" extrusionOk="0">
                  <a:moveTo>
                    <a:pt x="849" y="456"/>
                  </a:moveTo>
                  <a:cubicBezTo>
                    <a:pt x="838" y="456"/>
                    <a:pt x="828" y="446"/>
                    <a:pt x="828" y="435"/>
                  </a:cubicBezTo>
                  <a:cubicBezTo>
                    <a:pt x="828" y="218"/>
                    <a:pt x="652" y="42"/>
                    <a:pt x="435" y="42"/>
                  </a:cubicBezTo>
                  <a:cubicBezTo>
                    <a:pt x="218" y="42"/>
                    <a:pt x="42" y="218"/>
                    <a:pt x="42" y="435"/>
                  </a:cubicBezTo>
                  <a:cubicBezTo>
                    <a:pt x="42" y="446"/>
                    <a:pt x="32" y="456"/>
                    <a:pt x="21" y="456"/>
                  </a:cubicBezTo>
                  <a:cubicBezTo>
                    <a:pt x="9" y="456"/>
                    <a:pt x="0" y="446"/>
                    <a:pt x="0" y="435"/>
                  </a:cubicBezTo>
                  <a:cubicBezTo>
                    <a:pt x="0" y="195"/>
                    <a:pt x="195" y="0"/>
                    <a:pt x="435" y="0"/>
                  </a:cubicBezTo>
                  <a:cubicBezTo>
                    <a:pt x="675" y="0"/>
                    <a:pt x="870" y="195"/>
                    <a:pt x="870" y="435"/>
                  </a:cubicBezTo>
                  <a:cubicBezTo>
                    <a:pt x="870" y="446"/>
                    <a:pt x="860" y="456"/>
                    <a:pt x="849" y="4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5" name="Google Shape;843;p34"/>
            <p:cNvSpPr/>
            <p:nvPr/>
          </p:nvSpPr>
          <p:spPr>
            <a:xfrm>
              <a:off x="11590338" y="-4699000"/>
              <a:ext cx="465138" cy="317500"/>
            </a:xfrm>
            <a:custGeom>
              <a:avLst/>
              <a:gdLst/>
              <a:ahLst/>
              <a:cxnLst/>
              <a:rect l="l" t="t" r="r" b="b"/>
              <a:pathLst>
                <a:path w="464" h="318" extrusionOk="0">
                  <a:moveTo>
                    <a:pt x="443" y="318"/>
                  </a:moveTo>
                  <a:cubicBezTo>
                    <a:pt x="432" y="318"/>
                    <a:pt x="422" y="308"/>
                    <a:pt x="422" y="297"/>
                  </a:cubicBezTo>
                  <a:cubicBezTo>
                    <a:pt x="422" y="156"/>
                    <a:pt x="308" y="42"/>
                    <a:pt x="167" y="42"/>
                  </a:cubicBezTo>
                  <a:cubicBezTo>
                    <a:pt x="120" y="42"/>
                    <a:pt x="75" y="54"/>
                    <a:pt x="35" y="79"/>
                  </a:cubicBezTo>
                  <a:cubicBezTo>
                    <a:pt x="32" y="81"/>
                    <a:pt x="28" y="82"/>
                    <a:pt x="24" y="82"/>
                  </a:cubicBezTo>
                  <a:cubicBezTo>
                    <a:pt x="17" y="82"/>
                    <a:pt x="10" y="78"/>
                    <a:pt x="6" y="72"/>
                  </a:cubicBezTo>
                  <a:cubicBezTo>
                    <a:pt x="0" y="62"/>
                    <a:pt x="4" y="49"/>
                    <a:pt x="13" y="43"/>
                  </a:cubicBezTo>
                  <a:cubicBezTo>
                    <a:pt x="60" y="15"/>
                    <a:pt x="113" y="0"/>
                    <a:pt x="167" y="0"/>
                  </a:cubicBezTo>
                  <a:cubicBezTo>
                    <a:pt x="331" y="0"/>
                    <a:pt x="464" y="133"/>
                    <a:pt x="464" y="297"/>
                  </a:cubicBezTo>
                  <a:cubicBezTo>
                    <a:pt x="464" y="308"/>
                    <a:pt x="455" y="318"/>
                    <a:pt x="443" y="3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6" name="Google Shape;844;p34"/>
            <p:cNvSpPr/>
            <p:nvPr/>
          </p:nvSpPr>
          <p:spPr>
            <a:xfrm>
              <a:off x="10493376" y="-4699000"/>
              <a:ext cx="461963" cy="317500"/>
            </a:xfrm>
            <a:custGeom>
              <a:avLst/>
              <a:gdLst/>
              <a:ahLst/>
              <a:cxnLst/>
              <a:rect l="l" t="t" r="r" b="b"/>
              <a:pathLst>
                <a:path w="461" h="318" extrusionOk="0">
                  <a:moveTo>
                    <a:pt x="21" y="318"/>
                  </a:moveTo>
                  <a:cubicBezTo>
                    <a:pt x="9" y="318"/>
                    <a:pt x="0" y="308"/>
                    <a:pt x="0" y="297"/>
                  </a:cubicBezTo>
                  <a:cubicBezTo>
                    <a:pt x="0" y="133"/>
                    <a:pt x="133" y="0"/>
                    <a:pt x="297" y="0"/>
                  </a:cubicBezTo>
                  <a:cubicBezTo>
                    <a:pt x="351" y="0"/>
                    <a:pt x="404" y="15"/>
                    <a:pt x="451" y="43"/>
                  </a:cubicBezTo>
                  <a:cubicBezTo>
                    <a:pt x="455" y="46"/>
                    <a:pt x="459" y="50"/>
                    <a:pt x="460" y="56"/>
                  </a:cubicBezTo>
                  <a:cubicBezTo>
                    <a:pt x="461" y="61"/>
                    <a:pt x="460" y="67"/>
                    <a:pt x="457" y="71"/>
                  </a:cubicBezTo>
                  <a:cubicBezTo>
                    <a:pt x="454" y="78"/>
                    <a:pt x="447" y="81"/>
                    <a:pt x="440" y="81"/>
                  </a:cubicBezTo>
                  <a:cubicBezTo>
                    <a:pt x="436" y="81"/>
                    <a:pt x="432" y="80"/>
                    <a:pt x="429" y="78"/>
                  </a:cubicBezTo>
                  <a:cubicBezTo>
                    <a:pt x="389" y="54"/>
                    <a:pt x="344" y="42"/>
                    <a:pt x="297" y="42"/>
                  </a:cubicBezTo>
                  <a:cubicBezTo>
                    <a:pt x="156" y="42"/>
                    <a:pt x="41" y="156"/>
                    <a:pt x="41" y="297"/>
                  </a:cubicBezTo>
                  <a:cubicBezTo>
                    <a:pt x="41" y="308"/>
                    <a:pt x="32" y="318"/>
                    <a:pt x="21" y="3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57" name="Google Shape;845;p34"/>
          <p:cNvSpPr/>
          <p:nvPr/>
        </p:nvSpPr>
        <p:spPr>
          <a:xfrm flipH="1">
            <a:off x="8700456" y="2115486"/>
            <a:ext cx="467897" cy="464511"/>
          </a:xfrm>
          <a:custGeom>
            <a:avLst/>
            <a:gdLst/>
            <a:ahLst/>
            <a:cxnLst/>
            <a:rect l="l" t="t" r="r" b="b"/>
            <a:pathLst>
              <a:path w="1096" h="1087" extrusionOk="0">
                <a:moveTo>
                  <a:pt x="116" y="1087"/>
                </a:moveTo>
                <a:cubicBezTo>
                  <a:pt x="82" y="1087"/>
                  <a:pt x="51" y="1072"/>
                  <a:pt x="30" y="1046"/>
                </a:cubicBezTo>
                <a:cubicBezTo>
                  <a:pt x="8" y="1020"/>
                  <a:pt x="0" y="986"/>
                  <a:pt x="7" y="953"/>
                </a:cubicBezTo>
                <a:cubicBezTo>
                  <a:pt x="33" y="831"/>
                  <a:pt x="100" y="719"/>
                  <a:pt x="197" y="640"/>
                </a:cubicBezTo>
                <a:cubicBezTo>
                  <a:pt x="250" y="596"/>
                  <a:pt x="310" y="563"/>
                  <a:pt x="375" y="542"/>
                </a:cubicBezTo>
                <a:cubicBezTo>
                  <a:pt x="418" y="528"/>
                  <a:pt x="418" y="528"/>
                  <a:pt x="418" y="528"/>
                </a:cubicBezTo>
                <a:cubicBezTo>
                  <a:pt x="382" y="500"/>
                  <a:pt x="382" y="500"/>
                  <a:pt x="382" y="500"/>
                </a:cubicBezTo>
                <a:cubicBezTo>
                  <a:pt x="311" y="447"/>
                  <a:pt x="270" y="366"/>
                  <a:pt x="270" y="278"/>
                </a:cubicBezTo>
                <a:cubicBezTo>
                  <a:pt x="270" y="125"/>
                  <a:pt x="395" y="0"/>
                  <a:pt x="548" y="0"/>
                </a:cubicBezTo>
                <a:cubicBezTo>
                  <a:pt x="701" y="0"/>
                  <a:pt x="826" y="125"/>
                  <a:pt x="826" y="278"/>
                </a:cubicBezTo>
                <a:cubicBezTo>
                  <a:pt x="826" y="366"/>
                  <a:pt x="785" y="447"/>
                  <a:pt x="714" y="500"/>
                </a:cubicBezTo>
                <a:cubicBezTo>
                  <a:pt x="678" y="527"/>
                  <a:pt x="678" y="527"/>
                  <a:pt x="678" y="527"/>
                </a:cubicBezTo>
                <a:cubicBezTo>
                  <a:pt x="721" y="542"/>
                  <a:pt x="721" y="542"/>
                  <a:pt x="721" y="542"/>
                </a:cubicBezTo>
                <a:cubicBezTo>
                  <a:pt x="837" y="580"/>
                  <a:pt x="939" y="657"/>
                  <a:pt x="1007" y="759"/>
                </a:cubicBezTo>
                <a:cubicBezTo>
                  <a:pt x="1011" y="764"/>
                  <a:pt x="1012" y="769"/>
                  <a:pt x="1011" y="775"/>
                </a:cubicBezTo>
                <a:cubicBezTo>
                  <a:pt x="1009" y="780"/>
                  <a:pt x="1006" y="785"/>
                  <a:pt x="1002" y="788"/>
                </a:cubicBezTo>
                <a:cubicBezTo>
                  <a:pt x="998" y="790"/>
                  <a:pt x="994" y="791"/>
                  <a:pt x="990" y="791"/>
                </a:cubicBezTo>
                <a:cubicBezTo>
                  <a:pt x="983" y="791"/>
                  <a:pt x="977" y="788"/>
                  <a:pt x="973" y="782"/>
                </a:cubicBezTo>
                <a:cubicBezTo>
                  <a:pt x="880" y="644"/>
                  <a:pt x="726" y="560"/>
                  <a:pt x="560" y="556"/>
                </a:cubicBezTo>
                <a:cubicBezTo>
                  <a:pt x="560" y="556"/>
                  <a:pt x="560" y="556"/>
                  <a:pt x="560" y="556"/>
                </a:cubicBezTo>
                <a:cubicBezTo>
                  <a:pt x="559" y="556"/>
                  <a:pt x="559" y="556"/>
                  <a:pt x="559" y="556"/>
                </a:cubicBezTo>
                <a:cubicBezTo>
                  <a:pt x="555" y="556"/>
                  <a:pt x="552" y="556"/>
                  <a:pt x="548" y="556"/>
                </a:cubicBezTo>
                <a:cubicBezTo>
                  <a:pt x="544" y="556"/>
                  <a:pt x="541" y="556"/>
                  <a:pt x="537" y="556"/>
                </a:cubicBezTo>
                <a:cubicBezTo>
                  <a:pt x="537" y="556"/>
                  <a:pt x="537" y="556"/>
                  <a:pt x="537" y="556"/>
                </a:cubicBezTo>
                <a:cubicBezTo>
                  <a:pt x="536" y="556"/>
                  <a:pt x="536" y="556"/>
                  <a:pt x="536" y="556"/>
                </a:cubicBezTo>
                <a:cubicBezTo>
                  <a:pt x="301" y="561"/>
                  <a:pt x="96" y="732"/>
                  <a:pt x="48" y="962"/>
                </a:cubicBezTo>
                <a:cubicBezTo>
                  <a:pt x="43" y="983"/>
                  <a:pt x="49" y="1004"/>
                  <a:pt x="62" y="1020"/>
                </a:cubicBezTo>
                <a:cubicBezTo>
                  <a:pt x="70" y="1030"/>
                  <a:pt x="87" y="1046"/>
                  <a:pt x="116" y="1046"/>
                </a:cubicBezTo>
                <a:cubicBezTo>
                  <a:pt x="981" y="1046"/>
                  <a:pt x="981" y="1046"/>
                  <a:pt x="981" y="1046"/>
                </a:cubicBezTo>
                <a:cubicBezTo>
                  <a:pt x="1009" y="1046"/>
                  <a:pt x="1027" y="1030"/>
                  <a:pt x="1034" y="1020"/>
                </a:cubicBezTo>
                <a:cubicBezTo>
                  <a:pt x="1048" y="1004"/>
                  <a:pt x="1053" y="983"/>
                  <a:pt x="1048" y="962"/>
                </a:cubicBezTo>
                <a:cubicBezTo>
                  <a:pt x="1047" y="956"/>
                  <a:pt x="1048" y="951"/>
                  <a:pt x="1051" y="946"/>
                </a:cubicBezTo>
                <a:cubicBezTo>
                  <a:pt x="1054" y="942"/>
                  <a:pt x="1059" y="938"/>
                  <a:pt x="1065" y="937"/>
                </a:cubicBezTo>
                <a:cubicBezTo>
                  <a:pt x="1066" y="937"/>
                  <a:pt x="1067" y="937"/>
                  <a:pt x="1069" y="937"/>
                </a:cubicBezTo>
                <a:cubicBezTo>
                  <a:pt x="1079" y="937"/>
                  <a:pt x="1087" y="944"/>
                  <a:pt x="1089" y="953"/>
                </a:cubicBezTo>
                <a:cubicBezTo>
                  <a:pt x="1096" y="986"/>
                  <a:pt x="1088" y="1020"/>
                  <a:pt x="1067" y="1046"/>
                </a:cubicBezTo>
                <a:cubicBezTo>
                  <a:pt x="1045" y="1072"/>
                  <a:pt x="1014" y="1087"/>
                  <a:pt x="981" y="1087"/>
                </a:cubicBezTo>
                <a:lnTo>
                  <a:pt x="116" y="1087"/>
                </a:lnTo>
                <a:close/>
                <a:moveTo>
                  <a:pt x="548" y="42"/>
                </a:moveTo>
                <a:cubicBezTo>
                  <a:pt x="418" y="42"/>
                  <a:pt x="312" y="148"/>
                  <a:pt x="312" y="278"/>
                </a:cubicBezTo>
                <a:cubicBezTo>
                  <a:pt x="312" y="404"/>
                  <a:pt x="410" y="508"/>
                  <a:pt x="536" y="514"/>
                </a:cubicBezTo>
                <a:cubicBezTo>
                  <a:pt x="537" y="514"/>
                  <a:pt x="537" y="514"/>
                  <a:pt x="537" y="514"/>
                </a:cubicBezTo>
                <a:cubicBezTo>
                  <a:pt x="538" y="514"/>
                  <a:pt x="538" y="514"/>
                  <a:pt x="538" y="514"/>
                </a:cubicBezTo>
                <a:cubicBezTo>
                  <a:pt x="541" y="514"/>
                  <a:pt x="545" y="514"/>
                  <a:pt x="548" y="514"/>
                </a:cubicBezTo>
                <a:cubicBezTo>
                  <a:pt x="552" y="514"/>
                  <a:pt x="555" y="514"/>
                  <a:pt x="558" y="514"/>
                </a:cubicBezTo>
                <a:cubicBezTo>
                  <a:pt x="559" y="514"/>
                  <a:pt x="559" y="514"/>
                  <a:pt x="559" y="514"/>
                </a:cubicBezTo>
                <a:cubicBezTo>
                  <a:pt x="560" y="514"/>
                  <a:pt x="560" y="514"/>
                  <a:pt x="560" y="514"/>
                </a:cubicBezTo>
                <a:cubicBezTo>
                  <a:pt x="686" y="508"/>
                  <a:pt x="784" y="404"/>
                  <a:pt x="784" y="278"/>
                </a:cubicBezTo>
                <a:cubicBezTo>
                  <a:pt x="784" y="148"/>
                  <a:pt x="678" y="42"/>
                  <a:pt x="548" y="4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846;p34"/>
          <p:cNvSpPr/>
          <p:nvPr/>
        </p:nvSpPr>
        <p:spPr>
          <a:xfrm flipH="1">
            <a:off x="8727943" y="1253695"/>
            <a:ext cx="467897" cy="463834"/>
          </a:xfrm>
          <a:custGeom>
            <a:avLst/>
            <a:gdLst/>
            <a:ahLst/>
            <a:cxnLst/>
            <a:rect l="l" t="t" r="r" b="b"/>
            <a:pathLst>
              <a:path w="1095" h="1087" extrusionOk="0">
                <a:moveTo>
                  <a:pt x="780" y="1087"/>
                </a:moveTo>
                <a:cubicBezTo>
                  <a:pt x="769" y="1087"/>
                  <a:pt x="759" y="1078"/>
                  <a:pt x="759" y="1066"/>
                </a:cubicBezTo>
                <a:cubicBezTo>
                  <a:pt x="759" y="1055"/>
                  <a:pt x="769" y="1045"/>
                  <a:pt x="780" y="1045"/>
                </a:cubicBezTo>
                <a:cubicBezTo>
                  <a:pt x="980" y="1045"/>
                  <a:pt x="980" y="1045"/>
                  <a:pt x="980" y="1045"/>
                </a:cubicBezTo>
                <a:cubicBezTo>
                  <a:pt x="1009" y="1045"/>
                  <a:pt x="1026" y="1029"/>
                  <a:pt x="1034" y="1020"/>
                </a:cubicBezTo>
                <a:cubicBezTo>
                  <a:pt x="1047" y="1003"/>
                  <a:pt x="1052" y="982"/>
                  <a:pt x="1048" y="961"/>
                </a:cubicBezTo>
                <a:cubicBezTo>
                  <a:pt x="1047" y="956"/>
                  <a:pt x="1048" y="950"/>
                  <a:pt x="1051" y="946"/>
                </a:cubicBezTo>
                <a:cubicBezTo>
                  <a:pt x="1054" y="941"/>
                  <a:pt x="1058" y="938"/>
                  <a:pt x="1064" y="937"/>
                </a:cubicBezTo>
                <a:cubicBezTo>
                  <a:pt x="1065" y="937"/>
                  <a:pt x="1067" y="936"/>
                  <a:pt x="1068" y="936"/>
                </a:cubicBezTo>
                <a:cubicBezTo>
                  <a:pt x="1078" y="936"/>
                  <a:pt x="1086" y="943"/>
                  <a:pt x="1088" y="953"/>
                </a:cubicBezTo>
                <a:cubicBezTo>
                  <a:pt x="1095" y="986"/>
                  <a:pt x="1087" y="1020"/>
                  <a:pt x="1066" y="1046"/>
                </a:cubicBezTo>
                <a:cubicBezTo>
                  <a:pt x="1045" y="1072"/>
                  <a:pt x="1013" y="1087"/>
                  <a:pt x="980" y="1087"/>
                </a:cubicBezTo>
                <a:lnTo>
                  <a:pt x="780" y="1087"/>
                </a:lnTo>
                <a:close/>
                <a:moveTo>
                  <a:pt x="115" y="1087"/>
                </a:moveTo>
                <a:cubicBezTo>
                  <a:pt x="81" y="1087"/>
                  <a:pt x="50" y="1072"/>
                  <a:pt x="29" y="1046"/>
                </a:cubicBezTo>
                <a:cubicBezTo>
                  <a:pt x="8" y="1020"/>
                  <a:pt x="0" y="986"/>
                  <a:pt x="6" y="953"/>
                </a:cubicBezTo>
                <a:cubicBezTo>
                  <a:pt x="32" y="830"/>
                  <a:pt x="99" y="719"/>
                  <a:pt x="197" y="639"/>
                </a:cubicBezTo>
                <a:cubicBezTo>
                  <a:pt x="249" y="596"/>
                  <a:pt x="309" y="563"/>
                  <a:pt x="375" y="541"/>
                </a:cubicBezTo>
                <a:cubicBezTo>
                  <a:pt x="418" y="527"/>
                  <a:pt x="418" y="527"/>
                  <a:pt x="418" y="527"/>
                </a:cubicBezTo>
                <a:cubicBezTo>
                  <a:pt x="381" y="500"/>
                  <a:pt x="381" y="500"/>
                  <a:pt x="381" y="500"/>
                </a:cubicBezTo>
                <a:cubicBezTo>
                  <a:pt x="310" y="447"/>
                  <a:pt x="270" y="366"/>
                  <a:pt x="270" y="278"/>
                </a:cubicBezTo>
                <a:cubicBezTo>
                  <a:pt x="270" y="125"/>
                  <a:pt x="394" y="0"/>
                  <a:pt x="547" y="0"/>
                </a:cubicBezTo>
                <a:cubicBezTo>
                  <a:pt x="701" y="0"/>
                  <a:pt x="825" y="125"/>
                  <a:pt x="825" y="278"/>
                </a:cubicBezTo>
                <a:cubicBezTo>
                  <a:pt x="825" y="366"/>
                  <a:pt x="784" y="447"/>
                  <a:pt x="714" y="500"/>
                </a:cubicBezTo>
                <a:cubicBezTo>
                  <a:pt x="678" y="527"/>
                  <a:pt x="678" y="527"/>
                  <a:pt x="678" y="527"/>
                </a:cubicBezTo>
                <a:cubicBezTo>
                  <a:pt x="720" y="541"/>
                  <a:pt x="720" y="541"/>
                  <a:pt x="720" y="541"/>
                </a:cubicBezTo>
                <a:cubicBezTo>
                  <a:pt x="837" y="579"/>
                  <a:pt x="938" y="657"/>
                  <a:pt x="1007" y="759"/>
                </a:cubicBezTo>
                <a:cubicBezTo>
                  <a:pt x="1010" y="763"/>
                  <a:pt x="1011" y="769"/>
                  <a:pt x="1010" y="774"/>
                </a:cubicBezTo>
                <a:cubicBezTo>
                  <a:pt x="1009" y="780"/>
                  <a:pt x="1006" y="784"/>
                  <a:pt x="1001" y="788"/>
                </a:cubicBezTo>
                <a:cubicBezTo>
                  <a:pt x="998" y="790"/>
                  <a:pt x="994" y="791"/>
                  <a:pt x="990" y="791"/>
                </a:cubicBezTo>
                <a:cubicBezTo>
                  <a:pt x="983" y="791"/>
                  <a:pt x="976" y="788"/>
                  <a:pt x="972" y="782"/>
                </a:cubicBezTo>
                <a:cubicBezTo>
                  <a:pt x="886" y="653"/>
                  <a:pt x="748" y="571"/>
                  <a:pt x="595" y="557"/>
                </a:cubicBezTo>
                <a:cubicBezTo>
                  <a:pt x="563" y="554"/>
                  <a:pt x="563" y="554"/>
                  <a:pt x="563" y="554"/>
                </a:cubicBezTo>
                <a:cubicBezTo>
                  <a:pt x="654" y="971"/>
                  <a:pt x="654" y="971"/>
                  <a:pt x="654" y="971"/>
                </a:cubicBezTo>
                <a:cubicBezTo>
                  <a:pt x="656" y="978"/>
                  <a:pt x="654" y="985"/>
                  <a:pt x="649" y="990"/>
                </a:cubicBezTo>
                <a:cubicBezTo>
                  <a:pt x="560" y="1079"/>
                  <a:pt x="560" y="1079"/>
                  <a:pt x="560" y="1079"/>
                </a:cubicBezTo>
                <a:cubicBezTo>
                  <a:pt x="556" y="1083"/>
                  <a:pt x="551" y="1085"/>
                  <a:pt x="545" y="1085"/>
                </a:cubicBezTo>
                <a:cubicBezTo>
                  <a:pt x="540" y="1085"/>
                  <a:pt x="534" y="1083"/>
                  <a:pt x="531" y="1079"/>
                </a:cubicBezTo>
                <a:cubicBezTo>
                  <a:pt x="442" y="990"/>
                  <a:pt x="442" y="990"/>
                  <a:pt x="442" y="990"/>
                </a:cubicBezTo>
                <a:cubicBezTo>
                  <a:pt x="437" y="985"/>
                  <a:pt x="435" y="978"/>
                  <a:pt x="436" y="971"/>
                </a:cubicBezTo>
                <a:cubicBezTo>
                  <a:pt x="528" y="554"/>
                  <a:pt x="528" y="554"/>
                  <a:pt x="528" y="554"/>
                </a:cubicBezTo>
                <a:cubicBezTo>
                  <a:pt x="496" y="558"/>
                  <a:pt x="496" y="558"/>
                  <a:pt x="496" y="558"/>
                </a:cubicBezTo>
                <a:cubicBezTo>
                  <a:pt x="276" y="580"/>
                  <a:pt x="92" y="746"/>
                  <a:pt x="47" y="961"/>
                </a:cubicBezTo>
                <a:cubicBezTo>
                  <a:pt x="43" y="982"/>
                  <a:pt x="48" y="1003"/>
                  <a:pt x="61" y="1020"/>
                </a:cubicBezTo>
                <a:cubicBezTo>
                  <a:pt x="69" y="1029"/>
                  <a:pt x="86" y="1045"/>
                  <a:pt x="115" y="1045"/>
                </a:cubicBezTo>
                <a:cubicBezTo>
                  <a:pt x="308" y="1045"/>
                  <a:pt x="308" y="1045"/>
                  <a:pt x="308" y="1045"/>
                </a:cubicBezTo>
                <a:cubicBezTo>
                  <a:pt x="320" y="1045"/>
                  <a:pt x="329" y="1055"/>
                  <a:pt x="329" y="1066"/>
                </a:cubicBezTo>
                <a:cubicBezTo>
                  <a:pt x="329" y="1078"/>
                  <a:pt x="320" y="1087"/>
                  <a:pt x="308" y="1087"/>
                </a:cubicBezTo>
                <a:lnTo>
                  <a:pt x="115" y="1087"/>
                </a:lnTo>
                <a:close/>
                <a:moveTo>
                  <a:pt x="479" y="969"/>
                </a:moveTo>
                <a:cubicBezTo>
                  <a:pt x="545" y="1035"/>
                  <a:pt x="545" y="1035"/>
                  <a:pt x="545" y="1035"/>
                </a:cubicBezTo>
                <a:cubicBezTo>
                  <a:pt x="611" y="969"/>
                  <a:pt x="611" y="969"/>
                  <a:pt x="611" y="969"/>
                </a:cubicBezTo>
                <a:cubicBezTo>
                  <a:pt x="568" y="774"/>
                  <a:pt x="568" y="774"/>
                  <a:pt x="568" y="774"/>
                </a:cubicBezTo>
                <a:cubicBezTo>
                  <a:pt x="522" y="774"/>
                  <a:pt x="522" y="774"/>
                  <a:pt x="522" y="774"/>
                </a:cubicBezTo>
                <a:lnTo>
                  <a:pt x="479" y="969"/>
                </a:lnTo>
                <a:close/>
                <a:moveTo>
                  <a:pt x="547" y="42"/>
                </a:moveTo>
                <a:cubicBezTo>
                  <a:pt x="417" y="42"/>
                  <a:pt x="311" y="148"/>
                  <a:pt x="311" y="278"/>
                </a:cubicBezTo>
                <a:cubicBezTo>
                  <a:pt x="311" y="404"/>
                  <a:pt x="410" y="508"/>
                  <a:pt x="536" y="514"/>
                </a:cubicBezTo>
                <a:cubicBezTo>
                  <a:pt x="537" y="514"/>
                  <a:pt x="537" y="514"/>
                  <a:pt x="537" y="514"/>
                </a:cubicBezTo>
                <a:cubicBezTo>
                  <a:pt x="538" y="514"/>
                  <a:pt x="538" y="514"/>
                  <a:pt x="538" y="514"/>
                </a:cubicBezTo>
                <a:cubicBezTo>
                  <a:pt x="541" y="514"/>
                  <a:pt x="544" y="514"/>
                  <a:pt x="547" y="514"/>
                </a:cubicBezTo>
                <a:cubicBezTo>
                  <a:pt x="551" y="514"/>
                  <a:pt x="554" y="514"/>
                  <a:pt x="558" y="514"/>
                </a:cubicBezTo>
                <a:cubicBezTo>
                  <a:pt x="558" y="514"/>
                  <a:pt x="558" y="514"/>
                  <a:pt x="558" y="514"/>
                </a:cubicBezTo>
                <a:cubicBezTo>
                  <a:pt x="559" y="514"/>
                  <a:pt x="559" y="514"/>
                  <a:pt x="559" y="514"/>
                </a:cubicBezTo>
                <a:cubicBezTo>
                  <a:pt x="685" y="507"/>
                  <a:pt x="784" y="404"/>
                  <a:pt x="784" y="278"/>
                </a:cubicBezTo>
                <a:cubicBezTo>
                  <a:pt x="784" y="148"/>
                  <a:pt x="678" y="42"/>
                  <a:pt x="547" y="4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847;p34"/>
          <p:cNvSpPr/>
          <p:nvPr/>
        </p:nvSpPr>
        <p:spPr>
          <a:xfrm flipH="1">
            <a:off x="8633006" y="4272019"/>
            <a:ext cx="618336" cy="578732"/>
          </a:xfrm>
          <a:custGeom>
            <a:avLst/>
            <a:gdLst/>
            <a:ahLst/>
            <a:cxnLst/>
            <a:rect l="l" t="t" r="r" b="b"/>
            <a:pathLst>
              <a:path w="1536" h="1437" extrusionOk="0">
                <a:moveTo>
                  <a:pt x="396" y="1437"/>
                </a:moveTo>
                <a:cubicBezTo>
                  <a:pt x="384" y="1437"/>
                  <a:pt x="375" y="1427"/>
                  <a:pt x="375" y="1416"/>
                </a:cubicBezTo>
                <a:cubicBezTo>
                  <a:pt x="375" y="1256"/>
                  <a:pt x="471" y="1113"/>
                  <a:pt x="620" y="1052"/>
                </a:cubicBezTo>
                <a:cubicBezTo>
                  <a:pt x="657" y="1037"/>
                  <a:pt x="657" y="1037"/>
                  <a:pt x="657" y="1037"/>
                </a:cubicBezTo>
                <a:cubicBezTo>
                  <a:pt x="628" y="1009"/>
                  <a:pt x="628" y="1009"/>
                  <a:pt x="628" y="1009"/>
                </a:cubicBezTo>
                <a:cubicBezTo>
                  <a:pt x="585" y="970"/>
                  <a:pt x="561" y="915"/>
                  <a:pt x="561" y="858"/>
                </a:cubicBezTo>
                <a:cubicBezTo>
                  <a:pt x="561" y="844"/>
                  <a:pt x="563" y="830"/>
                  <a:pt x="565" y="817"/>
                </a:cubicBezTo>
                <a:cubicBezTo>
                  <a:pt x="572" y="786"/>
                  <a:pt x="572" y="786"/>
                  <a:pt x="572" y="786"/>
                </a:cubicBezTo>
                <a:cubicBezTo>
                  <a:pt x="21" y="786"/>
                  <a:pt x="21" y="786"/>
                  <a:pt x="21" y="786"/>
                </a:cubicBezTo>
                <a:cubicBezTo>
                  <a:pt x="9" y="786"/>
                  <a:pt x="0" y="776"/>
                  <a:pt x="0" y="765"/>
                </a:cubicBezTo>
                <a:cubicBezTo>
                  <a:pt x="0" y="604"/>
                  <a:pt x="97" y="461"/>
                  <a:pt x="247" y="401"/>
                </a:cubicBezTo>
                <a:cubicBezTo>
                  <a:pt x="285" y="386"/>
                  <a:pt x="285" y="386"/>
                  <a:pt x="285" y="386"/>
                </a:cubicBezTo>
                <a:cubicBezTo>
                  <a:pt x="255" y="358"/>
                  <a:pt x="255" y="358"/>
                  <a:pt x="255" y="358"/>
                </a:cubicBezTo>
                <a:cubicBezTo>
                  <a:pt x="213" y="319"/>
                  <a:pt x="189" y="264"/>
                  <a:pt x="189" y="207"/>
                </a:cubicBezTo>
                <a:cubicBezTo>
                  <a:pt x="189" y="93"/>
                  <a:pt x="282" y="0"/>
                  <a:pt x="396" y="0"/>
                </a:cubicBezTo>
                <a:cubicBezTo>
                  <a:pt x="510" y="0"/>
                  <a:pt x="603" y="93"/>
                  <a:pt x="603" y="207"/>
                </a:cubicBezTo>
                <a:cubicBezTo>
                  <a:pt x="603" y="264"/>
                  <a:pt x="579" y="319"/>
                  <a:pt x="536" y="358"/>
                </a:cubicBezTo>
                <a:cubicBezTo>
                  <a:pt x="507" y="386"/>
                  <a:pt x="507" y="386"/>
                  <a:pt x="507" y="386"/>
                </a:cubicBezTo>
                <a:cubicBezTo>
                  <a:pt x="544" y="401"/>
                  <a:pt x="544" y="401"/>
                  <a:pt x="544" y="401"/>
                </a:cubicBezTo>
                <a:cubicBezTo>
                  <a:pt x="631" y="436"/>
                  <a:pt x="702" y="502"/>
                  <a:pt x="745" y="585"/>
                </a:cubicBezTo>
                <a:cubicBezTo>
                  <a:pt x="768" y="629"/>
                  <a:pt x="768" y="629"/>
                  <a:pt x="768" y="629"/>
                </a:cubicBezTo>
                <a:cubicBezTo>
                  <a:pt x="791" y="585"/>
                  <a:pt x="791" y="585"/>
                  <a:pt x="791" y="585"/>
                </a:cubicBezTo>
                <a:cubicBezTo>
                  <a:pt x="834" y="502"/>
                  <a:pt x="905" y="436"/>
                  <a:pt x="992" y="401"/>
                </a:cubicBezTo>
                <a:cubicBezTo>
                  <a:pt x="1029" y="386"/>
                  <a:pt x="1029" y="386"/>
                  <a:pt x="1029" y="386"/>
                </a:cubicBezTo>
                <a:cubicBezTo>
                  <a:pt x="999" y="358"/>
                  <a:pt x="999" y="358"/>
                  <a:pt x="999" y="358"/>
                </a:cubicBezTo>
                <a:cubicBezTo>
                  <a:pt x="957" y="319"/>
                  <a:pt x="933" y="264"/>
                  <a:pt x="933" y="207"/>
                </a:cubicBezTo>
                <a:cubicBezTo>
                  <a:pt x="933" y="93"/>
                  <a:pt x="1026" y="0"/>
                  <a:pt x="1140" y="0"/>
                </a:cubicBezTo>
                <a:cubicBezTo>
                  <a:pt x="1254" y="0"/>
                  <a:pt x="1347" y="93"/>
                  <a:pt x="1347" y="207"/>
                </a:cubicBezTo>
                <a:cubicBezTo>
                  <a:pt x="1347" y="264"/>
                  <a:pt x="1323" y="319"/>
                  <a:pt x="1281" y="358"/>
                </a:cubicBezTo>
                <a:cubicBezTo>
                  <a:pt x="1251" y="386"/>
                  <a:pt x="1251" y="386"/>
                  <a:pt x="1251" y="386"/>
                </a:cubicBezTo>
                <a:cubicBezTo>
                  <a:pt x="1289" y="401"/>
                  <a:pt x="1289" y="401"/>
                  <a:pt x="1289" y="401"/>
                </a:cubicBezTo>
                <a:cubicBezTo>
                  <a:pt x="1439" y="461"/>
                  <a:pt x="1536" y="604"/>
                  <a:pt x="1536" y="765"/>
                </a:cubicBezTo>
                <a:cubicBezTo>
                  <a:pt x="1536" y="776"/>
                  <a:pt x="1527" y="786"/>
                  <a:pt x="1515" y="786"/>
                </a:cubicBezTo>
                <a:cubicBezTo>
                  <a:pt x="964" y="786"/>
                  <a:pt x="964" y="786"/>
                  <a:pt x="964" y="786"/>
                </a:cubicBezTo>
                <a:cubicBezTo>
                  <a:pt x="971" y="817"/>
                  <a:pt x="971" y="817"/>
                  <a:pt x="971" y="817"/>
                </a:cubicBezTo>
                <a:cubicBezTo>
                  <a:pt x="973" y="830"/>
                  <a:pt x="975" y="844"/>
                  <a:pt x="975" y="858"/>
                </a:cubicBezTo>
                <a:cubicBezTo>
                  <a:pt x="975" y="915"/>
                  <a:pt x="951" y="970"/>
                  <a:pt x="908" y="1009"/>
                </a:cubicBezTo>
                <a:cubicBezTo>
                  <a:pt x="879" y="1037"/>
                  <a:pt x="879" y="1037"/>
                  <a:pt x="879" y="1037"/>
                </a:cubicBezTo>
                <a:cubicBezTo>
                  <a:pt x="916" y="1052"/>
                  <a:pt x="916" y="1052"/>
                  <a:pt x="916" y="1052"/>
                </a:cubicBezTo>
                <a:cubicBezTo>
                  <a:pt x="1065" y="1113"/>
                  <a:pt x="1161" y="1256"/>
                  <a:pt x="1161" y="1416"/>
                </a:cubicBezTo>
                <a:cubicBezTo>
                  <a:pt x="1161" y="1427"/>
                  <a:pt x="1151" y="1437"/>
                  <a:pt x="1140" y="1437"/>
                </a:cubicBezTo>
                <a:lnTo>
                  <a:pt x="396" y="1437"/>
                </a:lnTo>
                <a:close/>
                <a:moveTo>
                  <a:pt x="768" y="1065"/>
                </a:moveTo>
                <a:cubicBezTo>
                  <a:pt x="594" y="1065"/>
                  <a:pt x="445" y="1194"/>
                  <a:pt x="420" y="1366"/>
                </a:cubicBezTo>
                <a:cubicBezTo>
                  <a:pt x="416" y="1396"/>
                  <a:pt x="416" y="1396"/>
                  <a:pt x="416" y="1396"/>
                </a:cubicBezTo>
                <a:cubicBezTo>
                  <a:pt x="1120" y="1396"/>
                  <a:pt x="1120" y="1396"/>
                  <a:pt x="1120" y="1396"/>
                </a:cubicBezTo>
                <a:cubicBezTo>
                  <a:pt x="1116" y="1366"/>
                  <a:pt x="1116" y="1366"/>
                  <a:pt x="1116" y="1366"/>
                </a:cubicBezTo>
                <a:cubicBezTo>
                  <a:pt x="1091" y="1194"/>
                  <a:pt x="942" y="1065"/>
                  <a:pt x="768" y="1065"/>
                </a:cubicBezTo>
                <a:close/>
                <a:moveTo>
                  <a:pt x="768" y="693"/>
                </a:moveTo>
                <a:cubicBezTo>
                  <a:pt x="677" y="693"/>
                  <a:pt x="603" y="767"/>
                  <a:pt x="603" y="858"/>
                </a:cubicBezTo>
                <a:cubicBezTo>
                  <a:pt x="603" y="949"/>
                  <a:pt x="677" y="1023"/>
                  <a:pt x="768" y="1023"/>
                </a:cubicBezTo>
                <a:cubicBezTo>
                  <a:pt x="859" y="1023"/>
                  <a:pt x="933" y="949"/>
                  <a:pt x="933" y="858"/>
                </a:cubicBezTo>
                <a:cubicBezTo>
                  <a:pt x="933" y="767"/>
                  <a:pt x="859" y="693"/>
                  <a:pt x="768" y="693"/>
                </a:cubicBezTo>
                <a:close/>
                <a:moveTo>
                  <a:pt x="1140" y="414"/>
                </a:moveTo>
                <a:cubicBezTo>
                  <a:pt x="999" y="414"/>
                  <a:pt x="872" y="498"/>
                  <a:pt x="817" y="627"/>
                </a:cubicBezTo>
                <a:cubicBezTo>
                  <a:pt x="806" y="653"/>
                  <a:pt x="806" y="653"/>
                  <a:pt x="806" y="653"/>
                </a:cubicBezTo>
                <a:cubicBezTo>
                  <a:pt x="832" y="662"/>
                  <a:pt x="832" y="662"/>
                  <a:pt x="832" y="662"/>
                </a:cubicBezTo>
                <a:cubicBezTo>
                  <a:pt x="873" y="675"/>
                  <a:pt x="908" y="700"/>
                  <a:pt x="933" y="734"/>
                </a:cubicBezTo>
                <a:cubicBezTo>
                  <a:pt x="941" y="744"/>
                  <a:pt x="941" y="744"/>
                  <a:pt x="941" y="744"/>
                </a:cubicBezTo>
                <a:cubicBezTo>
                  <a:pt x="1495" y="744"/>
                  <a:pt x="1495" y="744"/>
                  <a:pt x="1495" y="744"/>
                </a:cubicBezTo>
                <a:cubicBezTo>
                  <a:pt x="1491" y="715"/>
                  <a:pt x="1491" y="715"/>
                  <a:pt x="1491" y="715"/>
                </a:cubicBezTo>
                <a:cubicBezTo>
                  <a:pt x="1466" y="543"/>
                  <a:pt x="1315" y="414"/>
                  <a:pt x="1140" y="414"/>
                </a:cubicBezTo>
                <a:close/>
                <a:moveTo>
                  <a:pt x="583" y="744"/>
                </a:moveTo>
                <a:cubicBezTo>
                  <a:pt x="596" y="743"/>
                  <a:pt x="596" y="743"/>
                  <a:pt x="596" y="743"/>
                </a:cubicBezTo>
                <a:cubicBezTo>
                  <a:pt x="603" y="734"/>
                  <a:pt x="603" y="734"/>
                  <a:pt x="603" y="734"/>
                </a:cubicBezTo>
                <a:cubicBezTo>
                  <a:pt x="628" y="700"/>
                  <a:pt x="663" y="675"/>
                  <a:pt x="703" y="662"/>
                </a:cubicBezTo>
                <a:cubicBezTo>
                  <a:pt x="730" y="653"/>
                  <a:pt x="730" y="653"/>
                  <a:pt x="730" y="653"/>
                </a:cubicBezTo>
                <a:cubicBezTo>
                  <a:pt x="719" y="627"/>
                  <a:pt x="719" y="627"/>
                  <a:pt x="719" y="627"/>
                </a:cubicBezTo>
                <a:cubicBezTo>
                  <a:pt x="664" y="498"/>
                  <a:pt x="537" y="414"/>
                  <a:pt x="396" y="414"/>
                </a:cubicBezTo>
                <a:cubicBezTo>
                  <a:pt x="221" y="414"/>
                  <a:pt x="70" y="543"/>
                  <a:pt x="45" y="715"/>
                </a:cubicBezTo>
                <a:cubicBezTo>
                  <a:pt x="41" y="744"/>
                  <a:pt x="41" y="744"/>
                  <a:pt x="41" y="744"/>
                </a:cubicBezTo>
                <a:cubicBezTo>
                  <a:pt x="582" y="744"/>
                  <a:pt x="582" y="744"/>
                  <a:pt x="582" y="744"/>
                </a:cubicBezTo>
                <a:lnTo>
                  <a:pt x="583" y="744"/>
                </a:lnTo>
                <a:close/>
                <a:moveTo>
                  <a:pt x="1140" y="42"/>
                </a:moveTo>
                <a:cubicBezTo>
                  <a:pt x="1049" y="42"/>
                  <a:pt x="975" y="116"/>
                  <a:pt x="975" y="207"/>
                </a:cubicBezTo>
                <a:cubicBezTo>
                  <a:pt x="975" y="298"/>
                  <a:pt x="1049" y="372"/>
                  <a:pt x="1140" y="372"/>
                </a:cubicBezTo>
                <a:cubicBezTo>
                  <a:pt x="1231" y="372"/>
                  <a:pt x="1305" y="298"/>
                  <a:pt x="1305" y="207"/>
                </a:cubicBezTo>
                <a:cubicBezTo>
                  <a:pt x="1305" y="116"/>
                  <a:pt x="1231" y="42"/>
                  <a:pt x="1140" y="42"/>
                </a:cubicBezTo>
                <a:close/>
                <a:moveTo>
                  <a:pt x="396" y="42"/>
                </a:moveTo>
                <a:cubicBezTo>
                  <a:pt x="305" y="42"/>
                  <a:pt x="231" y="116"/>
                  <a:pt x="231" y="207"/>
                </a:cubicBezTo>
                <a:cubicBezTo>
                  <a:pt x="231" y="298"/>
                  <a:pt x="305" y="372"/>
                  <a:pt x="396" y="372"/>
                </a:cubicBezTo>
                <a:cubicBezTo>
                  <a:pt x="487" y="372"/>
                  <a:pt x="561" y="298"/>
                  <a:pt x="561" y="207"/>
                </a:cubicBezTo>
                <a:cubicBezTo>
                  <a:pt x="561" y="116"/>
                  <a:pt x="487" y="42"/>
                  <a:pt x="396" y="4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0" name="Google Shape;848;p34"/>
          <p:cNvGrpSpPr/>
          <p:nvPr/>
        </p:nvGrpSpPr>
        <p:grpSpPr>
          <a:xfrm flipH="1">
            <a:off x="3783262" y="478989"/>
            <a:ext cx="518682" cy="518682"/>
            <a:chOff x="1220788" y="-5691188"/>
            <a:chExt cx="1373187" cy="1373188"/>
          </a:xfrm>
          <a:solidFill>
            <a:schemeClr val="bg1">
              <a:lumMod val="75000"/>
            </a:schemeClr>
          </a:solidFill>
        </p:grpSpPr>
        <p:sp>
          <p:nvSpPr>
            <p:cNvPr id="161" name="Google Shape;849;p34"/>
            <p:cNvSpPr/>
            <p:nvPr/>
          </p:nvSpPr>
          <p:spPr>
            <a:xfrm>
              <a:off x="1752600" y="-4538663"/>
              <a:ext cx="309563" cy="42863"/>
            </a:xfrm>
            <a:custGeom>
              <a:avLst/>
              <a:gdLst/>
              <a:ahLst/>
              <a:cxnLst/>
              <a:rect l="l" t="t" r="r" b="b"/>
              <a:pathLst>
                <a:path w="309" h="43" extrusionOk="0">
                  <a:moveTo>
                    <a:pt x="22" y="43"/>
                  </a:moveTo>
                  <a:cubicBezTo>
                    <a:pt x="10" y="43"/>
                    <a:pt x="0" y="34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299" y="0"/>
                    <a:pt x="309" y="10"/>
                    <a:pt x="309" y="22"/>
                  </a:cubicBezTo>
                  <a:cubicBezTo>
                    <a:pt x="309" y="34"/>
                    <a:pt x="299" y="43"/>
                    <a:pt x="288" y="43"/>
                  </a:cubicBezTo>
                  <a:lnTo>
                    <a:pt x="22" y="4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2" name="Google Shape;850;p34"/>
            <p:cNvSpPr/>
            <p:nvPr/>
          </p:nvSpPr>
          <p:spPr>
            <a:xfrm>
              <a:off x="1885950" y="-5691188"/>
              <a:ext cx="42863" cy="157163"/>
            </a:xfrm>
            <a:custGeom>
              <a:avLst/>
              <a:gdLst/>
              <a:ahLst/>
              <a:cxnLst/>
              <a:rect l="l" t="t" r="r" b="b"/>
              <a:pathLst>
                <a:path w="43" h="158" extrusionOk="0">
                  <a:moveTo>
                    <a:pt x="22" y="158"/>
                  </a:moveTo>
                  <a:cubicBezTo>
                    <a:pt x="10" y="158"/>
                    <a:pt x="0" y="149"/>
                    <a:pt x="0" y="137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0" y="0"/>
                    <a:pt x="22" y="0"/>
                  </a:cubicBezTo>
                  <a:cubicBezTo>
                    <a:pt x="34" y="0"/>
                    <a:pt x="43" y="9"/>
                    <a:pt x="43" y="21"/>
                  </a:cubicBezTo>
                  <a:cubicBezTo>
                    <a:pt x="43" y="137"/>
                    <a:pt x="43" y="137"/>
                    <a:pt x="43" y="137"/>
                  </a:cubicBezTo>
                  <a:cubicBezTo>
                    <a:pt x="43" y="149"/>
                    <a:pt x="34" y="158"/>
                    <a:pt x="22" y="1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63" name="Google Shape;851;p34"/>
            <p:cNvCxnSpPr/>
            <p:nvPr/>
          </p:nvCxnSpPr>
          <p:spPr>
            <a:xfrm>
              <a:off x="2295525" y="-534987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164" name="Google Shape;852;p34"/>
            <p:cNvCxnSpPr/>
            <p:nvPr/>
          </p:nvCxnSpPr>
          <p:spPr>
            <a:xfrm>
              <a:off x="2295525" y="-534987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165" name="Google Shape;853;p34"/>
            <p:cNvSpPr/>
            <p:nvPr/>
          </p:nvSpPr>
          <p:spPr>
            <a:xfrm>
              <a:off x="2271713" y="-5497513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127" h="125" extrusionOk="0">
                  <a:moveTo>
                    <a:pt x="24" y="125"/>
                  </a:moveTo>
                  <a:cubicBezTo>
                    <a:pt x="18" y="125"/>
                    <a:pt x="13" y="123"/>
                    <a:pt x="9" y="119"/>
                  </a:cubicBezTo>
                  <a:cubicBezTo>
                    <a:pt x="0" y="110"/>
                    <a:pt x="0" y="97"/>
                    <a:pt x="8" y="8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4" y="2"/>
                    <a:pt x="100" y="0"/>
                    <a:pt x="105" y="0"/>
                  </a:cubicBezTo>
                  <a:cubicBezTo>
                    <a:pt x="111" y="0"/>
                    <a:pt x="117" y="2"/>
                    <a:pt x="121" y="6"/>
                  </a:cubicBezTo>
                  <a:cubicBezTo>
                    <a:pt x="125" y="11"/>
                    <a:pt x="127" y="16"/>
                    <a:pt x="127" y="22"/>
                  </a:cubicBezTo>
                  <a:cubicBezTo>
                    <a:pt x="127" y="28"/>
                    <a:pt x="125" y="33"/>
                    <a:pt x="121" y="37"/>
                  </a:cubicBezTo>
                  <a:cubicBezTo>
                    <a:pt x="39" y="119"/>
                    <a:pt x="39" y="119"/>
                    <a:pt x="39" y="119"/>
                  </a:cubicBezTo>
                  <a:cubicBezTo>
                    <a:pt x="35" y="123"/>
                    <a:pt x="29" y="125"/>
                    <a:pt x="24" y="1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854;p34"/>
            <p:cNvSpPr/>
            <p:nvPr/>
          </p:nvSpPr>
          <p:spPr>
            <a:xfrm>
              <a:off x="2435225" y="-5026025"/>
              <a:ext cx="158750" cy="42863"/>
            </a:xfrm>
            <a:custGeom>
              <a:avLst/>
              <a:gdLst/>
              <a:ahLst/>
              <a:cxnLst/>
              <a:rect l="l" t="t" r="r" b="b"/>
              <a:pathLst>
                <a:path w="159" h="43" extrusionOk="0">
                  <a:moveTo>
                    <a:pt x="21" y="43"/>
                  </a:moveTo>
                  <a:cubicBezTo>
                    <a:pt x="10" y="43"/>
                    <a:pt x="0" y="34"/>
                    <a:pt x="0" y="22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9" y="0"/>
                    <a:pt x="159" y="10"/>
                    <a:pt x="159" y="22"/>
                  </a:cubicBezTo>
                  <a:cubicBezTo>
                    <a:pt x="159" y="34"/>
                    <a:pt x="149" y="43"/>
                    <a:pt x="137" y="43"/>
                  </a:cubicBezTo>
                  <a:lnTo>
                    <a:pt x="21" y="4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855;p34"/>
            <p:cNvSpPr/>
            <p:nvPr/>
          </p:nvSpPr>
          <p:spPr>
            <a:xfrm>
              <a:off x="2271713" y="-4638675"/>
              <a:ext cx="128588" cy="125413"/>
            </a:xfrm>
            <a:custGeom>
              <a:avLst/>
              <a:gdLst/>
              <a:ahLst/>
              <a:cxnLst/>
              <a:rect l="l" t="t" r="r" b="b"/>
              <a:pathLst>
                <a:path w="129" h="125" extrusionOk="0">
                  <a:moveTo>
                    <a:pt x="105" y="125"/>
                  </a:moveTo>
                  <a:cubicBezTo>
                    <a:pt x="100" y="125"/>
                    <a:pt x="94" y="123"/>
                    <a:pt x="90" y="119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0" y="28"/>
                    <a:pt x="0" y="15"/>
                    <a:pt x="8" y="6"/>
                  </a:cubicBezTo>
                  <a:cubicBezTo>
                    <a:pt x="13" y="2"/>
                    <a:pt x="18" y="0"/>
                    <a:pt x="24" y="0"/>
                  </a:cubicBezTo>
                  <a:cubicBezTo>
                    <a:pt x="30" y="0"/>
                    <a:pt x="35" y="2"/>
                    <a:pt x="39" y="6"/>
                  </a:cubicBezTo>
                  <a:cubicBezTo>
                    <a:pt x="121" y="88"/>
                    <a:pt x="121" y="88"/>
                    <a:pt x="121" y="88"/>
                  </a:cubicBezTo>
                  <a:cubicBezTo>
                    <a:pt x="129" y="96"/>
                    <a:pt x="129" y="110"/>
                    <a:pt x="121" y="119"/>
                  </a:cubicBezTo>
                  <a:cubicBezTo>
                    <a:pt x="117" y="123"/>
                    <a:pt x="111" y="125"/>
                    <a:pt x="105" y="1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856;p34"/>
            <p:cNvSpPr/>
            <p:nvPr/>
          </p:nvSpPr>
          <p:spPr>
            <a:xfrm>
              <a:off x="1412875" y="-46386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127" h="125" extrusionOk="0">
                  <a:moveTo>
                    <a:pt x="24" y="125"/>
                  </a:moveTo>
                  <a:cubicBezTo>
                    <a:pt x="18" y="125"/>
                    <a:pt x="13" y="123"/>
                    <a:pt x="9" y="119"/>
                  </a:cubicBezTo>
                  <a:cubicBezTo>
                    <a:pt x="0" y="110"/>
                    <a:pt x="0" y="96"/>
                    <a:pt x="9" y="88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4" y="2"/>
                    <a:pt x="100" y="0"/>
                    <a:pt x="106" y="0"/>
                  </a:cubicBezTo>
                  <a:cubicBezTo>
                    <a:pt x="111" y="0"/>
                    <a:pt x="117" y="2"/>
                    <a:pt x="121" y="6"/>
                  </a:cubicBezTo>
                  <a:cubicBezTo>
                    <a:pt x="125" y="10"/>
                    <a:pt x="127" y="16"/>
                    <a:pt x="127" y="22"/>
                  </a:cubicBezTo>
                  <a:cubicBezTo>
                    <a:pt x="127" y="27"/>
                    <a:pt x="125" y="33"/>
                    <a:pt x="121" y="37"/>
                  </a:cubicBezTo>
                  <a:cubicBezTo>
                    <a:pt x="39" y="119"/>
                    <a:pt x="39" y="119"/>
                    <a:pt x="39" y="119"/>
                  </a:cubicBezTo>
                  <a:cubicBezTo>
                    <a:pt x="35" y="123"/>
                    <a:pt x="30" y="125"/>
                    <a:pt x="24" y="1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857;p34"/>
            <p:cNvSpPr/>
            <p:nvPr/>
          </p:nvSpPr>
          <p:spPr>
            <a:xfrm>
              <a:off x="1220788" y="-5026025"/>
              <a:ext cx="158750" cy="42863"/>
            </a:xfrm>
            <a:custGeom>
              <a:avLst/>
              <a:gdLst/>
              <a:ahLst/>
              <a:cxnLst/>
              <a:rect l="l" t="t" r="r" b="b"/>
              <a:pathLst>
                <a:path w="158" h="43" extrusionOk="0">
                  <a:moveTo>
                    <a:pt x="21" y="43"/>
                  </a:moveTo>
                  <a:cubicBezTo>
                    <a:pt x="9" y="43"/>
                    <a:pt x="0" y="34"/>
                    <a:pt x="0" y="22"/>
                  </a:cubicBezTo>
                  <a:cubicBezTo>
                    <a:pt x="0" y="10"/>
                    <a:pt x="9" y="0"/>
                    <a:pt x="21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9" y="0"/>
                    <a:pt x="158" y="10"/>
                    <a:pt x="158" y="22"/>
                  </a:cubicBezTo>
                  <a:cubicBezTo>
                    <a:pt x="158" y="34"/>
                    <a:pt x="149" y="43"/>
                    <a:pt x="137" y="43"/>
                  </a:cubicBezTo>
                  <a:lnTo>
                    <a:pt x="21" y="4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858;p34"/>
            <p:cNvSpPr/>
            <p:nvPr/>
          </p:nvSpPr>
          <p:spPr>
            <a:xfrm>
              <a:off x="1412875" y="-5497513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127" h="125" extrusionOk="0">
                  <a:moveTo>
                    <a:pt x="106" y="125"/>
                  </a:moveTo>
                  <a:cubicBezTo>
                    <a:pt x="100" y="125"/>
                    <a:pt x="94" y="123"/>
                    <a:pt x="90" y="119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0" y="29"/>
                    <a:pt x="0" y="15"/>
                    <a:pt x="9" y="6"/>
                  </a:cubicBezTo>
                  <a:cubicBezTo>
                    <a:pt x="13" y="2"/>
                    <a:pt x="18" y="0"/>
                    <a:pt x="24" y="0"/>
                  </a:cubicBezTo>
                  <a:cubicBezTo>
                    <a:pt x="30" y="0"/>
                    <a:pt x="35" y="2"/>
                    <a:pt x="39" y="6"/>
                  </a:cubicBezTo>
                  <a:cubicBezTo>
                    <a:pt x="121" y="88"/>
                    <a:pt x="121" y="88"/>
                    <a:pt x="121" y="88"/>
                  </a:cubicBezTo>
                  <a:cubicBezTo>
                    <a:pt x="125" y="92"/>
                    <a:pt x="127" y="98"/>
                    <a:pt x="127" y="104"/>
                  </a:cubicBezTo>
                  <a:cubicBezTo>
                    <a:pt x="127" y="109"/>
                    <a:pt x="125" y="115"/>
                    <a:pt x="121" y="119"/>
                  </a:cubicBezTo>
                  <a:cubicBezTo>
                    <a:pt x="117" y="123"/>
                    <a:pt x="111" y="125"/>
                    <a:pt x="106" y="1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" name="Google Shape;859;p34"/>
            <p:cNvSpPr/>
            <p:nvPr/>
          </p:nvSpPr>
          <p:spPr>
            <a:xfrm>
              <a:off x="1900238" y="-5248275"/>
              <a:ext cx="250825" cy="249238"/>
            </a:xfrm>
            <a:custGeom>
              <a:avLst/>
              <a:gdLst/>
              <a:ahLst/>
              <a:cxnLst/>
              <a:rect l="l" t="t" r="r" b="b"/>
              <a:pathLst>
                <a:path w="250" h="249" extrusionOk="0">
                  <a:moveTo>
                    <a:pt x="228" y="249"/>
                  </a:moveTo>
                  <a:cubicBezTo>
                    <a:pt x="216" y="249"/>
                    <a:pt x="207" y="240"/>
                    <a:pt x="207" y="228"/>
                  </a:cubicBezTo>
                  <a:cubicBezTo>
                    <a:pt x="207" y="126"/>
                    <a:pt x="123" y="43"/>
                    <a:pt x="21" y="43"/>
                  </a:cubicBezTo>
                  <a:cubicBezTo>
                    <a:pt x="10" y="43"/>
                    <a:pt x="0" y="33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147" y="0"/>
                    <a:pt x="250" y="102"/>
                    <a:pt x="250" y="228"/>
                  </a:cubicBezTo>
                  <a:cubicBezTo>
                    <a:pt x="250" y="240"/>
                    <a:pt x="240" y="249"/>
                    <a:pt x="228" y="2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860;p34"/>
            <p:cNvSpPr/>
            <p:nvPr/>
          </p:nvSpPr>
          <p:spPr>
            <a:xfrm>
              <a:off x="1492250" y="-5395913"/>
              <a:ext cx="804863" cy="1077913"/>
            </a:xfrm>
            <a:custGeom>
              <a:avLst/>
              <a:gdLst/>
              <a:ahLst/>
              <a:cxnLst/>
              <a:rect l="l" t="t" r="r" b="b"/>
              <a:pathLst>
                <a:path w="804" h="1077" extrusionOk="0">
                  <a:moveTo>
                    <a:pt x="340" y="1077"/>
                  </a:moveTo>
                  <a:cubicBezTo>
                    <a:pt x="300" y="1077"/>
                    <a:pt x="259" y="1046"/>
                    <a:pt x="259" y="979"/>
                  </a:cubicBezTo>
                  <a:cubicBezTo>
                    <a:pt x="259" y="874"/>
                    <a:pt x="259" y="874"/>
                    <a:pt x="259" y="874"/>
                  </a:cubicBezTo>
                  <a:cubicBezTo>
                    <a:pt x="259" y="805"/>
                    <a:pt x="229" y="740"/>
                    <a:pt x="179" y="702"/>
                  </a:cubicBezTo>
                  <a:cubicBezTo>
                    <a:pt x="57" y="611"/>
                    <a:pt x="0" y="459"/>
                    <a:pt x="31" y="308"/>
                  </a:cubicBezTo>
                  <a:cubicBezTo>
                    <a:pt x="62" y="160"/>
                    <a:pt x="182" y="40"/>
                    <a:pt x="330" y="9"/>
                  </a:cubicBezTo>
                  <a:cubicBezTo>
                    <a:pt x="357" y="3"/>
                    <a:pt x="385" y="0"/>
                    <a:pt x="413" y="0"/>
                  </a:cubicBezTo>
                  <a:cubicBezTo>
                    <a:pt x="503" y="0"/>
                    <a:pt x="591" y="31"/>
                    <a:pt x="660" y="87"/>
                  </a:cubicBezTo>
                  <a:cubicBezTo>
                    <a:pt x="752" y="162"/>
                    <a:pt x="804" y="272"/>
                    <a:pt x="804" y="391"/>
                  </a:cubicBezTo>
                  <a:cubicBezTo>
                    <a:pt x="804" y="511"/>
                    <a:pt x="750" y="623"/>
                    <a:pt x="655" y="697"/>
                  </a:cubicBezTo>
                  <a:cubicBezTo>
                    <a:pt x="600" y="741"/>
                    <a:pt x="568" y="802"/>
                    <a:pt x="568" y="865"/>
                  </a:cubicBezTo>
                  <a:cubicBezTo>
                    <a:pt x="568" y="996"/>
                    <a:pt x="568" y="996"/>
                    <a:pt x="568" y="996"/>
                  </a:cubicBezTo>
                  <a:cubicBezTo>
                    <a:pt x="568" y="1040"/>
                    <a:pt x="532" y="1077"/>
                    <a:pt x="487" y="1077"/>
                  </a:cubicBezTo>
                  <a:lnTo>
                    <a:pt x="340" y="1077"/>
                  </a:lnTo>
                  <a:close/>
                  <a:moveTo>
                    <a:pt x="413" y="43"/>
                  </a:moveTo>
                  <a:cubicBezTo>
                    <a:pt x="388" y="43"/>
                    <a:pt x="363" y="46"/>
                    <a:pt x="338" y="51"/>
                  </a:cubicBezTo>
                  <a:cubicBezTo>
                    <a:pt x="207" y="78"/>
                    <a:pt x="101" y="185"/>
                    <a:pt x="74" y="317"/>
                  </a:cubicBezTo>
                  <a:cubicBezTo>
                    <a:pt x="46" y="452"/>
                    <a:pt x="96" y="586"/>
                    <a:pt x="205" y="668"/>
                  </a:cubicBezTo>
                  <a:cubicBezTo>
                    <a:pt x="266" y="714"/>
                    <a:pt x="302" y="791"/>
                    <a:pt x="302" y="874"/>
                  </a:cubicBezTo>
                  <a:cubicBezTo>
                    <a:pt x="302" y="979"/>
                    <a:pt x="302" y="979"/>
                    <a:pt x="302" y="979"/>
                  </a:cubicBezTo>
                  <a:cubicBezTo>
                    <a:pt x="302" y="1019"/>
                    <a:pt x="322" y="1033"/>
                    <a:pt x="340" y="1033"/>
                  </a:cubicBezTo>
                  <a:cubicBezTo>
                    <a:pt x="487" y="1033"/>
                    <a:pt x="487" y="1033"/>
                    <a:pt x="487" y="1033"/>
                  </a:cubicBezTo>
                  <a:cubicBezTo>
                    <a:pt x="508" y="1033"/>
                    <a:pt x="525" y="1017"/>
                    <a:pt x="525" y="996"/>
                  </a:cubicBezTo>
                  <a:cubicBezTo>
                    <a:pt x="525" y="865"/>
                    <a:pt x="525" y="865"/>
                    <a:pt x="525" y="865"/>
                  </a:cubicBezTo>
                  <a:cubicBezTo>
                    <a:pt x="525" y="788"/>
                    <a:pt x="563" y="715"/>
                    <a:pt x="628" y="663"/>
                  </a:cubicBezTo>
                  <a:cubicBezTo>
                    <a:pt x="713" y="597"/>
                    <a:pt x="761" y="498"/>
                    <a:pt x="761" y="391"/>
                  </a:cubicBezTo>
                  <a:cubicBezTo>
                    <a:pt x="761" y="285"/>
                    <a:pt x="714" y="187"/>
                    <a:pt x="633" y="121"/>
                  </a:cubicBezTo>
                  <a:cubicBezTo>
                    <a:pt x="571" y="71"/>
                    <a:pt x="493" y="43"/>
                    <a:pt x="413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73" name="Google Shape;861;p34"/>
          <p:cNvGrpSpPr/>
          <p:nvPr/>
        </p:nvGrpSpPr>
        <p:grpSpPr>
          <a:xfrm flipH="1">
            <a:off x="9418561" y="1370554"/>
            <a:ext cx="643951" cy="398830"/>
            <a:chOff x="-4532312" y="-3617913"/>
            <a:chExt cx="1509713" cy="935038"/>
          </a:xfrm>
          <a:solidFill>
            <a:schemeClr val="bg1">
              <a:lumMod val="75000"/>
            </a:schemeClr>
          </a:solidFill>
        </p:grpSpPr>
        <p:sp>
          <p:nvSpPr>
            <p:cNvPr id="174" name="Google Shape;862;p34"/>
            <p:cNvSpPr/>
            <p:nvPr/>
          </p:nvSpPr>
          <p:spPr>
            <a:xfrm>
              <a:off x="-4310062" y="-3549650"/>
              <a:ext cx="985838" cy="866775"/>
            </a:xfrm>
            <a:custGeom>
              <a:avLst/>
              <a:gdLst/>
              <a:ahLst/>
              <a:cxnLst/>
              <a:rect l="l" t="t" r="r" b="b"/>
              <a:pathLst>
                <a:path w="985" h="866" extrusionOk="0">
                  <a:moveTo>
                    <a:pt x="533" y="866"/>
                  </a:moveTo>
                  <a:cubicBezTo>
                    <a:pt x="497" y="866"/>
                    <a:pt x="448" y="845"/>
                    <a:pt x="426" y="831"/>
                  </a:cubicBezTo>
                  <a:cubicBezTo>
                    <a:pt x="398" y="812"/>
                    <a:pt x="256" y="705"/>
                    <a:pt x="138" y="606"/>
                  </a:cubicBezTo>
                  <a:cubicBezTo>
                    <a:pt x="118" y="590"/>
                    <a:pt x="89" y="560"/>
                    <a:pt x="61" y="531"/>
                  </a:cubicBezTo>
                  <a:cubicBezTo>
                    <a:pt x="54" y="523"/>
                    <a:pt x="54" y="523"/>
                    <a:pt x="54" y="523"/>
                  </a:cubicBezTo>
                  <a:cubicBezTo>
                    <a:pt x="35" y="503"/>
                    <a:pt x="19" y="487"/>
                    <a:pt x="10" y="479"/>
                  </a:cubicBezTo>
                  <a:cubicBezTo>
                    <a:pt x="1" y="471"/>
                    <a:pt x="0" y="458"/>
                    <a:pt x="7" y="450"/>
                  </a:cubicBezTo>
                  <a:cubicBezTo>
                    <a:pt x="11" y="445"/>
                    <a:pt x="17" y="442"/>
                    <a:pt x="23" y="442"/>
                  </a:cubicBezTo>
                  <a:cubicBezTo>
                    <a:pt x="28" y="442"/>
                    <a:pt x="33" y="444"/>
                    <a:pt x="36" y="447"/>
                  </a:cubicBezTo>
                  <a:cubicBezTo>
                    <a:pt x="47" y="456"/>
                    <a:pt x="68" y="478"/>
                    <a:pt x="91" y="502"/>
                  </a:cubicBezTo>
                  <a:cubicBezTo>
                    <a:pt x="117" y="529"/>
                    <a:pt x="146" y="560"/>
                    <a:pt x="164" y="575"/>
                  </a:cubicBezTo>
                  <a:cubicBezTo>
                    <a:pt x="285" y="676"/>
                    <a:pt x="426" y="782"/>
                    <a:pt x="449" y="797"/>
                  </a:cubicBezTo>
                  <a:cubicBezTo>
                    <a:pt x="469" y="810"/>
                    <a:pt x="510" y="825"/>
                    <a:pt x="533" y="825"/>
                  </a:cubicBezTo>
                  <a:cubicBezTo>
                    <a:pt x="560" y="825"/>
                    <a:pt x="573" y="820"/>
                    <a:pt x="578" y="807"/>
                  </a:cubicBezTo>
                  <a:cubicBezTo>
                    <a:pt x="580" y="800"/>
                    <a:pt x="586" y="796"/>
                    <a:pt x="592" y="794"/>
                  </a:cubicBezTo>
                  <a:cubicBezTo>
                    <a:pt x="594" y="794"/>
                    <a:pt x="595" y="793"/>
                    <a:pt x="597" y="793"/>
                  </a:cubicBezTo>
                  <a:cubicBezTo>
                    <a:pt x="602" y="793"/>
                    <a:pt x="607" y="795"/>
                    <a:pt x="611" y="799"/>
                  </a:cubicBezTo>
                  <a:cubicBezTo>
                    <a:pt x="620" y="806"/>
                    <a:pt x="629" y="810"/>
                    <a:pt x="640" y="810"/>
                  </a:cubicBezTo>
                  <a:cubicBezTo>
                    <a:pt x="646" y="810"/>
                    <a:pt x="653" y="809"/>
                    <a:pt x="659" y="807"/>
                  </a:cubicBezTo>
                  <a:cubicBezTo>
                    <a:pt x="684" y="797"/>
                    <a:pt x="702" y="773"/>
                    <a:pt x="704" y="748"/>
                  </a:cubicBezTo>
                  <a:cubicBezTo>
                    <a:pt x="705" y="740"/>
                    <a:pt x="710" y="734"/>
                    <a:pt x="717" y="731"/>
                  </a:cubicBezTo>
                  <a:cubicBezTo>
                    <a:pt x="720" y="730"/>
                    <a:pt x="722" y="730"/>
                    <a:pt x="725" y="730"/>
                  </a:cubicBezTo>
                  <a:cubicBezTo>
                    <a:pt x="730" y="730"/>
                    <a:pt x="735" y="732"/>
                    <a:pt x="739" y="735"/>
                  </a:cubicBezTo>
                  <a:cubicBezTo>
                    <a:pt x="745" y="741"/>
                    <a:pt x="755" y="744"/>
                    <a:pt x="767" y="744"/>
                  </a:cubicBezTo>
                  <a:cubicBezTo>
                    <a:pt x="779" y="744"/>
                    <a:pt x="790" y="741"/>
                    <a:pt x="801" y="736"/>
                  </a:cubicBezTo>
                  <a:cubicBezTo>
                    <a:pt x="822" y="725"/>
                    <a:pt x="834" y="708"/>
                    <a:pt x="832" y="689"/>
                  </a:cubicBezTo>
                  <a:cubicBezTo>
                    <a:pt x="831" y="681"/>
                    <a:pt x="835" y="673"/>
                    <a:pt x="842" y="669"/>
                  </a:cubicBezTo>
                  <a:cubicBezTo>
                    <a:pt x="845" y="667"/>
                    <a:pt x="849" y="666"/>
                    <a:pt x="852" y="666"/>
                  </a:cubicBezTo>
                  <a:cubicBezTo>
                    <a:pt x="856" y="666"/>
                    <a:pt x="861" y="667"/>
                    <a:pt x="864" y="669"/>
                  </a:cubicBezTo>
                  <a:cubicBezTo>
                    <a:pt x="869" y="673"/>
                    <a:pt x="875" y="675"/>
                    <a:pt x="882" y="675"/>
                  </a:cubicBezTo>
                  <a:cubicBezTo>
                    <a:pt x="894" y="675"/>
                    <a:pt x="907" y="670"/>
                    <a:pt x="917" y="661"/>
                  </a:cubicBezTo>
                  <a:cubicBezTo>
                    <a:pt x="926" y="653"/>
                    <a:pt x="945" y="632"/>
                    <a:pt x="929" y="600"/>
                  </a:cubicBezTo>
                  <a:cubicBezTo>
                    <a:pt x="904" y="548"/>
                    <a:pt x="797" y="461"/>
                    <a:pt x="703" y="384"/>
                  </a:cubicBezTo>
                  <a:cubicBezTo>
                    <a:pt x="653" y="344"/>
                    <a:pt x="602" y="303"/>
                    <a:pt x="565" y="269"/>
                  </a:cubicBezTo>
                  <a:cubicBezTo>
                    <a:pt x="560" y="264"/>
                    <a:pt x="560" y="264"/>
                    <a:pt x="560" y="264"/>
                  </a:cubicBezTo>
                  <a:cubicBezTo>
                    <a:pt x="553" y="266"/>
                    <a:pt x="553" y="266"/>
                    <a:pt x="553" y="266"/>
                  </a:cubicBezTo>
                  <a:cubicBezTo>
                    <a:pt x="544" y="270"/>
                    <a:pt x="536" y="274"/>
                    <a:pt x="531" y="276"/>
                  </a:cubicBezTo>
                  <a:cubicBezTo>
                    <a:pt x="515" y="283"/>
                    <a:pt x="505" y="287"/>
                    <a:pt x="486" y="290"/>
                  </a:cubicBezTo>
                  <a:cubicBezTo>
                    <a:pt x="481" y="291"/>
                    <a:pt x="481" y="291"/>
                    <a:pt x="481" y="291"/>
                  </a:cubicBezTo>
                  <a:cubicBezTo>
                    <a:pt x="478" y="295"/>
                    <a:pt x="478" y="295"/>
                    <a:pt x="478" y="295"/>
                  </a:cubicBezTo>
                  <a:cubicBezTo>
                    <a:pt x="444" y="340"/>
                    <a:pt x="402" y="364"/>
                    <a:pt x="355" y="364"/>
                  </a:cubicBezTo>
                  <a:cubicBezTo>
                    <a:pt x="338" y="364"/>
                    <a:pt x="321" y="361"/>
                    <a:pt x="304" y="355"/>
                  </a:cubicBezTo>
                  <a:cubicBezTo>
                    <a:pt x="279" y="347"/>
                    <a:pt x="262" y="329"/>
                    <a:pt x="256" y="306"/>
                  </a:cubicBezTo>
                  <a:cubicBezTo>
                    <a:pt x="242" y="246"/>
                    <a:pt x="301" y="160"/>
                    <a:pt x="341" y="120"/>
                  </a:cubicBezTo>
                  <a:cubicBezTo>
                    <a:pt x="415" y="46"/>
                    <a:pt x="476" y="0"/>
                    <a:pt x="551" y="0"/>
                  </a:cubicBezTo>
                  <a:cubicBezTo>
                    <a:pt x="586" y="0"/>
                    <a:pt x="625" y="10"/>
                    <a:pt x="669" y="30"/>
                  </a:cubicBezTo>
                  <a:cubicBezTo>
                    <a:pt x="792" y="85"/>
                    <a:pt x="917" y="129"/>
                    <a:pt x="923" y="131"/>
                  </a:cubicBezTo>
                  <a:cubicBezTo>
                    <a:pt x="933" y="134"/>
                    <a:pt x="939" y="146"/>
                    <a:pt x="935" y="157"/>
                  </a:cubicBezTo>
                  <a:cubicBezTo>
                    <a:pt x="933" y="165"/>
                    <a:pt x="925" y="171"/>
                    <a:pt x="916" y="171"/>
                  </a:cubicBezTo>
                  <a:cubicBezTo>
                    <a:pt x="914" y="171"/>
                    <a:pt x="911" y="170"/>
                    <a:pt x="909" y="169"/>
                  </a:cubicBezTo>
                  <a:cubicBezTo>
                    <a:pt x="904" y="168"/>
                    <a:pt x="778" y="124"/>
                    <a:pt x="653" y="67"/>
                  </a:cubicBezTo>
                  <a:cubicBezTo>
                    <a:pt x="613" y="50"/>
                    <a:pt x="581" y="41"/>
                    <a:pt x="552" y="41"/>
                  </a:cubicBezTo>
                  <a:cubicBezTo>
                    <a:pt x="489" y="41"/>
                    <a:pt x="440" y="79"/>
                    <a:pt x="370" y="149"/>
                  </a:cubicBezTo>
                  <a:cubicBezTo>
                    <a:pt x="328" y="191"/>
                    <a:pt x="288" y="261"/>
                    <a:pt x="296" y="296"/>
                  </a:cubicBezTo>
                  <a:cubicBezTo>
                    <a:pt x="299" y="306"/>
                    <a:pt x="305" y="312"/>
                    <a:pt x="317" y="316"/>
                  </a:cubicBezTo>
                  <a:cubicBezTo>
                    <a:pt x="330" y="321"/>
                    <a:pt x="343" y="323"/>
                    <a:pt x="355" y="323"/>
                  </a:cubicBezTo>
                  <a:cubicBezTo>
                    <a:pt x="392" y="323"/>
                    <a:pt x="425" y="302"/>
                    <a:pt x="453" y="260"/>
                  </a:cubicBezTo>
                  <a:cubicBezTo>
                    <a:pt x="456" y="255"/>
                    <a:pt x="461" y="252"/>
                    <a:pt x="468" y="251"/>
                  </a:cubicBezTo>
                  <a:cubicBezTo>
                    <a:pt x="491" y="249"/>
                    <a:pt x="498" y="246"/>
                    <a:pt x="514" y="239"/>
                  </a:cubicBezTo>
                  <a:cubicBezTo>
                    <a:pt x="515" y="238"/>
                    <a:pt x="515" y="238"/>
                    <a:pt x="515" y="238"/>
                  </a:cubicBezTo>
                  <a:cubicBezTo>
                    <a:pt x="525" y="234"/>
                    <a:pt x="538" y="228"/>
                    <a:pt x="558" y="221"/>
                  </a:cubicBezTo>
                  <a:cubicBezTo>
                    <a:pt x="561" y="220"/>
                    <a:pt x="563" y="219"/>
                    <a:pt x="565" y="219"/>
                  </a:cubicBezTo>
                  <a:cubicBezTo>
                    <a:pt x="571" y="219"/>
                    <a:pt x="576" y="222"/>
                    <a:pt x="580" y="225"/>
                  </a:cubicBezTo>
                  <a:cubicBezTo>
                    <a:pt x="615" y="261"/>
                    <a:pt x="670" y="305"/>
                    <a:pt x="728" y="352"/>
                  </a:cubicBezTo>
                  <a:cubicBezTo>
                    <a:pt x="831" y="435"/>
                    <a:pt x="938" y="521"/>
                    <a:pt x="966" y="582"/>
                  </a:cubicBezTo>
                  <a:cubicBezTo>
                    <a:pt x="985" y="621"/>
                    <a:pt x="976" y="664"/>
                    <a:pt x="944" y="692"/>
                  </a:cubicBezTo>
                  <a:cubicBezTo>
                    <a:pt x="926" y="708"/>
                    <a:pt x="904" y="716"/>
                    <a:pt x="883" y="716"/>
                  </a:cubicBezTo>
                  <a:cubicBezTo>
                    <a:pt x="882" y="716"/>
                    <a:pt x="880" y="716"/>
                    <a:pt x="879" y="716"/>
                  </a:cubicBezTo>
                  <a:cubicBezTo>
                    <a:pt x="870" y="715"/>
                    <a:pt x="870" y="715"/>
                    <a:pt x="870" y="715"/>
                  </a:cubicBezTo>
                  <a:cubicBezTo>
                    <a:pt x="867" y="723"/>
                    <a:pt x="867" y="723"/>
                    <a:pt x="867" y="723"/>
                  </a:cubicBezTo>
                  <a:cubicBezTo>
                    <a:pt x="859" y="744"/>
                    <a:pt x="842" y="761"/>
                    <a:pt x="820" y="773"/>
                  </a:cubicBezTo>
                  <a:cubicBezTo>
                    <a:pt x="803" y="781"/>
                    <a:pt x="785" y="785"/>
                    <a:pt x="768" y="785"/>
                  </a:cubicBezTo>
                  <a:cubicBezTo>
                    <a:pt x="760" y="785"/>
                    <a:pt x="754" y="785"/>
                    <a:pt x="747" y="783"/>
                  </a:cubicBezTo>
                  <a:cubicBezTo>
                    <a:pt x="738" y="781"/>
                    <a:pt x="738" y="781"/>
                    <a:pt x="738" y="781"/>
                  </a:cubicBezTo>
                  <a:cubicBezTo>
                    <a:pt x="735" y="789"/>
                    <a:pt x="735" y="789"/>
                    <a:pt x="735" y="789"/>
                  </a:cubicBezTo>
                  <a:cubicBezTo>
                    <a:pt x="722" y="815"/>
                    <a:pt x="700" y="835"/>
                    <a:pt x="674" y="845"/>
                  </a:cubicBezTo>
                  <a:cubicBezTo>
                    <a:pt x="663" y="849"/>
                    <a:pt x="652" y="851"/>
                    <a:pt x="641" y="851"/>
                  </a:cubicBezTo>
                  <a:cubicBezTo>
                    <a:pt x="630" y="851"/>
                    <a:pt x="620" y="850"/>
                    <a:pt x="610" y="846"/>
                  </a:cubicBezTo>
                  <a:cubicBezTo>
                    <a:pt x="604" y="843"/>
                    <a:pt x="604" y="843"/>
                    <a:pt x="604" y="843"/>
                  </a:cubicBezTo>
                  <a:cubicBezTo>
                    <a:pt x="598" y="848"/>
                    <a:pt x="598" y="848"/>
                    <a:pt x="598" y="848"/>
                  </a:cubicBezTo>
                  <a:cubicBezTo>
                    <a:pt x="584" y="860"/>
                    <a:pt x="562" y="866"/>
                    <a:pt x="533" y="8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5" name="Google Shape;863;p34"/>
            <p:cNvSpPr/>
            <p:nvPr/>
          </p:nvSpPr>
          <p:spPr>
            <a:xfrm>
              <a:off x="-4213225" y="-3489325"/>
              <a:ext cx="328613" cy="41275"/>
            </a:xfrm>
            <a:custGeom>
              <a:avLst/>
              <a:gdLst/>
              <a:ahLst/>
              <a:cxnLst/>
              <a:rect l="l" t="t" r="r" b="b"/>
              <a:pathLst>
                <a:path w="328" h="41" extrusionOk="0">
                  <a:moveTo>
                    <a:pt x="21" y="41"/>
                  </a:moveTo>
                  <a:cubicBezTo>
                    <a:pt x="10" y="41"/>
                    <a:pt x="0" y="32"/>
                    <a:pt x="0" y="20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19" y="0"/>
                    <a:pt x="328" y="9"/>
                    <a:pt x="328" y="20"/>
                  </a:cubicBezTo>
                  <a:cubicBezTo>
                    <a:pt x="328" y="32"/>
                    <a:pt x="319" y="41"/>
                    <a:pt x="308" y="41"/>
                  </a:cubicBezTo>
                  <a:lnTo>
                    <a:pt x="21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6" name="Google Shape;864;p34"/>
            <p:cNvSpPr/>
            <p:nvPr/>
          </p:nvSpPr>
          <p:spPr>
            <a:xfrm>
              <a:off x="-3382962" y="-3043238"/>
              <a:ext cx="138113" cy="104775"/>
            </a:xfrm>
            <a:custGeom>
              <a:avLst/>
              <a:gdLst/>
              <a:ahLst/>
              <a:cxnLst/>
              <a:rect l="l" t="t" r="r" b="b"/>
              <a:pathLst>
                <a:path w="138" h="104" extrusionOk="0">
                  <a:moveTo>
                    <a:pt x="23" y="104"/>
                  </a:moveTo>
                  <a:cubicBezTo>
                    <a:pt x="17" y="104"/>
                    <a:pt x="10" y="101"/>
                    <a:pt x="6" y="95"/>
                  </a:cubicBezTo>
                  <a:cubicBezTo>
                    <a:pt x="0" y="86"/>
                    <a:pt x="3" y="73"/>
                    <a:pt x="12" y="66"/>
                  </a:cubicBezTo>
                  <a:cubicBezTo>
                    <a:pt x="105" y="4"/>
                    <a:pt x="105" y="4"/>
                    <a:pt x="105" y="4"/>
                  </a:cubicBezTo>
                  <a:cubicBezTo>
                    <a:pt x="109" y="1"/>
                    <a:pt x="113" y="0"/>
                    <a:pt x="117" y="0"/>
                  </a:cubicBezTo>
                  <a:cubicBezTo>
                    <a:pt x="123" y="0"/>
                    <a:pt x="130" y="4"/>
                    <a:pt x="134" y="9"/>
                  </a:cubicBezTo>
                  <a:cubicBezTo>
                    <a:pt x="137" y="14"/>
                    <a:pt x="138" y="19"/>
                    <a:pt x="137" y="25"/>
                  </a:cubicBezTo>
                  <a:cubicBezTo>
                    <a:pt x="136" y="30"/>
                    <a:pt x="133" y="35"/>
                    <a:pt x="128" y="38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1" y="103"/>
                    <a:pt x="28" y="104"/>
                    <a:pt x="23" y="1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7" name="Google Shape;865;p34"/>
            <p:cNvSpPr/>
            <p:nvPr/>
          </p:nvSpPr>
          <p:spPr>
            <a:xfrm>
              <a:off x="-3670300" y="-3074988"/>
              <a:ext cx="233363" cy="233363"/>
            </a:xfrm>
            <a:custGeom>
              <a:avLst/>
              <a:gdLst/>
              <a:ahLst/>
              <a:cxnLst/>
              <a:rect l="l" t="t" r="r" b="b"/>
              <a:pathLst>
                <a:path w="233" h="233" extrusionOk="0">
                  <a:moveTo>
                    <a:pt x="212" y="233"/>
                  </a:moveTo>
                  <a:cubicBezTo>
                    <a:pt x="208" y="233"/>
                    <a:pt x="203" y="231"/>
                    <a:pt x="200" y="228"/>
                  </a:cubicBezTo>
                  <a:cubicBezTo>
                    <a:pt x="168" y="203"/>
                    <a:pt x="33" y="63"/>
                    <a:pt x="6" y="35"/>
                  </a:cubicBezTo>
                  <a:cubicBezTo>
                    <a:pt x="2" y="31"/>
                    <a:pt x="0" y="26"/>
                    <a:pt x="0" y="20"/>
                  </a:cubicBezTo>
                  <a:cubicBezTo>
                    <a:pt x="1" y="15"/>
                    <a:pt x="3" y="10"/>
                    <a:pt x="7" y="6"/>
                  </a:cubicBezTo>
                  <a:cubicBezTo>
                    <a:pt x="11" y="2"/>
                    <a:pt x="16" y="0"/>
                    <a:pt x="21" y="0"/>
                  </a:cubicBezTo>
                  <a:cubicBezTo>
                    <a:pt x="27" y="0"/>
                    <a:pt x="32" y="3"/>
                    <a:pt x="36" y="7"/>
                  </a:cubicBezTo>
                  <a:cubicBezTo>
                    <a:pt x="95" y="68"/>
                    <a:pt x="201" y="177"/>
                    <a:pt x="225" y="196"/>
                  </a:cubicBezTo>
                  <a:cubicBezTo>
                    <a:pt x="229" y="200"/>
                    <a:pt x="232" y="204"/>
                    <a:pt x="233" y="210"/>
                  </a:cubicBezTo>
                  <a:cubicBezTo>
                    <a:pt x="233" y="215"/>
                    <a:pt x="232" y="221"/>
                    <a:pt x="229" y="225"/>
                  </a:cubicBezTo>
                  <a:cubicBezTo>
                    <a:pt x="225" y="230"/>
                    <a:pt x="219" y="233"/>
                    <a:pt x="212" y="2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8" name="Google Shape;866;p34"/>
            <p:cNvSpPr/>
            <p:nvPr/>
          </p:nvSpPr>
          <p:spPr>
            <a:xfrm>
              <a:off x="-3768725" y="-2979738"/>
              <a:ext cx="206375" cy="201613"/>
            </a:xfrm>
            <a:custGeom>
              <a:avLst/>
              <a:gdLst/>
              <a:ahLst/>
              <a:cxnLst/>
              <a:rect l="l" t="t" r="r" b="b"/>
              <a:pathLst>
                <a:path w="206" h="201" extrusionOk="0">
                  <a:moveTo>
                    <a:pt x="183" y="201"/>
                  </a:moveTo>
                  <a:cubicBezTo>
                    <a:pt x="178" y="201"/>
                    <a:pt x="174" y="199"/>
                    <a:pt x="170" y="196"/>
                  </a:cubicBezTo>
                  <a:cubicBezTo>
                    <a:pt x="127" y="162"/>
                    <a:pt x="28" y="56"/>
                    <a:pt x="9" y="35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0" y="26"/>
                    <a:pt x="1" y="13"/>
                    <a:pt x="9" y="5"/>
                  </a:cubicBezTo>
                  <a:cubicBezTo>
                    <a:pt x="13" y="2"/>
                    <a:pt x="18" y="0"/>
                    <a:pt x="23" y="0"/>
                  </a:cubicBezTo>
                  <a:cubicBezTo>
                    <a:pt x="29" y="0"/>
                    <a:pt x="35" y="2"/>
                    <a:pt x="38" y="7"/>
                  </a:cubicBezTo>
                  <a:cubicBezTo>
                    <a:pt x="60" y="30"/>
                    <a:pt x="157" y="133"/>
                    <a:pt x="196" y="164"/>
                  </a:cubicBezTo>
                  <a:cubicBezTo>
                    <a:pt x="204" y="171"/>
                    <a:pt x="206" y="184"/>
                    <a:pt x="199" y="193"/>
                  </a:cubicBezTo>
                  <a:cubicBezTo>
                    <a:pt x="195" y="198"/>
                    <a:pt x="189" y="201"/>
                    <a:pt x="183" y="2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9" name="Google Shape;867;p34"/>
            <p:cNvSpPr/>
            <p:nvPr/>
          </p:nvSpPr>
          <p:spPr>
            <a:xfrm>
              <a:off x="-3895725" y="-2914650"/>
              <a:ext cx="206375" cy="200025"/>
            </a:xfrm>
            <a:custGeom>
              <a:avLst/>
              <a:gdLst/>
              <a:ahLst/>
              <a:cxnLst/>
              <a:rect l="l" t="t" r="r" b="b"/>
              <a:pathLst>
                <a:path w="205" h="200" extrusionOk="0">
                  <a:moveTo>
                    <a:pt x="182" y="200"/>
                  </a:moveTo>
                  <a:cubicBezTo>
                    <a:pt x="177" y="200"/>
                    <a:pt x="173" y="199"/>
                    <a:pt x="169" y="196"/>
                  </a:cubicBezTo>
                  <a:cubicBezTo>
                    <a:pt x="121" y="155"/>
                    <a:pt x="26" y="54"/>
                    <a:pt x="8" y="34"/>
                  </a:cubicBezTo>
                  <a:cubicBezTo>
                    <a:pt x="0" y="26"/>
                    <a:pt x="0" y="13"/>
                    <a:pt x="9" y="5"/>
                  </a:cubicBezTo>
                  <a:cubicBezTo>
                    <a:pt x="13" y="2"/>
                    <a:pt x="18" y="0"/>
                    <a:pt x="23" y="0"/>
                  </a:cubicBezTo>
                  <a:cubicBezTo>
                    <a:pt x="28" y="0"/>
                    <a:pt x="34" y="2"/>
                    <a:pt x="38" y="6"/>
                  </a:cubicBezTo>
                  <a:cubicBezTo>
                    <a:pt x="56" y="26"/>
                    <a:pt x="150" y="125"/>
                    <a:pt x="195" y="164"/>
                  </a:cubicBezTo>
                  <a:cubicBezTo>
                    <a:pt x="204" y="171"/>
                    <a:pt x="205" y="184"/>
                    <a:pt x="198" y="193"/>
                  </a:cubicBezTo>
                  <a:cubicBezTo>
                    <a:pt x="194" y="198"/>
                    <a:pt x="188" y="200"/>
                    <a:pt x="182" y="2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0" name="Google Shape;868;p34"/>
            <p:cNvSpPr/>
            <p:nvPr/>
          </p:nvSpPr>
          <p:spPr>
            <a:xfrm>
              <a:off x="-4532312" y="-3617913"/>
              <a:ext cx="361950" cy="615950"/>
            </a:xfrm>
            <a:custGeom>
              <a:avLst/>
              <a:gdLst/>
              <a:ahLst/>
              <a:cxnLst/>
              <a:rect l="l" t="t" r="r" b="b"/>
              <a:pathLst>
                <a:path w="361" h="615" extrusionOk="0">
                  <a:moveTo>
                    <a:pt x="21" y="615"/>
                  </a:moveTo>
                  <a:cubicBezTo>
                    <a:pt x="10" y="615"/>
                    <a:pt x="0" y="606"/>
                    <a:pt x="0" y="595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5"/>
                    <a:pt x="3" y="10"/>
                    <a:pt x="7" y="6"/>
                  </a:cubicBezTo>
                  <a:cubicBezTo>
                    <a:pt x="11" y="2"/>
                    <a:pt x="16" y="0"/>
                    <a:pt x="21" y="0"/>
                  </a:cubicBezTo>
                  <a:cubicBezTo>
                    <a:pt x="21" y="0"/>
                    <a:pt x="22" y="0"/>
                    <a:pt x="22" y="0"/>
                  </a:cubicBezTo>
                  <a:cubicBezTo>
                    <a:pt x="156" y="8"/>
                    <a:pt x="313" y="31"/>
                    <a:pt x="354" y="70"/>
                  </a:cubicBezTo>
                  <a:cubicBezTo>
                    <a:pt x="359" y="74"/>
                    <a:pt x="361" y="80"/>
                    <a:pt x="360" y="86"/>
                  </a:cubicBezTo>
                  <a:cubicBezTo>
                    <a:pt x="346" y="246"/>
                    <a:pt x="243" y="565"/>
                    <a:pt x="232" y="601"/>
                  </a:cubicBezTo>
                  <a:cubicBezTo>
                    <a:pt x="229" y="610"/>
                    <a:pt x="221" y="615"/>
                    <a:pt x="212" y="615"/>
                  </a:cubicBezTo>
                  <a:lnTo>
                    <a:pt x="21" y="615"/>
                  </a:lnTo>
                  <a:close/>
                  <a:moveTo>
                    <a:pt x="41" y="574"/>
                  </a:moveTo>
                  <a:cubicBezTo>
                    <a:pt x="197" y="574"/>
                    <a:pt x="197" y="574"/>
                    <a:pt x="197" y="574"/>
                  </a:cubicBezTo>
                  <a:cubicBezTo>
                    <a:pt x="200" y="566"/>
                    <a:pt x="200" y="566"/>
                    <a:pt x="200" y="566"/>
                  </a:cubicBezTo>
                  <a:cubicBezTo>
                    <a:pt x="223" y="493"/>
                    <a:pt x="300" y="242"/>
                    <a:pt x="317" y="102"/>
                  </a:cubicBezTo>
                  <a:cubicBezTo>
                    <a:pt x="318" y="94"/>
                    <a:pt x="318" y="94"/>
                    <a:pt x="318" y="94"/>
                  </a:cubicBezTo>
                  <a:cubicBezTo>
                    <a:pt x="311" y="90"/>
                    <a:pt x="311" y="90"/>
                    <a:pt x="311" y="90"/>
                  </a:cubicBezTo>
                  <a:cubicBezTo>
                    <a:pt x="267" y="69"/>
                    <a:pt x="150" y="51"/>
                    <a:pt x="54" y="44"/>
                  </a:cubicBezTo>
                  <a:cubicBezTo>
                    <a:pt x="41" y="43"/>
                    <a:pt x="41" y="43"/>
                    <a:pt x="41" y="43"/>
                  </a:cubicBezTo>
                  <a:lnTo>
                    <a:pt x="41" y="5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869;p34"/>
            <p:cNvSpPr/>
            <p:nvPr/>
          </p:nvSpPr>
          <p:spPr>
            <a:xfrm>
              <a:off x="-3446462" y="-3554413"/>
              <a:ext cx="423863" cy="615950"/>
            </a:xfrm>
            <a:custGeom>
              <a:avLst/>
              <a:gdLst/>
              <a:ahLst/>
              <a:cxnLst/>
              <a:rect l="l" t="t" r="r" b="b"/>
              <a:pathLst>
                <a:path w="423" h="615" extrusionOk="0">
                  <a:moveTo>
                    <a:pt x="212" y="615"/>
                  </a:moveTo>
                  <a:cubicBezTo>
                    <a:pt x="202" y="615"/>
                    <a:pt x="194" y="609"/>
                    <a:pt x="192" y="600"/>
                  </a:cubicBezTo>
                  <a:cubicBezTo>
                    <a:pt x="168" y="514"/>
                    <a:pt x="44" y="159"/>
                    <a:pt x="4" y="95"/>
                  </a:cubicBezTo>
                  <a:cubicBezTo>
                    <a:pt x="1" y="90"/>
                    <a:pt x="0" y="84"/>
                    <a:pt x="2" y="79"/>
                  </a:cubicBezTo>
                  <a:cubicBezTo>
                    <a:pt x="3" y="73"/>
                    <a:pt x="7" y="68"/>
                    <a:pt x="13" y="66"/>
                  </a:cubicBezTo>
                  <a:cubicBezTo>
                    <a:pt x="27" y="59"/>
                    <a:pt x="162" y="0"/>
                    <a:pt x="403" y="0"/>
                  </a:cubicBezTo>
                  <a:cubicBezTo>
                    <a:pt x="414" y="0"/>
                    <a:pt x="423" y="9"/>
                    <a:pt x="423" y="21"/>
                  </a:cubicBezTo>
                  <a:cubicBezTo>
                    <a:pt x="423" y="595"/>
                    <a:pt x="423" y="595"/>
                    <a:pt x="423" y="595"/>
                  </a:cubicBezTo>
                  <a:cubicBezTo>
                    <a:pt x="423" y="606"/>
                    <a:pt x="414" y="615"/>
                    <a:pt x="403" y="615"/>
                  </a:cubicBezTo>
                  <a:lnTo>
                    <a:pt x="212" y="615"/>
                  </a:lnTo>
                  <a:close/>
                  <a:moveTo>
                    <a:pt x="371" y="42"/>
                  </a:moveTo>
                  <a:cubicBezTo>
                    <a:pt x="218" y="45"/>
                    <a:pt x="112" y="74"/>
                    <a:pt x="62" y="91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6" y="106"/>
                    <a:pt x="56" y="106"/>
                    <a:pt x="56" y="106"/>
                  </a:cubicBezTo>
                  <a:cubicBezTo>
                    <a:pt x="104" y="210"/>
                    <a:pt x="194" y="466"/>
                    <a:pt x="225" y="566"/>
                  </a:cubicBezTo>
                  <a:cubicBezTo>
                    <a:pt x="227" y="574"/>
                    <a:pt x="227" y="574"/>
                    <a:pt x="227" y="574"/>
                  </a:cubicBezTo>
                  <a:cubicBezTo>
                    <a:pt x="382" y="574"/>
                    <a:pt x="382" y="574"/>
                    <a:pt x="382" y="574"/>
                  </a:cubicBezTo>
                  <a:cubicBezTo>
                    <a:pt x="382" y="41"/>
                    <a:pt x="382" y="41"/>
                    <a:pt x="382" y="41"/>
                  </a:cubicBezTo>
                  <a:lnTo>
                    <a:pt x="371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82" name="Google Shape;870;p34"/>
          <p:cNvGrpSpPr/>
          <p:nvPr/>
        </p:nvGrpSpPr>
        <p:grpSpPr>
          <a:xfrm flipH="1">
            <a:off x="2202841" y="4997587"/>
            <a:ext cx="545090" cy="620251"/>
            <a:chOff x="1274763" y="-3902075"/>
            <a:chExt cx="1277938" cy="1454150"/>
          </a:xfrm>
          <a:solidFill>
            <a:schemeClr val="bg1">
              <a:lumMod val="75000"/>
            </a:schemeClr>
          </a:solidFill>
        </p:grpSpPr>
        <p:sp>
          <p:nvSpPr>
            <p:cNvPr id="183" name="Google Shape;871;p34"/>
            <p:cNvSpPr/>
            <p:nvPr/>
          </p:nvSpPr>
          <p:spPr>
            <a:xfrm>
              <a:off x="2468563" y="-3230563"/>
              <a:ext cx="66675" cy="101600"/>
            </a:xfrm>
            <a:custGeom>
              <a:avLst/>
              <a:gdLst/>
              <a:ahLst/>
              <a:cxnLst/>
              <a:rect l="l" t="t" r="r" b="b"/>
              <a:pathLst>
                <a:path w="68" h="102" extrusionOk="0">
                  <a:moveTo>
                    <a:pt x="25" y="102"/>
                  </a:moveTo>
                  <a:cubicBezTo>
                    <a:pt x="10" y="102"/>
                    <a:pt x="0" y="87"/>
                    <a:pt x="6" y="74"/>
                  </a:cubicBezTo>
                  <a:cubicBezTo>
                    <a:pt x="13" y="55"/>
                    <a:pt x="20" y="37"/>
                    <a:pt x="25" y="18"/>
                  </a:cubicBezTo>
                  <a:cubicBezTo>
                    <a:pt x="28" y="7"/>
                    <a:pt x="39" y="0"/>
                    <a:pt x="51" y="3"/>
                  </a:cubicBezTo>
                  <a:cubicBezTo>
                    <a:pt x="62" y="6"/>
                    <a:pt x="68" y="18"/>
                    <a:pt x="65" y="29"/>
                  </a:cubicBezTo>
                  <a:cubicBezTo>
                    <a:pt x="59" y="50"/>
                    <a:pt x="52" y="70"/>
                    <a:pt x="44" y="89"/>
                  </a:cubicBezTo>
                  <a:cubicBezTo>
                    <a:pt x="41" y="97"/>
                    <a:pt x="33" y="102"/>
                    <a:pt x="25" y="102"/>
                  </a:cubicBezTo>
                  <a:close/>
                  <a:moveTo>
                    <a:pt x="25" y="102"/>
                  </a:moveTo>
                  <a:cubicBezTo>
                    <a:pt x="25" y="102"/>
                    <a:pt x="25" y="102"/>
                    <a:pt x="25" y="10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4" name="Google Shape;872;p34"/>
            <p:cNvSpPr/>
            <p:nvPr/>
          </p:nvSpPr>
          <p:spPr>
            <a:xfrm>
              <a:off x="1274763" y="-3902075"/>
              <a:ext cx="1277938" cy="1454150"/>
            </a:xfrm>
            <a:custGeom>
              <a:avLst/>
              <a:gdLst/>
              <a:ahLst/>
              <a:cxnLst/>
              <a:rect l="l" t="t" r="r" b="b"/>
              <a:pathLst>
                <a:path w="1277" h="1453" extrusionOk="0">
                  <a:moveTo>
                    <a:pt x="425" y="1453"/>
                  </a:moveTo>
                  <a:cubicBezTo>
                    <a:pt x="414" y="1453"/>
                    <a:pt x="404" y="1444"/>
                    <a:pt x="404" y="1433"/>
                  </a:cubicBezTo>
                  <a:cubicBezTo>
                    <a:pt x="404" y="1205"/>
                    <a:pt x="404" y="1205"/>
                    <a:pt x="404" y="1205"/>
                  </a:cubicBezTo>
                  <a:cubicBezTo>
                    <a:pt x="206" y="1205"/>
                    <a:pt x="206" y="1205"/>
                    <a:pt x="206" y="1205"/>
                  </a:cubicBezTo>
                  <a:cubicBezTo>
                    <a:pt x="157" y="1205"/>
                    <a:pt x="116" y="1165"/>
                    <a:pt x="116" y="1115"/>
                  </a:cubicBezTo>
                  <a:cubicBezTo>
                    <a:pt x="116" y="947"/>
                    <a:pt x="116" y="947"/>
                    <a:pt x="116" y="947"/>
                  </a:cubicBezTo>
                  <a:cubicBezTo>
                    <a:pt x="36" y="917"/>
                    <a:pt x="36" y="917"/>
                    <a:pt x="36" y="917"/>
                  </a:cubicBezTo>
                  <a:cubicBezTo>
                    <a:pt x="20" y="911"/>
                    <a:pt x="8" y="898"/>
                    <a:pt x="4" y="882"/>
                  </a:cubicBezTo>
                  <a:cubicBezTo>
                    <a:pt x="0" y="866"/>
                    <a:pt x="3" y="849"/>
                    <a:pt x="14" y="836"/>
                  </a:cubicBezTo>
                  <a:cubicBezTo>
                    <a:pt x="118" y="710"/>
                    <a:pt x="118" y="710"/>
                    <a:pt x="118" y="710"/>
                  </a:cubicBezTo>
                  <a:cubicBezTo>
                    <a:pt x="133" y="691"/>
                    <a:pt x="140" y="667"/>
                    <a:pt x="135" y="643"/>
                  </a:cubicBezTo>
                  <a:cubicBezTo>
                    <a:pt x="130" y="614"/>
                    <a:pt x="128" y="585"/>
                    <a:pt x="128" y="555"/>
                  </a:cubicBezTo>
                  <a:cubicBezTo>
                    <a:pt x="128" y="249"/>
                    <a:pt x="386" y="0"/>
                    <a:pt x="702" y="0"/>
                  </a:cubicBezTo>
                  <a:cubicBezTo>
                    <a:pt x="1014" y="0"/>
                    <a:pt x="1271" y="245"/>
                    <a:pt x="1276" y="546"/>
                  </a:cubicBezTo>
                  <a:cubicBezTo>
                    <a:pt x="1277" y="573"/>
                    <a:pt x="1235" y="574"/>
                    <a:pt x="1235" y="547"/>
                  </a:cubicBezTo>
                  <a:cubicBezTo>
                    <a:pt x="1230" y="268"/>
                    <a:pt x="991" y="42"/>
                    <a:pt x="702" y="42"/>
                  </a:cubicBezTo>
                  <a:cubicBezTo>
                    <a:pt x="408" y="42"/>
                    <a:pt x="169" y="272"/>
                    <a:pt x="169" y="555"/>
                  </a:cubicBezTo>
                  <a:cubicBezTo>
                    <a:pt x="169" y="582"/>
                    <a:pt x="172" y="610"/>
                    <a:pt x="176" y="636"/>
                  </a:cubicBezTo>
                  <a:cubicBezTo>
                    <a:pt x="183" y="672"/>
                    <a:pt x="173" y="708"/>
                    <a:pt x="150" y="736"/>
                  </a:cubicBezTo>
                  <a:cubicBezTo>
                    <a:pt x="46" y="862"/>
                    <a:pt x="46" y="862"/>
                    <a:pt x="46" y="862"/>
                  </a:cubicBezTo>
                  <a:cubicBezTo>
                    <a:pt x="42" y="868"/>
                    <a:pt x="44" y="876"/>
                    <a:pt x="50" y="878"/>
                  </a:cubicBezTo>
                  <a:cubicBezTo>
                    <a:pt x="144" y="913"/>
                    <a:pt x="144" y="913"/>
                    <a:pt x="144" y="913"/>
                  </a:cubicBezTo>
                  <a:cubicBezTo>
                    <a:pt x="152" y="916"/>
                    <a:pt x="158" y="924"/>
                    <a:pt x="158" y="932"/>
                  </a:cubicBezTo>
                  <a:cubicBezTo>
                    <a:pt x="158" y="1115"/>
                    <a:pt x="158" y="1115"/>
                    <a:pt x="158" y="1115"/>
                  </a:cubicBezTo>
                  <a:cubicBezTo>
                    <a:pt x="158" y="1142"/>
                    <a:pt x="180" y="1164"/>
                    <a:pt x="206" y="1164"/>
                  </a:cubicBezTo>
                  <a:cubicBezTo>
                    <a:pt x="425" y="1164"/>
                    <a:pt x="425" y="1164"/>
                    <a:pt x="425" y="1164"/>
                  </a:cubicBezTo>
                  <a:cubicBezTo>
                    <a:pt x="436" y="1164"/>
                    <a:pt x="446" y="1173"/>
                    <a:pt x="446" y="1184"/>
                  </a:cubicBezTo>
                  <a:cubicBezTo>
                    <a:pt x="446" y="1406"/>
                    <a:pt x="446" y="1406"/>
                    <a:pt x="446" y="1406"/>
                  </a:cubicBezTo>
                  <a:cubicBezTo>
                    <a:pt x="1034" y="1258"/>
                    <a:pt x="1034" y="1258"/>
                    <a:pt x="1034" y="1258"/>
                  </a:cubicBezTo>
                  <a:cubicBezTo>
                    <a:pt x="1034" y="1170"/>
                    <a:pt x="1034" y="1170"/>
                    <a:pt x="1034" y="1170"/>
                  </a:cubicBezTo>
                  <a:cubicBezTo>
                    <a:pt x="1034" y="1135"/>
                    <a:pt x="1038" y="1101"/>
                    <a:pt x="1045" y="1066"/>
                  </a:cubicBezTo>
                  <a:cubicBezTo>
                    <a:pt x="1050" y="1039"/>
                    <a:pt x="1091" y="1048"/>
                    <a:pt x="1085" y="1075"/>
                  </a:cubicBezTo>
                  <a:cubicBezTo>
                    <a:pt x="1079" y="1106"/>
                    <a:pt x="1076" y="1138"/>
                    <a:pt x="1076" y="1170"/>
                  </a:cubicBezTo>
                  <a:cubicBezTo>
                    <a:pt x="1076" y="1274"/>
                    <a:pt x="1076" y="1274"/>
                    <a:pt x="1076" y="1274"/>
                  </a:cubicBezTo>
                  <a:cubicBezTo>
                    <a:pt x="1076" y="1284"/>
                    <a:pt x="1069" y="1292"/>
                    <a:pt x="1060" y="1295"/>
                  </a:cubicBezTo>
                  <a:cubicBezTo>
                    <a:pt x="430" y="1453"/>
                    <a:pt x="430" y="1453"/>
                    <a:pt x="430" y="1453"/>
                  </a:cubicBezTo>
                  <a:cubicBezTo>
                    <a:pt x="428" y="1453"/>
                    <a:pt x="427" y="1453"/>
                    <a:pt x="425" y="1453"/>
                  </a:cubicBezTo>
                  <a:close/>
                  <a:moveTo>
                    <a:pt x="425" y="1453"/>
                  </a:moveTo>
                  <a:cubicBezTo>
                    <a:pt x="425" y="1453"/>
                    <a:pt x="425" y="1453"/>
                    <a:pt x="425" y="145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5" name="Google Shape;873;p34"/>
            <p:cNvSpPr/>
            <p:nvPr/>
          </p:nvSpPr>
          <p:spPr>
            <a:xfrm>
              <a:off x="2365375" y="-3044825"/>
              <a:ext cx="77788" cy="96838"/>
            </a:xfrm>
            <a:custGeom>
              <a:avLst/>
              <a:gdLst/>
              <a:ahLst/>
              <a:cxnLst/>
              <a:rect l="l" t="t" r="r" b="b"/>
              <a:pathLst>
                <a:path w="78" h="98" extrusionOk="0">
                  <a:moveTo>
                    <a:pt x="23" y="98"/>
                  </a:moveTo>
                  <a:cubicBezTo>
                    <a:pt x="20" y="98"/>
                    <a:pt x="17" y="97"/>
                    <a:pt x="14" y="96"/>
                  </a:cubicBezTo>
                  <a:cubicBezTo>
                    <a:pt x="4" y="90"/>
                    <a:pt x="0" y="78"/>
                    <a:pt x="5" y="68"/>
                  </a:cubicBezTo>
                  <a:cubicBezTo>
                    <a:pt x="15" y="48"/>
                    <a:pt x="26" y="30"/>
                    <a:pt x="37" y="12"/>
                  </a:cubicBezTo>
                  <a:cubicBezTo>
                    <a:pt x="44" y="2"/>
                    <a:pt x="57" y="0"/>
                    <a:pt x="66" y="6"/>
                  </a:cubicBezTo>
                  <a:cubicBezTo>
                    <a:pt x="76" y="13"/>
                    <a:pt x="78" y="26"/>
                    <a:pt x="72" y="35"/>
                  </a:cubicBezTo>
                  <a:cubicBezTo>
                    <a:pt x="61" y="52"/>
                    <a:pt x="51" y="69"/>
                    <a:pt x="42" y="86"/>
                  </a:cubicBezTo>
                  <a:cubicBezTo>
                    <a:pt x="38" y="93"/>
                    <a:pt x="31" y="98"/>
                    <a:pt x="23" y="98"/>
                  </a:cubicBezTo>
                  <a:close/>
                  <a:moveTo>
                    <a:pt x="23" y="98"/>
                  </a:moveTo>
                  <a:cubicBezTo>
                    <a:pt x="23" y="98"/>
                    <a:pt x="23" y="98"/>
                    <a:pt x="23" y="9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6" name="Google Shape;874;p34"/>
            <p:cNvSpPr/>
            <p:nvPr/>
          </p:nvSpPr>
          <p:spPr>
            <a:xfrm>
              <a:off x="1577975" y="-3716338"/>
              <a:ext cx="641350" cy="768350"/>
            </a:xfrm>
            <a:custGeom>
              <a:avLst/>
              <a:gdLst/>
              <a:ahLst/>
              <a:cxnLst/>
              <a:rect l="l" t="t" r="r" b="b"/>
              <a:pathLst>
                <a:path w="641" h="767" extrusionOk="0">
                  <a:moveTo>
                    <a:pt x="399" y="766"/>
                  </a:moveTo>
                  <a:cubicBezTo>
                    <a:pt x="196" y="767"/>
                    <a:pt x="28" y="611"/>
                    <a:pt x="14" y="409"/>
                  </a:cubicBezTo>
                  <a:cubicBezTo>
                    <a:pt x="0" y="207"/>
                    <a:pt x="145" y="29"/>
                    <a:pt x="345" y="1"/>
                  </a:cubicBezTo>
                  <a:cubicBezTo>
                    <a:pt x="358" y="0"/>
                    <a:pt x="369" y="9"/>
                    <a:pt x="369" y="22"/>
                  </a:cubicBezTo>
                  <a:cubicBezTo>
                    <a:pt x="369" y="382"/>
                    <a:pt x="369" y="382"/>
                    <a:pt x="369" y="382"/>
                  </a:cubicBezTo>
                  <a:cubicBezTo>
                    <a:pt x="369" y="385"/>
                    <a:pt x="369" y="388"/>
                    <a:pt x="370" y="391"/>
                  </a:cubicBezTo>
                  <a:cubicBezTo>
                    <a:pt x="371" y="393"/>
                    <a:pt x="371" y="393"/>
                    <a:pt x="371" y="393"/>
                  </a:cubicBezTo>
                  <a:cubicBezTo>
                    <a:pt x="373" y="397"/>
                    <a:pt x="375" y="400"/>
                    <a:pt x="378" y="403"/>
                  </a:cubicBezTo>
                  <a:cubicBezTo>
                    <a:pt x="632" y="657"/>
                    <a:pt x="632" y="657"/>
                    <a:pt x="632" y="657"/>
                  </a:cubicBezTo>
                  <a:cubicBezTo>
                    <a:pt x="641" y="666"/>
                    <a:pt x="640" y="681"/>
                    <a:pt x="630" y="689"/>
                  </a:cubicBezTo>
                  <a:cubicBezTo>
                    <a:pt x="563" y="739"/>
                    <a:pt x="482" y="766"/>
                    <a:pt x="399" y="766"/>
                  </a:cubicBezTo>
                  <a:close/>
                  <a:moveTo>
                    <a:pt x="327" y="47"/>
                  </a:moveTo>
                  <a:cubicBezTo>
                    <a:pt x="228" y="68"/>
                    <a:pt x="143" y="132"/>
                    <a:pt x="95" y="222"/>
                  </a:cubicBezTo>
                  <a:cubicBezTo>
                    <a:pt x="48" y="312"/>
                    <a:pt x="43" y="419"/>
                    <a:pt x="82" y="513"/>
                  </a:cubicBezTo>
                  <a:cubicBezTo>
                    <a:pt x="121" y="607"/>
                    <a:pt x="200" y="679"/>
                    <a:pt x="297" y="709"/>
                  </a:cubicBezTo>
                  <a:cubicBezTo>
                    <a:pt x="394" y="739"/>
                    <a:pt x="500" y="725"/>
                    <a:pt x="585" y="669"/>
                  </a:cubicBezTo>
                  <a:cubicBezTo>
                    <a:pt x="348" y="432"/>
                    <a:pt x="348" y="432"/>
                    <a:pt x="348" y="432"/>
                  </a:cubicBezTo>
                  <a:cubicBezTo>
                    <a:pt x="348" y="432"/>
                    <a:pt x="348" y="432"/>
                    <a:pt x="348" y="432"/>
                  </a:cubicBezTo>
                  <a:cubicBezTo>
                    <a:pt x="341" y="425"/>
                    <a:pt x="336" y="418"/>
                    <a:pt x="333" y="409"/>
                  </a:cubicBezTo>
                  <a:cubicBezTo>
                    <a:pt x="332" y="408"/>
                    <a:pt x="331" y="406"/>
                    <a:pt x="331" y="404"/>
                  </a:cubicBezTo>
                  <a:cubicBezTo>
                    <a:pt x="328" y="397"/>
                    <a:pt x="327" y="389"/>
                    <a:pt x="327" y="382"/>
                  </a:cubicBezTo>
                  <a:lnTo>
                    <a:pt x="327" y="47"/>
                  </a:lnTo>
                  <a:close/>
                  <a:moveTo>
                    <a:pt x="327" y="47"/>
                  </a:moveTo>
                  <a:cubicBezTo>
                    <a:pt x="327" y="47"/>
                    <a:pt x="327" y="47"/>
                    <a:pt x="327" y="4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7" name="Google Shape;875;p34"/>
            <p:cNvSpPr/>
            <p:nvPr/>
          </p:nvSpPr>
          <p:spPr>
            <a:xfrm>
              <a:off x="2071688" y="-3303588"/>
              <a:ext cx="287338" cy="209550"/>
            </a:xfrm>
            <a:custGeom>
              <a:avLst/>
              <a:gdLst/>
              <a:ahLst/>
              <a:cxnLst/>
              <a:rect l="l" t="t" r="r" b="b"/>
              <a:pathLst>
                <a:path w="287" h="209" extrusionOk="0">
                  <a:moveTo>
                    <a:pt x="196" y="209"/>
                  </a:moveTo>
                  <a:cubicBezTo>
                    <a:pt x="190" y="209"/>
                    <a:pt x="185" y="207"/>
                    <a:pt x="181" y="203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0" y="22"/>
                    <a:pt x="9" y="0"/>
                    <a:pt x="27" y="0"/>
                  </a:cubicBezTo>
                  <a:cubicBezTo>
                    <a:pt x="265" y="0"/>
                    <a:pt x="265" y="0"/>
                    <a:pt x="265" y="0"/>
                  </a:cubicBezTo>
                  <a:cubicBezTo>
                    <a:pt x="278" y="0"/>
                    <a:pt x="287" y="11"/>
                    <a:pt x="286" y="23"/>
                  </a:cubicBezTo>
                  <a:cubicBezTo>
                    <a:pt x="277" y="88"/>
                    <a:pt x="252" y="149"/>
                    <a:pt x="212" y="201"/>
                  </a:cubicBezTo>
                  <a:cubicBezTo>
                    <a:pt x="209" y="206"/>
                    <a:pt x="203" y="209"/>
                    <a:pt x="197" y="209"/>
                  </a:cubicBezTo>
                  <a:lnTo>
                    <a:pt x="196" y="209"/>
                  </a:lnTo>
                  <a:close/>
                  <a:moveTo>
                    <a:pt x="78" y="41"/>
                  </a:moveTo>
                  <a:cubicBezTo>
                    <a:pt x="193" y="156"/>
                    <a:pt x="193" y="156"/>
                    <a:pt x="193" y="156"/>
                  </a:cubicBezTo>
                  <a:cubicBezTo>
                    <a:pt x="216" y="121"/>
                    <a:pt x="232" y="82"/>
                    <a:pt x="241" y="41"/>
                  </a:cubicBezTo>
                  <a:lnTo>
                    <a:pt x="78" y="41"/>
                  </a:lnTo>
                  <a:close/>
                  <a:moveTo>
                    <a:pt x="78" y="41"/>
                  </a:moveTo>
                  <a:cubicBezTo>
                    <a:pt x="78" y="41"/>
                    <a:pt x="78" y="41"/>
                    <a:pt x="78" y="4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8" name="Google Shape;876;p34"/>
            <p:cNvSpPr/>
            <p:nvPr/>
          </p:nvSpPr>
          <p:spPr>
            <a:xfrm>
              <a:off x="2006600" y="-3716338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3" h="352" extrusionOk="0">
                  <a:moveTo>
                    <a:pt x="330" y="352"/>
                  </a:moveTo>
                  <a:cubicBezTo>
                    <a:pt x="21" y="352"/>
                    <a:pt x="21" y="352"/>
                    <a:pt x="21" y="352"/>
                  </a:cubicBezTo>
                  <a:cubicBezTo>
                    <a:pt x="9" y="352"/>
                    <a:pt x="0" y="343"/>
                    <a:pt x="0" y="33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9"/>
                    <a:pt x="11" y="0"/>
                    <a:pt x="24" y="1"/>
                  </a:cubicBezTo>
                  <a:cubicBezTo>
                    <a:pt x="193" y="25"/>
                    <a:pt x="327" y="159"/>
                    <a:pt x="351" y="328"/>
                  </a:cubicBezTo>
                  <a:cubicBezTo>
                    <a:pt x="353" y="341"/>
                    <a:pt x="343" y="352"/>
                    <a:pt x="330" y="352"/>
                  </a:cubicBezTo>
                  <a:close/>
                  <a:moveTo>
                    <a:pt x="42" y="311"/>
                  </a:moveTo>
                  <a:cubicBezTo>
                    <a:pt x="306" y="311"/>
                    <a:pt x="306" y="311"/>
                    <a:pt x="306" y="311"/>
                  </a:cubicBezTo>
                  <a:cubicBezTo>
                    <a:pt x="277" y="178"/>
                    <a:pt x="174" y="75"/>
                    <a:pt x="42" y="47"/>
                  </a:cubicBezTo>
                  <a:lnTo>
                    <a:pt x="42" y="311"/>
                  </a:lnTo>
                  <a:close/>
                  <a:moveTo>
                    <a:pt x="42" y="311"/>
                  </a:moveTo>
                  <a:cubicBezTo>
                    <a:pt x="42" y="311"/>
                    <a:pt x="42" y="311"/>
                    <a:pt x="42" y="31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89" name="Google Shape;877;p34"/>
          <p:cNvGrpSpPr/>
          <p:nvPr/>
        </p:nvGrpSpPr>
        <p:grpSpPr>
          <a:xfrm flipH="1">
            <a:off x="3818761" y="3593303"/>
            <a:ext cx="483471" cy="482794"/>
            <a:chOff x="-4343400" y="-1922463"/>
            <a:chExt cx="1133475" cy="1131888"/>
          </a:xfrm>
          <a:solidFill>
            <a:schemeClr val="bg1">
              <a:lumMod val="75000"/>
            </a:schemeClr>
          </a:solidFill>
        </p:grpSpPr>
        <p:sp>
          <p:nvSpPr>
            <p:cNvPr id="190" name="Google Shape;878;p34"/>
            <p:cNvSpPr/>
            <p:nvPr/>
          </p:nvSpPr>
          <p:spPr>
            <a:xfrm>
              <a:off x="-4240213" y="-1819275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" h="926" extrusionOk="0">
                  <a:moveTo>
                    <a:pt x="463" y="926"/>
                  </a:moveTo>
                  <a:cubicBezTo>
                    <a:pt x="208" y="926"/>
                    <a:pt x="0" y="718"/>
                    <a:pt x="0" y="463"/>
                  </a:cubicBezTo>
                  <a:cubicBezTo>
                    <a:pt x="0" y="207"/>
                    <a:pt x="208" y="0"/>
                    <a:pt x="463" y="0"/>
                  </a:cubicBezTo>
                  <a:cubicBezTo>
                    <a:pt x="719" y="0"/>
                    <a:pt x="927" y="207"/>
                    <a:pt x="927" y="463"/>
                  </a:cubicBezTo>
                  <a:cubicBezTo>
                    <a:pt x="927" y="718"/>
                    <a:pt x="719" y="926"/>
                    <a:pt x="463" y="926"/>
                  </a:cubicBezTo>
                  <a:close/>
                  <a:moveTo>
                    <a:pt x="463" y="41"/>
                  </a:moveTo>
                  <a:cubicBezTo>
                    <a:pt x="230" y="41"/>
                    <a:pt x="41" y="230"/>
                    <a:pt x="41" y="463"/>
                  </a:cubicBezTo>
                  <a:cubicBezTo>
                    <a:pt x="41" y="696"/>
                    <a:pt x="230" y="885"/>
                    <a:pt x="463" y="885"/>
                  </a:cubicBezTo>
                  <a:cubicBezTo>
                    <a:pt x="696" y="885"/>
                    <a:pt x="886" y="696"/>
                    <a:pt x="886" y="463"/>
                  </a:cubicBezTo>
                  <a:cubicBezTo>
                    <a:pt x="886" y="230"/>
                    <a:pt x="696" y="41"/>
                    <a:pt x="463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1" name="Google Shape;879;p34"/>
            <p:cNvSpPr/>
            <p:nvPr/>
          </p:nvSpPr>
          <p:spPr>
            <a:xfrm>
              <a:off x="-4343400" y="-1914525"/>
              <a:ext cx="1133475" cy="1123950"/>
            </a:xfrm>
            <a:custGeom>
              <a:avLst/>
              <a:gdLst/>
              <a:ahLst/>
              <a:cxnLst/>
              <a:rect l="l" t="t" r="r" b="b"/>
              <a:pathLst>
                <a:path w="1131" h="1122" extrusionOk="0">
                  <a:moveTo>
                    <a:pt x="565" y="1122"/>
                  </a:moveTo>
                  <a:cubicBezTo>
                    <a:pt x="414" y="1122"/>
                    <a:pt x="272" y="1063"/>
                    <a:pt x="166" y="957"/>
                  </a:cubicBezTo>
                  <a:cubicBezTo>
                    <a:pt x="59" y="850"/>
                    <a:pt x="0" y="708"/>
                    <a:pt x="0" y="557"/>
                  </a:cubicBezTo>
                  <a:cubicBezTo>
                    <a:pt x="0" y="424"/>
                    <a:pt x="47" y="294"/>
                    <a:pt x="133" y="193"/>
                  </a:cubicBezTo>
                  <a:cubicBezTo>
                    <a:pt x="218" y="92"/>
                    <a:pt x="336" y="24"/>
                    <a:pt x="464" y="1"/>
                  </a:cubicBezTo>
                  <a:cubicBezTo>
                    <a:pt x="466" y="1"/>
                    <a:pt x="467" y="0"/>
                    <a:pt x="468" y="0"/>
                  </a:cubicBezTo>
                  <a:cubicBezTo>
                    <a:pt x="478" y="0"/>
                    <a:pt x="486" y="8"/>
                    <a:pt x="488" y="17"/>
                  </a:cubicBezTo>
                  <a:cubicBezTo>
                    <a:pt x="490" y="28"/>
                    <a:pt x="483" y="39"/>
                    <a:pt x="472" y="41"/>
                  </a:cubicBezTo>
                  <a:cubicBezTo>
                    <a:pt x="222" y="86"/>
                    <a:pt x="41" y="303"/>
                    <a:pt x="41" y="557"/>
                  </a:cubicBezTo>
                  <a:cubicBezTo>
                    <a:pt x="41" y="846"/>
                    <a:pt x="276" y="1081"/>
                    <a:pt x="565" y="1081"/>
                  </a:cubicBezTo>
                  <a:cubicBezTo>
                    <a:pt x="855" y="1081"/>
                    <a:pt x="1090" y="846"/>
                    <a:pt x="1090" y="557"/>
                  </a:cubicBezTo>
                  <a:cubicBezTo>
                    <a:pt x="1090" y="310"/>
                    <a:pt x="914" y="94"/>
                    <a:pt x="673" y="44"/>
                  </a:cubicBezTo>
                  <a:cubicBezTo>
                    <a:pt x="662" y="41"/>
                    <a:pt x="655" y="30"/>
                    <a:pt x="657" y="19"/>
                  </a:cubicBezTo>
                  <a:cubicBezTo>
                    <a:pt x="659" y="10"/>
                    <a:pt x="667" y="3"/>
                    <a:pt x="677" y="3"/>
                  </a:cubicBezTo>
                  <a:cubicBezTo>
                    <a:pt x="678" y="3"/>
                    <a:pt x="680" y="3"/>
                    <a:pt x="681" y="4"/>
                  </a:cubicBezTo>
                  <a:cubicBezTo>
                    <a:pt x="806" y="30"/>
                    <a:pt x="920" y="99"/>
                    <a:pt x="1002" y="198"/>
                  </a:cubicBezTo>
                  <a:cubicBezTo>
                    <a:pt x="1085" y="299"/>
                    <a:pt x="1131" y="426"/>
                    <a:pt x="1131" y="557"/>
                  </a:cubicBezTo>
                  <a:cubicBezTo>
                    <a:pt x="1131" y="708"/>
                    <a:pt x="1072" y="850"/>
                    <a:pt x="965" y="957"/>
                  </a:cubicBezTo>
                  <a:cubicBezTo>
                    <a:pt x="858" y="1063"/>
                    <a:pt x="716" y="1122"/>
                    <a:pt x="565" y="11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2" name="Google Shape;880;p34"/>
            <p:cNvSpPr/>
            <p:nvPr/>
          </p:nvSpPr>
          <p:spPr>
            <a:xfrm>
              <a:off x="-3794125" y="-1922463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2" h="41" extrusionOk="0">
                  <a:moveTo>
                    <a:pt x="20" y="41"/>
                  </a:moveTo>
                  <a:cubicBezTo>
                    <a:pt x="9" y="41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3" y="0"/>
                    <a:pt x="42" y="9"/>
                    <a:pt x="42" y="20"/>
                  </a:cubicBezTo>
                  <a:cubicBezTo>
                    <a:pt x="42" y="32"/>
                    <a:pt x="33" y="41"/>
                    <a:pt x="22" y="41"/>
                  </a:cubicBezTo>
                  <a:lnTo>
                    <a:pt x="20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3" name="Google Shape;881;p34"/>
            <p:cNvSpPr/>
            <p:nvPr/>
          </p:nvSpPr>
          <p:spPr>
            <a:xfrm>
              <a:off x="-3797300" y="-1733550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21" y="41"/>
                  </a:moveTo>
                  <a:cubicBezTo>
                    <a:pt x="15" y="41"/>
                    <a:pt x="10" y="39"/>
                    <a:pt x="6" y="35"/>
                  </a:cubicBezTo>
                  <a:cubicBezTo>
                    <a:pt x="2" y="32"/>
                    <a:pt x="0" y="26"/>
                    <a:pt x="0" y="21"/>
                  </a:cubicBezTo>
                  <a:cubicBezTo>
                    <a:pt x="0" y="16"/>
                    <a:pt x="2" y="10"/>
                    <a:pt x="6" y="6"/>
                  </a:cubicBezTo>
                  <a:cubicBezTo>
                    <a:pt x="10" y="3"/>
                    <a:pt x="15" y="0"/>
                    <a:pt x="21" y="0"/>
                  </a:cubicBezTo>
                  <a:cubicBezTo>
                    <a:pt x="26" y="0"/>
                    <a:pt x="31" y="3"/>
                    <a:pt x="35" y="6"/>
                  </a:cubicBezTo>
                  <a:cubicBezTo>
                    <a:pt x="39" y="10"/>
                    <a:pt x="41" y="16"/>
                    <a:pt x="41" y="21"/>
                  </a:cubicBezTo>
                  <a:cubicBezTo>
                    <a:pt x="41" y="26"/>
                    <a:pt x="39" y="32"/>
                    <a:pt x="35" y="35"/>
                  </a:cubicBezTo>
                  <a:cubicBezTo>
                    <a:pt x="31" y="39"/>
                    <a:pt x="26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4" name="Google Shape;882;p34"/>
            <p:cNvSpPr/>
            <p:nvPr/>
          </p:nvSpPr>
          <p:spPr>
            <a:xfrm>
              <a:off x="-3797300" y="-1020763"/>
              <a:ext cx="41275" cy="39687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20" y="40"/>
                  </a:moveTo>
                  <a:cubicBezTo>
                    <a:pt x="15" y="40"/>
                    <a:pt x="9" y="38"/>
                    <a:pt x="6" y="35"/>
                  </a:cubicBezTo>
                  <a:cubicBezTo>
                    <a:pt x="2" y="31"/>
                    <a:pt x="0" y="25"/>
                    <a:pt x="0" y="20"/>
                  </a:cubicBezTo>
                  <a:cubicBezTo>
                    <a:pt x="0" y="15"/>
                    <a:pt x="2" y="9"/>
                    <a:pt x="6" y="6"/>
                  </a:cubicBezTo>
                  <a:cubicBezTo>
                    <a:pt x="9" y="2"/>
                    <a:pt x="15" y="0"/>
                    <a:pt x="20" y="0"/>
                  </a:cubicBezTo>
                  <a:cubicBezTo>
                    <a:pt x="25" y="0"/>
                    <a:pt x="31" y="2"/>
                    <a:pt x="35" y="6"/>
                  </a:cubicBezTo>
                  <a:cubicBezTo>
                    <a:pt x="38" y="9"/>
                    <a:pt x="41" y="15"/>
                    <a:pt x="41" y="20"/>
                  </a:cubicBezTo>
                  <a:cubicBezTo>
                    <a:pt x="41" y="25"/>
                    <a:pt x="38" y="31"/>
                    <a:pt x="35" y="34"/>
                  </a:cubicBezTo>
                  <a:cubicBezTo>
                    <a:pt x="31" y="38"/>
                    <a:pt x="25" y="40"/>
                    <a:pt x="20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5" name="Google Shape;883;p34"/>
            <p:cNvSpPr/>
            <p:nvPr/>
          </p:nvSpPr>
          <p:spPr>
            <a:xfrm>
              <a:off x="-3441700" y="-1376363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20" y="41"/>
                  </a:moveTo>
                  <a:cubicBezTo>
                    <a:pt x="15" y="41"/>
                    <a:pt x="10" y="39"/>
                    <a:pt x="6" y="35"/>
                  </a:cubicBezTo>
                  <a:cubicBezTo>
                    <a:pt x="2" y="31"/>
                    <a:pt x="0" y="26"/>
                    <a:pt x="0" y="20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10" y="2"/>
                    <a:pt x="15" y="0"/>
                    <a:pt x="20" y="0"/>
                  </a:cubicBezTo>
                  <a:cubicBezTo>
                    <a:pt x="26" y="0"/>
                    <a:pt x="31" y="2"/>
                    <a:pt x="35" y="6"/>
                  </a:cubicBezTo>
                  <a:cubicBezTo>
                    <a:pt x="39" y="10"/>
                    <a:pt x="41" y="15"/>
                    <a:pt x="41" y="20"/>
                  </a:cubicBezTo>
                  <a:cubicBezTo>
                    <a:pt x="41" y="26"/>
                    <a:pt x="39" y="31"/>
                    <a:pt x="35" y="35"/>
                  </a:cubicBezTo>
                  <a:cubicBezTo>
                    <a:pt x="31" y="39"/>
                    <a:pt x="26" y="41"/>
                    <a:pt x="20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884;p34"/>
            <p:cNvSpPr/>
            <p:nvPr/>
          </p:nvSpPr>
          <p:spPr>
            <a:xfrm>
              <a:off x="-4152900" y="-1377950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20" y="41"/>
                  </a:moveTo>
                  <a:cubicBezTo>
                    <a:pt x="15" y="41"/>
                    <a:pt x="10" y="39"/>
                    <a:pt x="6" y="35"/>
                  </a:cubicBezTo>
                  <a:cubicBezTo>
                    <a:pt x="2" y="31"/>
                    <a:pt x="0" y="26"/>
                    <a:pt x="0" y="21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10" y="2"/>
                    <a:pt x="15" y="0"/>
                    <a:pt x="20" y="0"/>
                  </a:cubicBezTo>
                  <a:cubicBezTo>
                    <a:pt x="26" y="0"/>
                    <a:pt x="31" y="2"/>
                    <a:pt x="35" y="6"/>
                  </a:cubicBezTo>
                  <a:cubicBezTo>
                    <a:pt x="39" y="10"/>
                    <a:pt x="41" y="15"/>
                    <a:pt x="41" y="21"/>
                  </a:cubicBezTo>
                  <a:cubicBezTo>
                    <a:pt x="41" y="26"/>
                    <a:pt x="39" y="31"/>
                    <a:pt x="35" y="35"/>
                  </a:cubicBezTo>
                  <a:cubicBezTo>
                    <a:pt x="31" y="39"/>
                    <a:pt x="26" y="41"/>
                    <a:pt x="20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7" name="Google Shape;885;p34"/>
            <p:cNvSpPr/>
            <p:nvPr/>
          </p:nvSpPr>
          <p:spPr>
            <a:xfrm>
              <a:off x="-3973513" y="-1684338"/>
              <a:ext cx="39688" cy="41275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20" y="41"/>
                  </a:moveTo>
                  <a:cubicBezTo>
                    <a:pt x="15" y="41"/>
                    <a:pt x="9" y="39"/>
                    <a:pt x="6" y="35"/>
                  </a:cubicBezTo>
                  <a:cubicBezTo>
                    <a:pt x="2" y="31"/>
                    <a:pt x="0" y="26"/>
                    <a:pt x="0" y="20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9" y="2"/>
                    <a:pt x="15" y="0"/>
                    <a:pt x="20" y="0"/>
                  </a:cubicBezTo>
                  <a:cubicBezTo>
                    <a:pt x="26" y="0"/>
                    <a:pt x="31" y="2"/>
                    <a:pt x="35" y="6"/>
                  </a:cubicBezTo>
                  <a:cubicBezTo>
                    <a:pt x="38" y="10"/>
                    <a:pt x="41" y="15"/>
                    <a:pt x="41" y="20"/>
                  </a:cubicBezTo>
                  <a:cubicBezTo>
                    <a:pt x="41" y="26"/>
                    <a:pt x="38" y="31"/>
                    <a:pt x="35" y="35"/>
                  </a:cubicBezTo>
                  <a:cubicBezTo>
                    <a:pt x="31" y="39"/>
                    <a:pt x="26" y="41"/>
                    <a:pt x="20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8" name="Google Shape;886;p34"/>
            <p:cNvSpPr/>
            <p:nvPr/>
          </p:nvSpPr>
          <p:spPr>
            <a:xfrm>
              <a:off x="-3619500" y="-1068388"/>
              <a:ext cx="41275" cy="39687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21" y="41"/>
                  </a:moveTo>
                  <a:cubicBezTo>
                    <a:pt x="15" y="41"/>
                    <a:pt x="10" y="39"/>
                    <a:pt x="6" y="35"/>
                  </a:cubicBezTo>
                  <a:cubicBezTo>
                    <a:pt x="2" y="31"/>
                    <a:pt x="0" y="26"/>
                    <a:pt x="0" y="21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10" y="2"/>
                    <a:pt x="15" y="0"/>
                    <a:pt x="21" y="0"/>
                  </a:cubicBezTo>
                  <a:cubicBezTo>
                    <a:pt x="26" y="0"/>
                    <a:pt x="31" y="2"/>
                    <a:pt x="35" y="6"/>
                  </a:cubicBezTo>
                  <a:cubicBezTo>
                    <a:pt x="39" y="10"/>
                    <a:pt x="41" y="15"/>
                    <a:pt x="41" y="21"/>
                  </a:cubicBezTo>
                  <a:cubicBezTo>
                    <a:pt x="41" y="26"/>
                    <a:pt x="39" y="31"/>
                    <a:pt x="35" y="35"/>
                  </a:cubicBezTo>
                  <a:cubicBezTo>
                    <a:pt x="31" y="39"/>
                    <a:pt x="26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9" name="Google Shape;887;p34"/>
            <p:cNvSpPr/>
            <p:nvPr/>
          </p:nvSpPr>
          <p:spPr>
            <a:xfrm>
              <a:off x="-3489325" y="-1554163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20" y="41"/>
                  </a:moveTo>
                  <a:cubicBezTo>
                    <a:pt x="15" y="41"/>
                    <a:pt x="9" y="39"/>
                    <a:pt x="6" y="35"/>
                  </a:cubicBezTo>
                  <a:cubicBezTo>
                    <a:pt x="2" y="31"/>
                    <a:pt x="0" y="26"/>
                    <a:pt x="0" y="21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9" y="2"/>
                    <a:pt x="15" y="0"/>
                    <a:pt x="20" y="0"/>
                  </a:cubicBezTo>
                  <a:cubicBezTo>
                    <a:pt x="25" y="0"/>
                    <a:pt x="31" y="2"/>
                    <a:pt x="35" y="6"/>
                  </a:cubicBezTo>
                  <a:cubicBezTo>
                    <a:pt x="38" y="10"/>
                    <a:pt x="41" y="15"/>
                    <a:pt x="41" y="21"/>
                  </a:cubicBezTo>
                  <a:cubicBezTo>
                    <a:pt x="41" y="26"/>
                    <a:pt x="38" y="31"/>
                    <a:pt x="35" y="35"/>
                  </a:cubicBezTo>
                  <a:cubicBezTo>
                    <a:pt x="31" y="39"/>
                    <a:pt x="25" y="41"/>
                    <a:pt x="20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0" name="Google Shape;888;p34"/>
            <p:cNvSpPr/>
            <p:nvPr/>
          </p:nvSpPr>
          <p:spPr>
            <a:xfrm>
              <a:off x="-4105275" y="-1198563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21" y="41"/>
                  </a:moveTo>
                  <a:cubicBezTo>
                    <a:pt x="15" y="41"/>
                    <a:pt x="10" y="39"/>
                    <a:pt x="6" y="35"/>
                  </a:cubicBezTo>
                  <a:cubicBezTo>
                    <a:pt x="2" y="31"/>
                    <a:pt x="0" y="26"/>
                    <a:pt x="0" y="20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10" y="2"/>
                    <a:pt x="15" y="0"/>
                    <a:pt x="21" y="0"/>
                  </a:cubicBezTo>
                  <a:cubicBezTo>
                    <a:pt x="26" y="0"/>
                    <a:pt x="31" y="2"/>
                    <a:pt x="35" y="6"/>
                  </a:cubicBezTo>
                  <a:cubicBezTo>
                    <a:pt x="39" y="10"/>
                    <a:pt x="41" y="15"/>
                    <a:pt x="41" y="20"/>
                  </a:cubicBezTo>
                  <a:cubicBezTo>
                    <a:pt x="41" y="26"/>
                    <a:pt x="39" y="31"/>
                    <a:pt x="35" y="35"/>
                  </a:cubicBezTo>
                  <a:cubicBezTo>
                    <a:pt x="31" y="39"/>
                    <a:pt x="26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1" name="Google Shape;889;p34"/>
            <p:cNvSpPr/>
            <p:nvPr/>
          </p:nvSpPr>
          <p:spPr>
            <a:xfrm>
              <a:off x="-4103688" y="-1554163"/>
              <a:ext cx="39688" cy="41275"/>
            </a:xfrm>
            <a:custGeom>
              <a:avLst/>
              <a:gdLst/>
              <a:ahLst/>
              <a:cxnLst/>
              <a:rect l="l" t="t" r="r" b="b"/>
              <a:pathLst>
                <a:path w="40" h="41" extrusionOk="0">
                  <a:moveTo>
                    <a:pt x="20" y="41"/>
                  </a:moveTo>
                  <a:cubicBezTo>
                    <a:pt x="15" y="41"/>
                    <a:pt x="9" y="38"/>
                    <a:pt x="6" y="35"/>
                  </a:cubicBezTo>
                  <a:cubicBezTo>
                    <a:pt x="2" y="31"/>
                    <a:pt x="0" y="26"/>
                    <a:pt x="0" y="20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9" y="2"/>
                    <a:pt x="15" y="0"/>
                    <a:pt x="20" y="0"/>
                  </a:cubicBezTo>
                  <a:cubicBezTo>
                    <a:pt x="25" y="0"/>
                    <a:pt x="31" y="2"/>
                    <a:pt x="34" y="6"/>
                  </a:cubicBezTo>
                  <a:cubicBezTo>
                    <a:pt x="38" y="10"/>
                    <a:pt x="40" y="15"/>
                    <a:pt x="40" y="20"/>
                  </a:cubicBezTo>
                  <a:cubicBezTo>
                    <a:pt x="40" y="26"/>
                    <a:pt x="38" y="31"/>
                    <a:pt x="34" y="35"/>
                  </a:cubicBezTo>
                  <a:cubicBezTo>
                    <a:pt x="31" y="38"/>
                    <a:pt x="25" y="41"/>
                    <a:pt x="20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2" name="Google Shape;890;p34"/>
            <p:cNvSpPr/>
            <p:nvPr/>
          </p:nvSpPr>
          <p:spPr>
            <a:xfrm>
              <a:off x="-3489325" y="-1198563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21" y="41"/>
                  </a:moveTo>
                  <a:cubicBezTo>
                    <a:pt x="15" y="41"/>
                    <a:pt x="10" y="39"/>
                    <a:pt x="6" y="35"/>
                  </a:cubicBezTo>
                  <a:cubicBezTo>
                    <a:pt x="2" y="31"/>
                    <a:pt x="0" y="26"/>
                    <a:pt x="0" y="21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10" y="3"/>
                    <a:pt x="15" y="0"/>
                    <a:pt x="21" y="0"/>
                  </a:cubicBezTo>
                  <a:cubicBezTo>
                    <a:pt x="26" y="0"/>
                    <a:pt x="31" y="3"/>
                    <a:pt x="35" y="6"/>
                  </a:cubicBezTo>
                  <a:cubicBezTo>
                    <a:pt x="39" y="10"/>
                    <a:pt x="41" y="15"/>
                    <a:pt x="41" y="21"/>
                  </a:cubicBezTo>
                  <a:cubicBezTo>
                    <a:pt x="41" y="26"/>
                    <a:pt x="39" y="31"/>
                    <a:pt x="35" y="35"/>
                  </a:cubicBezTo>
                  <a:cubicBezTo>
                    <a:pt x="31" y="39"/>
                    <a:pt x="26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3" name="Google Shape;891;p34"/>
            <p:cNvSpPr/>
            <p:nvPr/>
          </p:nvSpPr>
          <p:spPr>
            <a:xfrm>
              <a:off x="-3619500" y="-1684338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20" y="41"/>
                  </a:moveTo>
                  <a:cubicBezTo>
                    <a:pt x="15" y="41"/>
                    <a:pt x="10" y="39"/>
                    <a:pt x="6" y="35"/>
                  </a:cubicBezTo>
                  <a:cubicBezTo>
                    <a:pt x="2" y="31"/>
                    <a:pt x="0" y="26"/>
                    <a:pt x="0" y="21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10" y="2"/>
                    <a:pt x="15" y="0"/>
                    <a:pt x="20" y="0"/>
                  </a:cubicBezTo>
                  <a:cubicBezTo>
                    <a:pt x="26" y="0"/>
                    <a:pt x="31" y="2"/>
                    <a:pt x="35" y="6"/>
                  </a:cubicBezTo>
                  <a:cubicBezTo>
                    <a:pt x="38" y="10"/>
                    <a:pt x="41" y="15"/>
                    <a:pt x="41" y="21"/>
                  </a:cubicBezTo>
                  <a:cubicBezTo>
                    <a:pt x="41" y="26"/>
                    <a:pt x="38" y="31"/>
                    <a:pt x="35" y="35"/>
                  </a:cubicBezTo>
                  <a:cubicBezTo>
                    <a:pt x="31" y="39"/>
                    <a:pt x="26" y="41"/>
                    <a:pt x="20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4" name="Google Shape;892;p34"/>
            <p:cNvSpPr/>
            <p:nvPr/>
          </p:nvSpPr>
          <p:spPr>
            <a:xfrm>
              <a:off x="-3975100" y="-1068388"/>
              <a:ext cx="41275" cy="39687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21" y="41"/>
                  </a:moveTo>
                  <a:cubicBezTo>
                    <a:pt x="15" y="41"/>
                    <a:pt x="10" y="39"/>
                    <a:pt x="6" y="35"/>
                  </a:cubicBezTo>
                  <a:cubicBezTo>
                    <a:pt x="2" y="31"/>
                    <a:pt x="0" y="26"/>
                    <a:pt x="0" y="20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10" y="2"/>
                    <a:pt x="15" y="0"/>
                    <a:pt x="21" y="0"/>
                  </a:cubicBezTo>
                  <a:cubicBezTo>
                    <a:pt x="26" y="0"/>
                    <a:pt x="31" y="2"/>
                    <a:pt x="35" y="6"/>
                  </a:cubicBezTo>
                  <a:cubicBezTo>
                    <a:pt x="39" y="10"/>
                    <a:pt x="41" y="15"/>
                    <a:pt x="41" y="20"/>
                  </a:cubicBezTo>
                  <a:cubicBezTo>
                    <a:pt x="41" y="26"/>
                    <a:pt x="39" y="31"/>
                    <a:pt x="35" y="35"/>
                  </a:cubicBezTo>
                  <a:cubicBezTo>
                    <a:pt x="31" y="39"/>
                    <a:pt x="26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5" name="Google Shape;893;p34"/>
            <p:cNvSpPr/>
            <p:nvPr/>
          </p:nvSpPr>
          <p:spPr>
            <a:xfrm>
              <a:off x="-3922713" y="-1574800"/>
              <a:ext cx="366713" cy="298450"/>
            </a:xfrm>
            <a:custGeom>
              <a:avLst/>
              <a:gdLst/>
              <a:ahLst/>
              <a:cxnLst/>
              <a:rect l="l" t="t" r="r" b="b"/>
              <a:pathLst>
                <a:path w="367" h="298" extrusionOk="0">
                  <a:moveTo>
                    <a:pt x="146" y="298"/>
                  </a:moveTo>
                  <a:cubicBezTo>
                    <a:pt x="102" y="298"/>
                    <a:pt x="66" y="262"/>
                    <a:pt x="66" y="218"/>
                  </a:cubicBezTo>
                  <a:cubicBezTo>
                    <a:pt x="66" y="204"/>
                    <a:pt x="70" y="191"/>
                    <a:pt x="77" y="179"/>
                  </a:cubicBezTo>
                  <a:cubicBezTo>
                    <a:pt x="77" y="178"/>
                    <a:pt x="77" y="178"/>
                    <a:pt x="77" y="178"/>
                  </a:cubicBezTo>
                  <a:cubicBezTo>
                    <a:pt x="8" y="109"/>
                    <a:pt x="8" y="109"/>
                    <a:pt x="8" y="109"/>
                  </a:cubicBezTo>
                  <a:cubicBezTo>
                    <a:pt x="0" y="101"/>
                    <a:pt x="0" y="88"/>
                    <a:pt x="8" y="80"/>
                  </a:cubicBezTo>
                  <a:cubicBezTo>
                    <a:pt x="12" y="76"/>
                    <a:pt x="17" y="74"/>
                    <a:pt x="23" y="74"/>
                  </a:cubicBezTo>
                  <a:cubicBezTo>
                    <a:pt x="28" y="74"/>
                    <a:pt x="33" y="76"/>
                    <a:pt x="37" y="80"/>
                  </a:cubicBezTo>
                  <a:cubicBezTo>
                    <a:pt x="106" y="149"/>
                    <a:pt x="106" y="149"/>
                    <a:pt x="106" y="149"/>
                  </a:cubicBezTo>
                  <a:cubicBezTo>
                    <a:pt x="107" y="148"/>
                    <a:pt x="107" y="148"/>
                    <a:pt x="107" y="148"/>
                  </a:cubicBezTo>
                  <a:cubicBezTo>
                    <a:pt x="119" y="141"/>
                    <a:pt x="133" y="138"/>
                    <a:pt x="146" y="138"/>
                  </a:cubicBezTo>
                  <a:cubicBezTo>
                    <a:pt x="160" y="138"/>
                    <a:pt x="174" y="141"/>
                    <a:pt x="186" y="148"/>
                  </a:cubicBezTo>
                  <a:cubicBezTo>
                    <a:pt x="187" y="149"/>
                    <a:pt x="187" y="149"/>
                    <a:pt x="187" y="149"/>
                  </a:cubicBezTo>
                  <a:cubicBezTo>
                    <a:pt x="330" y="6"/>
                    <a:pt x="330" y="6"/>
                    <a:pt x="330" y="6"/>
                  </a:cubicBezTo>
                  <a:cubicBezTo>
                    <a:pt x="334" y="2"/>
                    <a:pt x="339" y="0"/>
                    <a:pt x="344" y="0"/>
                  </a:cubicBezTo>
                  <a:cubicBezTo>
                    <a:pt x="350" y="0"/>
                    <a:pt x="355" y="2"/>
                    <a:pt x="359" y="6"/>
                  </a:cubicBezTo>
                  <a:cubicBezTo>
                    <a:pt x="367" y="14"/>
                    <a:pt x="367" y="27"/>
                    <a:pt x="359" y="35"/>
                  </a:cubicBezTo>
                  <a:cubicBezTo>
                    <a:pt x="216" y="178"/>
                    <a:pt x="216" y="178"/>
                    <a:pt x="216" y="178"/>
                  </a:cubicBezTo>
                  <a:cubicBezTo>
                    <a:pt x="216" y="179"/>
                    <a:pt x="216" y="179"/>
                    <a:pt x="216" y="179"/>
                  </a:cubicBezTo>
                  <a:cubicBezTo>
                    <a:pt x="223" y="191"/>
                    <a:pt x="226" y="204"/>
                    <a:pt x="226" y="218"/>
                  </a:cubicBezTo>
                  <a:cubicBezTo>
                    <a:pt x="226" y="262"/>
                    <a:pt x="191" y="298"/>
                    <a:pt x="146" y="298"/>
                  </a:cubicBezTo>
                  <a:close/>
                  <a:moveTo>
                    <a:pt x="146" y="179"/>
                  </a:moveTo>
                  <a:cubicBezTo>
                    <a:pt x="125" y="179"/>
                    <a:pt x="107" y="196"/>
                    <a:pt x="107" y="218"/>
                  </a:cubicBezTo>
                  <a:cubicBezTo>
                    <a:pt x="107" y="240"/>
                    <a:pt x="125" y="257"/>
                    <a:pt x="146" y="257"/>
                  </a:cubicBezTo>
                  <a:cubicBezTo>
                    <a:pt x="168" y="257"/>
                    <a:pt x="186" y="240"/>
                    <a:pt x="186" y="218"/>
                  </a:cubicBezTo>
                  <a:cubicBezTo>
                    <a:pt x="186" y="196"/>
                    <a:pt x="168" y="179"/>
                    <a:pt x="146" y="1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6" name="Google Shape;894;p34"/>
            <p:cNvSpPr/>
            <p:nvPr/>
          </p:nvSpPr>
          <p:spPr>
            <a:xfrm>
              <a:off x="-3892550" y="-1168400"/>
              <a:ext cx="231775" cy="41275"/>
            </a:xfrm>
            <a:custGeom>
              <a:avLst/>
              <a:gdLst/>
              <a:ahLst/>
              <a:cxnLst/>
              <a:rect l="l" t="t" r="r" b="b"/>
              <a:pathLst>
                <a:path w="233" h="41" extrusionOk="0">
                  <a:moveTo>
                    <a:pt x="20" y="41"/>
                  </a:moveTo>
                  <a:cubicBezTo>
                    <a:pt x="9" y="41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224" y="0"/>
                    <a:pt x="233" y="9"/>
                    <a:pt x="233" y="20"/>
                  </a:cubicBezTo>
                  <a:cubicBezTo>
                    <a:pt x="233" y="31"/>
                    <a:pt x="224" y="41"/>
                    <a:pt x="213" y="41"/>
                  </a:cubicBezTo>
                  <a:lnTo>
                    <a:pt x="20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07" name="Google Shape;895;p34"/>
          <p:cNvGrpSpPr/>
          <p:nvPr/>
        </p:nvGrpSpPr>
        <p:grpSpPr>
          <a:xfrm flipH="1">
            <a:off x="2129635" y="4349026"/>
            <a:ext cx="650045" cy="650045"/>
            <a:chOff x="1069975" y="-7427913"/>
            <a:chExt cx="1524000" cy="1524000"/>
          </a:xfrm>
          <a:solidFill>
            <a:schemeClr val="bg1">
              <a:lumMod val="75000"/>
            </a:schemeClr>
          </a:solidFill>
        </p:grpSpPr>
        <p:sp>
          <p:nvSpPr>
            <p:cNvPr id="208" name="Google Shape;896;p34"/>
            <p:cNvSpPr/>
            <p:nvPr/>
          </p:nvSpPr>
          <p:spPr>
            <a:xfrm>
              <a:off x="1762125" y="-6983413"/>
              <a:ext cx="635000" cy="633412"/>
            </a:xfrm>
            <a:custGeom>
              <a:avLst/>
              <a:gdLst/>
              <a:ahLst/>
              <a:cxnLst/>
              <a:rect l="l" t="t" r="r" b="b"/>
              <a:pathLst>
                <a:path w="634" h="634" extrusionOk="0">
                  <a:moveTo>
                    <a:pt x="317" y="634"/>
                  </a:moveTo>
                  <a:cubicBezTo>
                    <a:pt x="142" y="634"/>
                    <a:pt x="0" y="492"/>
                    <a:pt x="0" y="317"/>
                  </a:cubicBezTo>
                  <a:cubicBezTo>
                    <a:pt x="0" y="142"/>
                    <a:pt x="142" y="0"/>
                    <a:pt x="317" y="0"/>
                  </a:cubicBezTo>
                  <a:cubicBezTo>
                    <a:pt x="492" y="0"/>
                    <a:pt x="634" y="142"/>
                    <a:pt x="634" y="317"/>
                  </a:cubicBezTo>
                  <a:cubicBezTo>
                    <a:pt x="634" y="492"/>
                    <a:pt x="492" y="634"/>
                    <a:pt x="317" y="634"/>
                  </a:cubicBezTo>
                  <a:close/>
                  <a:moveTo>
                    <a:pt x="317" y="42"/>
                  </a:moveTo>
                  <a:cubicBezTo>
                    <a:pt x="165" y="42"/>
                    <a:pt x="41" y="165"/>
                    <a:pt x="41" y="317"/>
                  </a:cubicBezTo>
                  <a:cubicBezTo>
                    <a:pt x="41" y="469"/>
                    <a:pt x="165" y="593"/>
                    <a:pt x="317" y="593"/>
                  </a:cubicBezTo>
                  <a:cubicBezTo>
                    <a:pt x="469" y="593"/>
                    <a:pt x="592" y="469"/>
                    <a:pt x="592" y="317"/>
                  </a:cubicBezTo>
                  <a:cubicBezTo>
                    <a:pt x="592" y="165"/>
                    <a:pt x="469" y="42"/>
                    <a:pt x="317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9" name="Google Shape;897;p34"/>
            <p:cNvSpPr/>
            <p:nvPr/>
          </p:nvSpPr>
          <p:spPr>
            <a:xfrm>
              <a:off x="1416050" y="-6045200"/>
              <a:ext cx="41275" cy="4286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0" name="Google Shape;898;p34"/>
            <p:cNvSpPr/>
            <p:nvPr/>
          </p:nvSpPr>
          <p:spPr>
            <a:xfrm>
              <a:off x="1069975" y="-7427913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3" h="1523" extrusionOk="0">
                  <a:moveTo>
                    <a:pt x="373" y="1523"/>
                  </a:moveTo>
                  <a:cubicBezTo>
                    <a:pt x="304" y="1523"/>
                    <a:pt x="247" y="1466"/>
                    <a:pt x="247" y="1397"/>
                  </a:cubicBezTo>
                  <a:cubicBezTo>
                    <a:pt x="247" y="1364"/>
                    <a:pt x="260" y="1332"/>
                    <a:pt x="284" y="1308"/>
                  </a:cubicBezTo>
                  <a:cubicBezTo>
                    <a:pt x="564" y="1028"/>
                    <a:pt x="564" y="1028"/>
                    <a:pt x="564" y="1028"/>
                  </a:cubicBezTo>
                  <a:cubicBezTo>
                    <a:pt x="589" y="1053"/>
                    <a:pt x="589" y="1053"/>
                    <a:pt x="589" y="1053"/>
                  </a:cubicBezTo>
                  <a:cubicBezTo>
                    <a:pt x="662" y="980"/>
                    <a:pt x="662" y="980"/>
                    <a:pt x="662" y="980"/>
                  </a:cubicBezTo>
                  <a:cubicBezTo>
                    <a:pt x="0" y="980"/>
                    <a:pt x="0" y="980"/>
                    <a:pt x="0" y="98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23" y="0"/>
                    <a:pt x="1523" y="0"/>
                    <a:pt x="1523" y="0"/>
                  </a:cubicBezTo>
                  <a:cubicBezTo>
                    <a:pt x="1523" y="980"/>
                    <a:pt x="1523" y="980"/>
                    <a:pt x="1523" y="980"/>
                  </a:cubicBezTo>
                  <a:cubicBezTo>
                    <a:pt x="1362" y="980"/>
                    <a:pt x="1362" y="980"/>
                    <a:pt x="1362" y="980"/>
                  </a:cubicBezTo>
                  <a:cubicBezTo>
                    <a:pt x="1361" y="981"/>
                    <a:pt x="1361" y="981"/>
                    <a:pt x="1361" y="981"/>
                  </a:cubicBezTo>
                  <a:cubicBezTo>
                    <a:pt x="1284" y="1104"/>
                    <a:pt x="1152" y="1177"/>
                    <a:pt x="1009" y="1177"/>
                  </a:cubicBezTo>
                  <a:cubicBezTo>
                    <a:pt x="931" y="1177"/>
                    <a:pt x="855" y="1155"/>
                    <a:pt x="789" y="1114"/>
                  </a:cubicBezTo>
                  <a:cubicBezTo>
                    <a:pt x="786" y="1112"/>
                    <a:pt x="786" y="1112"/>
                    <a:pt x="786" y="1112"/>
                  </a:cubicBezTo>
                  <a:cubicBezTo>
                    <a:pt x="717" y="1181"/>
                    <a:pt x="717" y="1181"/>
                    <a:pt x="717" y="1181"/>
                  </a:cubicBezTo>
                  <a:cubicBezTo>
                    <a:pt x="742" y="1206"/>
                    <a:pt x="742" y="1206"/>
                    <a:pt x="742" y="1206"/>
                  </a:cubicBezTo>
                  <a:cubicBezTo>
                    <a:pt x="462" y="1486"/>
                    <a:pt x="462" y="1486"/>
                    <a:pt x="462" y="1486"/>
                  </a:cubicBezTo>
                  <a:cubicBezTo>
                    <a:pt x="438" y="1510"/>
                    <a:pt x="406" y="1523"/>
                    <a:pt x="373" y="1523"/>
                  </a:cubicBezTo>
                  <a:close/>
                  <a:moveTo>
                    <a:pt x="313" y="1338"/>
                  </a:moveTo>
                  <a:cubicBezTo>
                    <a:pt x="298" y="1354"/>
                    <a:pt x="289" y="1375"/>
                    <a:pt x="289" y="1397"/>
                  </a:cubicBezTo>
                  <a:cubicBezTo>
                    <a:pt x="289" y="1444"/>
                    <a:pt x="327" y="1481"/>
                    <a:pt x="373" y="1481"/>
                  </a:cubicBezTo>
                  <a:cubicBezTo>
                    <a:pt x="395" y="1481"/>
                    <a:pt x="416" y="1472"/>
                    <a:pt x="432" y="1457"/>
                  </a:cubicBezTo>
                  <a:cubicBezTo>
                    <a:pt x="609" y="1280"/>
                    <a:pt x="609" y="1280"/>
                    <a:pt x="609" y="1280"/>
                  </a:cubicBezTo>
                  <a:cubicBezTo>
                    <a:pt x="490" y="1161"/>
                    <a:pt x="490" y="1161"/>
                    <a:pt x="490" y="1161"/>
                  </a:cubicBezTo>
                  <a:lnTo>
                    <a:pt x="313" y="1338"/>
                  </a:lnTo>
                  <a:close/>
                  <a:moveTo>
                    <a:pt x="520" y="1132"/>
                  </a:moveTo>
                  <a:cubicBezTo>
                    <a:pt x="638" y="1250"/>
                    <a:pt x="638" y="1250"/>
                    <a:pt x="638" y="1250"/>
                  </a:cubicBezTo>
                  <a:cubicBezTo>
                    <a:pt x="683" y="1206"/>
                    <a:pt x="683" y="1206"/>
                    <a:pt x="683" y="1206"/>
                  </a:cubicBezTo>
                  <a:cubicBezTo>
                    <a:pt x="564" y="1087"/>
                    <a:pt x="564" y="1087"/>
                    <a:pt x="564" y="1087"/>
                  </a:cubicBezTo>
                  <a:lnTo>
                    <a:pt x="520" y="1132"/>
                  </a:lnTo>
                  <a:close/>
                  <a:moveTo>
                    <a:pt x="618" y="1082"/>
                  </a:moveTo>
                  <a:cubicBezTo>
                    <a:pt x="688" y="1152"/>
                    <a:pt x="688" y="1152"/>
                    <a:pt x="688" y="1152"/>
                  </a:cubicBezTo>
                  <a:cubicBezTo>
                    <a:pt x="752" y="1088"/>
                    <a:pt x="752" y="1088"/>
                    <a:pt x="752" y="1088"/>
                  </a:cubicBezTo>
                  <a:cubicBezTo>
                    <a:pt x="748" y="1085"/>
                    <a:pt x="748" y="1085"/>
                    <a:pt x="748" y="1085"/>
                  </a:cubicBezTo>
                  <a:cubicBezTo>
                    <a:pt x="725" y="1066"/>
                    <a:pt x="704" y="1045"/>
                    <a:pt x="685" y="1022"/>
                  </a:cubicBezTo>
                  <a:cubicBezTo>
                    <a:pt x="682" y="1018"/>
                    <a:pt x="682" y="1018"/>
                    <a:pt x="682" y="1018"/>
                  </a:cubicBezTo>
                  <a:lnTo>
                    <a:pt x="618" y="1082"/>
                  </a:lnTo>
                  <a:close/>
                  <a:moveTo>
                    <a:pt x="1009" y="387"/>
                  </a:moveTo>
                  <a:cubicBezTo>
                    <a:pt x="802" y="387"/>
                    <a:pt x="635" y="555"/>
                    <a:pt x="635" y="761"/>
                  </a:cubicBezTo>
                  <a:cubicBezTo>
                    <a:pt x="635" y="968"/>
                    <a:pt x="802" y="1136"/>
                    <a:pt x="1009" y="1136"/>
                  </a:cubicBezTo>
                  <a:cubicBezTo>
                    <a:pt x="1215" y="1136"/>
                    <a:pt x="1383" y="968"/>
                    <a:pt x="1383" y="761"/>
                  </a:cubicBezTo>
                  <a:cubicBezTo>
                    <a:pt x="1383" y="555"/>
                    <a:pt x="1215" y="387"/>
                    <a:pt x="1009" y="387"/>
                  </a:cubicBezTo>
                  <a:close/>
                  <a:moveTo>
                    <a:pt x="1009" y="345"/>
                  </a:moveTo>
                  <a:cubicBezTo>
                    <a:pt x="1238" y="345"/>
                    <a:pt x="1425" y="532"/>
                    <a:pt x="1425" y="761"/>
                  </a:cubicBezTo>
                  <a:cubicBezTo>
                    <a:pt x="1425" y="820"/>
                    <a:pt x="1412" y="878"/>
                    <a:pt x="1387" y="932"/>
                  </a:cubicBezTo>
                  <a:cubicBezTo>
                    <a:pt x="1385" y="938"/>
                    <a:pt x="1385" y="938"/>
                    <a:pt x="1385" y="938"/>
                  </a:cubicBezTo>
                  <a:cubicBezTo>
                    <a:pt x="1482" y="938"/>
                    <a:pt x="1482" y="938"/>
                    <a:pt x="1482" y="938"/>
                  </a:cubicBezTo>
                  <a:cubicBezTo>
                    <a:pt x="1482" y="239"/>
                    <a:pt x="1482" y="239"/>
                    <a:pt x="1482" y="239"/>
                  </a:cubicBezTo>
                  <a:cubicBezTo>
                    <a:pt x="42" y="239"/>
                    <a:pt x="42" y="239"/>
                    <a:pt x="42" y="239"/>
                  </a:cubicBezTo>
                  <a:cubicBezTo>
                    <a:pt x="42" y="938"/>
                    <a:pt x="42" y="938"/>
                    <a:pt x="42" y="938"/>
                  </a:cubicBezTo>
                  <a:cubicBezTo>
                    <a:pt x="633" y="938"/>
                    <a:pt x="633" y="938"/>
                    <a:pt x="633" y="938"/>
                  </a:cubicBezTo>
                  <a:cubicBezTo>
                    <a:pt x="630" y="932"/>
                    <a:pt x="630" y="932"/>
                    <a:pt x="630" y="932"/>
                  </a:cubicBezTo>
                  <a:cubicBezTo>
                    <a:pt x="606" y="878"/>
                    <a:pt x="593" y="820"/>
                    <a:pt x="593" y="761"/>
                  </a:cubicBezTo>
                  <a:cubicBezTo>
                    <a:pt x="593" y="532"/>
                    <a:pt x="780" y="345"/>
                    <a:pt x="1009" y="345"/>
                  </a:cubicBezTo>
                  <a:close/>
                  <a:moveTo>
                    <a:pt x="42" y="197"/>
                  </a:moveTo>
                  <a:cubicBezTo>
                    <a:pt x="1482" y="197"/>
                    <a:pt x="1482" y="197"/>
                    <a:pt x="1482" y="197"/>
                  </a:cubicBezTo>
                  <a:cubicBezTo>
                    <a:pt x="1482" y="41"/>
                    <a:pt x="1482" y="41"/>
                    <a:pt x="1482" y="41"/>
                  </a:cubicBezTo>
                  <a:cubicBezTo>
                    <a:pt x="42" y="41"/>
                    <a:pt x="42" y="41"/>
                    <a:pt x="42" y="41"/>
                  </a:cubicBezTo>
                  <a:lnTo>
                    <a:pt x="42" y="1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1" name="Google Shape;899;p34"/>
            <p:cNvSpPr/>
            <p:nvPr/>
          </p:nvSpPr>
          <p:spPr>
            <a:xfrm>
              <a:off x="1168400" y="-7329488"/>
              <a:ext cx="42863" cy="412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2" name="Google Shape;900;p34"/>
            <p:cNvSpPr/>
            <p:nvPr/>
          </p:nvSpPr>
          <p:spPr>
            <a:xfrm>
              <a:off x="1268412" y="-7329488"/>
              <a:ext cx="41275" cy="412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3" name="Google Shape;901;p34"/>
            <p:cNvSpPr/>
            <p:nvPr/>
          </p:nvSpPr>
          <p:spPr>
            <a:xfrm>
              <a:off x="1366837" y="-7329488"/>
              <a:ext cx="41275" cy="412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4" name="Google Shape;902;p34"/>
            <p:cNvSpPr/>
            <p:nvPr/>
          </p:nvSpPr>
          <p:spPr>
            <a:xfrm>
              <a:off x="1909762" y="-6588125"/>
              <a:ext cx="338138" cy="412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5" name="Google Shape;903;p34"/>
            <p:cNvSpPr/>
            <p:nvPr/>
          </p:nvSpPr>
          <p:spPr>
            <a:xfrm>
              <a:off x="1909762" y="-6686550"/>
              <a:ext cx="41275" cy="412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6" name="Google Shape;904;p34"/>
            <p:cNvSpPr/>
            <p:nvPr/>
          </p:nvSpPr>
          <p:spPr>
            <a:xfrm>
              <a:off x="2009775" y="-6686550"/>
              <a:ext cx="41275" cy="412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7" name="Google Shape;905;p34"/>
            <p:cNvSpPr/>
            <p:nvPr/>
          </p:nvSpPr>
          <p:spPr>
            <a:xfrm>
              <a:off x="2108200" y="-6686550"/>
              <a:ext cx="41275" cy="412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8" name="Google Shape;906;p34"/>
            <p:cNvSpPr/>
            <p:nvPr/>
          </p:nvSpPr>
          <p:spPr>
            <a:xfrm>
              <a:off x="2206625" y="-6686550"/>
              <a:ext cx="41275" cy="412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9" name="Google Shape;907;p34"/>
            <p:cNvSpPr/>
            <p:nvPr/>
          </p:nvSpPr>
          <p:spPr>
            <a:xfrm>
              <a:off x="1909762" y="-6786563"/>
              <a:ext cx="338138" cy="412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0" name="Google Shape;908;p34"/>
            <p:cNvSpPr/>
            <p:nvPr/>
          </p:nvSpPr>
          <p:spPr>
            <a:xfrm>
              <a:off x="1168400" y="-7132638"/>
              <a:ext cx="487363" cy="387350"/>
            </a:xfrm>
            <a:custGeom>
              <a:avLst/>
              <a:gdLst/>
              <a:ahLst/>
              <a:cxnLst/>
              <a:rect l="l" t="t" r="r" b="b"/>
              <a:pathLst>
                <a:path w="307" h="244" extrusionOk="0">
                  <a:moveTo>
                    <a:pt x="0" y="244"/>
                  </a:moveTo>
                  <a:lnTo>
                    <a:pt x="0" y="0"/>
                  </a:lnTo>
                  <a:lnTo>
                    <a:pt x="27" y="0"/>
                  </a:lnTo>
                  <a:lnTo>
                    <a:pt x="27" y="218"/>
                  </a:lnTo>
                  <a:lnTo>
                    <a:pt x="63" y="218"/>
                  </a:lnTo>
                  <a:lnTo>
                    <a:pt x="63" y="125"/>
                  </a:lnTo>
                  <a:lnTo>
                    <a:pt x="89" y="125"/>
                  </a:lnTo>
                  <a:lnTo>
                    <a:pt x="89" y="218"/>
                  </a:lnTo>
                  <a:lnTo>
                    <a:pt x="125" y="218"/>
                  </a:lnTo>
                  <a:lnTo>
                    <a:pt x="125" y="94"/>
                  </a:lnTo>
                  <a:lnTo>
                    <a:pt x="151" y="94"/>
                  </a:lnTo>
                  <a:lnTo>
                    <a:pt x="151" y="218"/>
                  </a:lnTo>
                  <a:lnTo>
                    <a:pt x="187" y="218"/>
                  </a:lnTo>
                  <a:lnTo>
                    <a:pt x="187" y="63"/>
                  </a:lnTo>
                  <a:lnTo>
                    <a:pt x="213" y="63"/>
                  </a:lnTo>
                  <a:lnTo>
                    <a:pt x="213" y="218"/>
                  </a:lnTo>
                  <a:lnTo>
                    <a:pt x="249" y="218"/>
                  </a:lnTo>
                  <a:lnTo>
                    <a:pt x="249" y="31"/>
                  </a:lnTo>
                  <a:lnTo>
                    <a:pt x="276" y="31"/>
                  </a:lnTo>
                  <a:lnTo>
                    <a:pt x="276" y="218"/>
                  </a:lnTo>
                  <a:lnTo>
                    <a:pt x="307" y="218"/>
                  </a:lnTo>
                  <a:lnTo>
                    <a:pt x="307" y="244"/>
                  </a:lnTo>
                  <a:lnTo>
                    <a:pt x="0" y="2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21" name="Google Shape;909;p34"/>
          <p:cNvGrpSpPr/>
          <p:nvPr/>
        </p:nvGrpSpPr>
        <p:grpSpPr>
          <a:xfrm flipH="1">
            <a:off x="3765296" y="1250737"/>
            <a:ext cx="571462" cy="570840"/>
            <a:chOff x="1101725" y="-2001838"/>
            <a:chExt cx="1460500" cy="1458912"/>
          </a:xfrm>
          <a:solidFill>
            <a:schemeClr val="bg1">
              <a:lumMod val="75000"/>
            </a:schemeClr>
          </a:solidFill>
        </p:grpSpPr>
        <p:sp>
          <p:nvSpPr>
            <p:cNvPr id="222" name="Google Shape;910;p34"/>
            <p:cNvSpPr/>
            <p:nvPr/>
          </p:nvSpPr>
          <p:spPr>
            <a:xfrm>
              <a:off x="1101725" y="-2001838"/>
              <a:ext cx="1460500" cy="1458912"/>
            </a:xfrm>
            <a:custGeom>
              <a:avLst/>
              <a:gdLst/>
              <a:ahLst/>
              <a:cxnLst/>
              <a:rect l="l" t="t" r="r" b="b"/>
              <a:pathLst>
                <a:path w="1459" h="1458" extrusionOk="0">
                  <a:moveTo>
                    <a:pt x="153" y="1458"/>
                  </a:moveTo>
                  <a:cubicBezTo>
                    <a:pt x="113" y="1458"/>
                    <a:pt x="73" y="1441"/>
                    <a:pt x="45" y="1413"/>
                  </a:cubicBezTo>
                  <a:cubicBezTo>
                    <a:pt x="17" y="1384"/>
                    <a:pt x="0" y="1345"/>
                    <a:pt x="1" y="1304"/>
                  </a:cubicBezTo>
                  <a:cubicBezTo>
                    <a:pt x="1" y="1264"/>
                    <a:pt x="17" y="1227"/>
                    <a:pt x="46" y="1200"/>
                  </a:cubicBezTo>
                  <a:cubicBezTo>
                    <a:pt x="455" y="811"/>
                    <a:pt x="455" y="811"/>
                    <a:pt x="455" y="811"/>
                  </a:cubicBezTo>
                  <a:cubicBezTo>
                    <a:pt x="452" y="805"/>
                    <a:pt x="452" y="805"/>
                    <a:pt x="452" y="805"/>
                  </a:cubicBezTo>
                  <a:cubicBezTo>
                    <a:pt x="405" y="724"/>
                    <a:pt x="381" y="632"/>
                    <a:pt x="381" y="539"/>
                  </a:cubicBezTo>
                  <a:cubicBezTo>
                    <a:pt x="381" y="241"/>
                    <a:pt x="623" y="0"/>
                    <a:pt x="920" y="0"/>
                  </a:cubicBezTo>
                  <a:cubicBezTo>
                    <a:pt x="1217" y="0"/>
                    <a:pt x="1459" y="241"/>
                    <a:pt x="1459" y="539"/>
                  </a:cubicBezTo>
                  <a:cubicBezTo>
                    <a:pt x="1459" y="836"/>
                    <a:pt x="1217" y="1077"/>
                    <a:pt x="920" y="1077"/>
                  </a:cubicBezTo>
                  <a:cubicBezTo>
                    <a:pt x="826" y="1077"/>
                    <a:pt x="734" y="1053"/>
                    <a:pt x="653" y="1007"/>
                  </a:cubicBezTo>
                  <a:cubicBezTo>
                    <a:pt x="648" y="1004"/>
                    <a:pt x="648" y="1004"/>
                    <a:pt x="648" y="1004"/>
                  </a:cubicBezTo>
                  <a:cubicBezTo>
                    <a:pt x="258" y="1413"/>
                    <a:pt x="258" y="1413"/>
                    <a:pt x="258" y="1413"/>
                  </a:cubicBezTo>
                  <a:cubicBezTo>
                    <a:pt x="231" y="1441"/>
                    <a:pt x="194" y="1457"/>
                    <a:pt x="155" y="1457"/>
                  </a:cubicBezTo>
                  <a:cubicBezTo>
                    <a:pt x="154" y="1458"/>
                    <a:pt x="153" y="1458"/>
                    <a:pt x="153" y="1458"/>
                  </a:cubicBezTo>
                  <a:cubicBezTo>
                    <a:pt x="153" y="1458"/>
                    <a:pt x="153" y="1458"/>
                    <a:pt x="153" y="1458"/>
                  </a:cubicBezTo>
                  <a:close/>
                  <a:moveTo>
                    <a:pt x="74" y="1230"/>
                  </a:moveTo>
                  <a:cubicBezTo>
                    <a:pt x="54" y="1250"/>
                    <a:pt x="43" y="1276"/>
                    <a:pt x="42" y="1304"/>
                  </a:cubicBezTo>
                  <a:cubicBezTo>
                    <a:pt x="42" y="1334"/>
                    <a:pt x="54" y="1363"/>
                    <a:pt x="75" y="1384"/>
                  </a:cubicBezTo>
                  <a:cubicBezTo>
                    <a:pt x="95" y="1404"/>
                    <a:pt x="123" y="1416"/>
                    <a:pt x="153" y="1416"/>
                  </a:cubicBezTo>
                  <a:cubicBezTo>
                    <a:pt x="154" y="1416"/>
                    <a:pt x="154" y="1416"/>
                    <a:pt x="154" y="1416"/>
                  </a:cubicBezTo>
                  <a:cubicBezTo>
                    <a:pt x="183" y="1416"/>
                    <a:pt x="209" y="1404"/>
                    <a:pt x="228" y="1384"/>
                  </a:cubicBezTo>
                  <a:cubicBezTo>
                    <a:pt x="522" y="1076"/>
                    <a:pt x="522" y="1076"/>
                    <a:pt x="522" y="1076"/>
                  </a:cubicBezTo>
                  <a:cubicBezTo>
                    <a:pt x="515" y="1070"/>
                    <a:pt x="515" y="1070"/>
                    <a:pt x="515" y="1070"/>
                  </a:cubicBezTo>
                  <a:cubicBezTo>
                    <a:pt x="467" y="1034"/>
                    <a:pt x="425" y="991"/>
                    <a:pt x="388" y="944"/>
                  </a:cubicBezTo>
                  <a:cubicBezTo>
                    <a:pt x="383" y="937"/>
                    <a:pt x="383" y="937"/>
                    <a:pt x="383" y="937"/>
                  </a:cubicBezTo>
                  <a:lnTo>
                    <a:pt x="74" y="1230"/>
                  </a:lnTo>
                  <a:close/>
                  <a:moveTo>
                    <a:pt x="413" y="908"/>
                  </a:moveTo>
                  <a:cubicBezTo>
                    <a:pt x="417" y="914"/>
                    <a:pt x="417" y="914"/>
                    <a:pt x="417" y="914"/>
                  </a:cubicBezTo>
                  <a:cubicBezTo>
                    <a:pt x="454" y="962"/>
                    <a:pt x="496" y="1005"/>
                    <a:pt x="545" y="1041"/>
                  </a:cubicBezTo>
                  <a:cubicBezTo>
                    <a:pt x="551" y="1045"/>
                    <a:pt x="551" y="1045"/>
                    <a:pt x="551" y="1045"/>
                  </a:cubicBezTo>
                  <a:cubicBezTo>
                    <a:pt x="612" y="981"/>
                    <a:pt x="612" y="981"/>
                    <a:pt x="612" y="981"/>
                  </a:cubicBezTo>
                  <a:cubicBezTo>
                    <a:pt x="605" y="975"/>
                    <a:pt x="605" y="975"/>
                    <a:pt x="605" y="975"/>
                  </a:cubicBezTo>
                  <a:cubicBezTo>
                    <a:pt x="558" y="941"/>
                    <a:pt x="517" y="901"/>
                    <a:pt x="483" y="854"/>
                  </a:cubicBezTo>
                  <a:cubicBezTo>
                    <a:pt x="478" y="846"/>
                    <a:pt x="478" y="846"/>
                    <a:pt x="478" y="846"/>
                  </a:cubicBezTo>
                  <a:lnTo>
                    <a:pt x="413" y="908"/>
                  </a:lnTo>
                  <a:close/>
                  <a:moveTo>
                    <a:pt x="920" y="41"/>
                  </a:moveTo>
                  <a:cubicBezTo>
                    <a:pt x="646" y="41"/>
                    <a:pt x="422" y="264"/>
                    <a:pt x="422" y="539"/>
                  </a:cubicBezTo>
                  <a:cubicBezTo>
                    <a:pt x="422" y="813"/>
                    <a:pt x="646" y="1036"/>
                    <a:pt x="920" y="1036"/>
                  </a:cubicBezTo>
                  <a:cubicBezTo>
                    <a:pt x="1194" y="1036"/>
                    <a:pt x="1417" y="813"/>
                    <a:pt x="1417" y="539"/>
                  </a:cubicBezTo>
                  <a:cubicBezTo>
                    <a:pt x="1417" y="264"/>
                    <a:pt x="1194" y="41"/>
                    <a:pt x="920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3" name="Google Shape;911;p34"/>
            <p:cNvSpPr/>
            <p:nvPr/>
          </p:nvSpPr>
          <p:spPr>
            <a:xfrm>
              <a:off x="1627187" y="-1857375"/>
              <a:ext cx="790575" cy="790575"/>
            </a:xfrm>
            <a:custGeom>
              <a:avLst/>
              <a:gdLst/>
              <a:ahLst/>
              <a:cxnLst/>
              <a:rect l="l" t="t" r="r" b="b"/>
              <a:pathLst>
                <a:path w="790" h="790" extrusionOk="0">
                  <a:moveTo>
                    <a:pt x="395" y="790"/>
                  </a:moveTo>
                  <a:cubicBezTo>
                    <a:pt x="177" y="790"/>
                    <a:pt x="0" y="612"/>
                    <a:pt x="0" y="395"/>
                  </a:cubicBezTo>
                  <a:cubicBezTo>
                    <a:pt x="0" y="371"/>
                    <a:pt x="2" y="348"/>
                    <a:pt x="6" y="326"/>
                  </a:cubicBezTo>
                  <a:cubicBezTo>
                    <a:pt x="8" y="316"/>
                    <a:pt x="16" y="308"/>
                    <a:pt x="26" y="308"/>
                  </a:cubicBezTo>
                  <a:cubicBezTo>
                    <a:pt x="27" y="308"/>
                    <a:pt x="29" y="308"/>
                    <a:pt x="30" y="309"/>
                  </a:cubicBezTo>
                  <a:cubicBezTo>
                    <a:pt x="35" y="310"/>
                    <a:pt x="40" y="313"/>
                    <a:pt x="43" y="317"/>
                  </a:cubicBezTo>
                  <a:cubicBezTo>
                    <a:pt x="47" y="322"/>
                    <a:pt x="48" y="327"/>
                    <a:pt x="47" y="333"/>
                  </a:cubicBezTo>
                  <a:cubicBezTo>
                    <a:pt x="45" y="343"/>
                    <a:pt x="44" y="354"/>
                    <a:pt x="43" y="365"/>
                  </a:cubicBezTo>
                  <a:cubicBezTo>
                    <a:pt x="42" y="374"/>
                    <a:pt x="42" y="374"/>
                    <a:pt x="42" y="374"/>
                  </a:cubicBezTo>
                  <a:cubicBezTo>
                    <a:pt x="177" y="374"/>
                    <a:pt x="177" y="374"/>
                    <a:pt x="177" y="374"/>
                  </a:cubicBezTo>
                  <a:cubicBezTo>
                    <a:pt x="178" y="366"/>
                    <a:pt x="178" y="366"/>
                    <a:pt x="178" y="366"/>
                  </a:cubicBezTo>
                  <a:cubicBezTo>
                    <a:pt x="181" y="274"/>
                    <a:pt x="202" y="187"/>
                    <a:pt x="237" y="121"/>
                  </a:cubicBezTo>
                  <a:cubicBezTo>
                    <a:pt x="244" y="108"/>
                    <a:pt x="252" y="96"/>
                    <a:pt x="260" y="84"/>
                  </a:cubicBezTo>
                  <a:cubicBezTo>
                    <a:pt x="277" y="60"/>
                    <a:pt x="277" y="60"/>
                    <a:pt x="277" y="60"/>
                  </a:cubicBezTo>
                  <a:cubicBezTo>
                    <a:pt x="250" y="72"/>
                    <a:pt x="250" y="72"/>
                    <a:pt x="250" y="72"/>
                  </a:cubicBezTo>
                  <a:cubicBezTo>
                    <a:pt x="220" y="85"/>
                    <a:pt x="192" y="103"/>
                    <a:pt x="167" y="124"/>
                  </a:cubicBezTo>
                  <a:cubicBezTo>
                    <a:pt x="164" y="127"/>
                    <a:pt x="159" y="129"/>
                    <a:pt x="154" y="129"/>
                  </a:cubicBezTo>
                  <a:cubicBezTo>
                    <a:pt x="148" y="129"/>
                    <a:pt x="142" y="126"/>
                    <a:pt x="138" y="121"/>
                  </a:cubicBezTo>
                  <a:cubicBezTo>
                    <a:pt x="135" y="117"/>
                    <a:pt x="133" y="112"/>
                    <a:pt x="133" y="106"/>
                  </a:cubicBezTo>
                  <a:cubicBezTo>
                    <a:pt x="134" y="101"/>
                    <a:pt x="136" y="96"/>
                    <a:pt x="141" y="92"/>
                  </a:cubicBezTo>
                  <a:cubicBezTo>
                    <a:pt x="212" y="32"/>
                    <a:pt x="302" y="0"/>
                    <a:pt x="395" y="0"/>
                  </a:cubicBezTo>
                  <a:cubicBezTo>
                    <a:pt x="613" y="0"/>
                    <a:pt x="790" y="177"/>
                    <a:pt x="790" y="395"/>
                  </a:cubicBezTo>
                  <a:cubicBezTo>
                    <a:pt x="790" y="612"/>
                    <a:pt x="613" y="790"/>
                    <a:pt x="395" y="790"/>
                  </a:cubicBezTo>
                  <a:close/>
                  <a:moveTo>
                    <a:pt x="219" y="424"/>
                  </a:moveTo>
                  <a:cubicBezTo>
                    <a:pt x="223" y="508"/>
                    <a:pt x="242" y="588"/>
                    <a:pt x="274" y="648"/>
                  </a:cubicBezTo>
                  <a:cubicBezTo>
                    <a:pt x="299" y="696"/>
                    <a:pt x="330" y="728"/>
                    <a:pt x="363" y="740"/>
                  </a:cubicBezTo>
                  <a:cubicBezTo>
                    <a:pt x="374" y="745"/>
                    <a:pt x="374" y="745"/>
                    <a:pt x="374" y="745"/>
                  </a:cubicBezTo>
                  <a:cubicBezTo>
                    <a:pt x="374" y="415"/>
                    <a:pt x="374" y="415"/>
                    <a:pt x="374" y="415"/>
                  </a:cubicBezTo>
                  <a:cubicBezTo>
                    <a:pt x="219" y="415"/>
                    <a:pt x="219" y="415"/>
                    <a:pt x="219" y="415"/>
                  </a:cubicBezTo>
                  <a:lnTo>
                    <a:pt x="219" y="424"/>
                  </a:lnTo>
                  <a:close/>
                  <a:moveTo>
                    <a:pt x="416" y="745"/>
                  </a:moveTo>
                  <a:cubicBezTo>
                    <a:pt x="427" y="740"/>
                    <a:pt x="427" y="740"/>
                    <a:pt x="427" y="740"/>
                  </a:cubicBezTo>
                  <a:cubicBezTo>
                    <a:pt x="460" y="728"/>
                    <a:pt x="491" y="696"/>
                    <a:pt x="516" y="648"/>
                  </a:cubicBezTo>
                  <a:cubicBezTo>
                    <a:pt x="548" y="588"/>
                    <a:pt x="567" y="508"/>
                    <a:pt x="571" y="424"/>
                  </a:cubicBezTo>
                  <a:cubicBezTo>
                    <a:pt x="571" y="415"/>
                    <a:pt x="571" y="415"/>
                    <a:pt x="571" y="415"/>
                  </a:cubicBezTo>
                  <a:cubicBezTo>
                    <a:pt x="416" y="415"/>
                    <a:pt x="416" y="415"/>
                    <a:pt x="416" y="415"/>
                  </a:cubicBezTo>
                  <a:lnTo>
                    <a:pt x="416" y="745"/>
                  </a:lnTo>
                  <a:close/>
                  <a:moveTo>
                    <a:pt x="43" y="424"/>
                  </a:moveTo>
                  <a:cubicBezTo>
                    <a:pt x="53" y="552"/>
                    <a:pt x="133" y="664"/>
                    <a:pt x="250" y="717"/>
                  </a:cubicBezTo>
                  <a:cubicBezTo>
                    <a:pt x="277" y="729"/>
                    <a:pt x="277" y="729"/>
                    <a:pt x="277" y="729"/>
                  </a:cubicBezTo>
                  <a:cubicBezTo>
                    <a:pt x="260" y="705"/>
                    <a:pt x="260" y="705"/>
                    <a:pt x="260" y="705"/>
                  </a:cubicBezTo>
                  <a:cubicBezTo>
                    <a:pt x="252" y="694"/>
                    <a:pt x="244" y="681"/>
                    <a:pt x="237" y="668"/>
                  </a:cubicBezTo>
                  <a:cubicBezTo>
                    <a:pt x="202" y="602"/>
                    <a:pt x="181" y="515"/>
                    <a:pt x="178" y="423"/>
                  </a:cubicBezTo>
                  <a:cubicBezTo>
                    <a:pt x="177" y="415"/>
                    <a:pt x="177" y="415"/>
                    <a:pt x="177" y="415"/>
                  </a:cubicBezTo>
                  <a:cubicBezTo>
                    <a:pt x="42" y="415"/>
                    <a:pt x="42" y="415"/>
                    <a:pt x="42" y="415"/>
                  </a:cubicBezTo>
                  <a:lnTo>
                    <a:pt x="43" y="424"/>
                  </a:lnTo>
                  <a:close/>
                  <a:moveTo>
                    <a:pt x="612" y="423"/>
                  </a:moveTo>
                  <a:cubicBezTo>
                    <a:pt x="609" y="515"/>
                    <a:pt x="587" y="602"/>
                    <a:pt x="553" y="668"/>
                  </a:cubicBezTo>
                  <a:cubicBezTo>
                    <a:pt x="546" y="681"/>
                    <a:pt x="538" y="694"/>
                    <a:pt x="530" y="705"/>
                  </a:cubicBezTo>
                  <a:cubicBezTo>
                    <a:pt x="513" y="729"/>
                    <a:pt x="513" y="729"/>
                    <a:pt x="513" y="729"/>
                  </a:cubicBezTo>
                  <a:cubicBezTo>
                    <a:pt x="540" y="717"/>
                    <a:pt x="540" y="717"/>
                    <a:pt x="540" y="717"/>
                  </a:cubicBezTo>
                  <a:cubicBezTo>
                    <a:pt x="657" y="664"/>
                    <a:pt x="737" y="552"/>
                    <a:pt x="747" y="424"/>
                  </a:cubicBezTo>
                  <a:cubicBezTo>
                    <a:pt x="748" y="415"/>
                    <a:pt x="748" y="415"/>
                    <a:pt x="748" y="415"/>
                  </a:cubicBezTo>
                  <a:cubicBezTo>
                    <a:pt x="613" y="415"/>
                    <a:pt x="613" y="415"/>
                    <a:pt x="613" y="415"/>
                  </a:cubicBezTo>
                  <a:lnTo>
                    <a:pt x="612" y="423"/>
                  </a:lnTo>
                  <a:close/>
                  <a:moveTo>
                    <a:pt x="530" y="84"/>
                  </a:moveTo>
                  <a:cubicBezTo>
                    <a:pt x="538" y="95"/>
                    <a:pt x="545" y="108"/>
                    <a:pt x="553" y="121"/>
                  </a:cubicBezTo>
                  <a:cubicBezTo>
                    <a:pt x="587" y="187"/>
                    <a:pt x="609" y="274"/>
                    <a:pt x="612" y="366"/>
                  </a:cubicBezTo>
                  <a:cubicBezTo>
                    <a:pt x="613" y="374"/>
                    <a:pt x="613" y="374"/>
                    <a:pt x="613" y="374"/>
                  </a:cubicBezTo>
                  <a:cubicBezTo>
                    <a:pt x="748" y="374"/>
                    <a:pt x="748" y="374"/>
                    <a:pt x="748" y="374"/>
                  </a:cubicBezTo>
                  <a:cubicBezTo>
                    <a:pt x="747" y="365"/>
                    <a:pt x="747" y="365"/>
                    <a:pt x="747" y="365"/>
                  </a:cubicBezTo>
                  <a:cubicBezTo>
                    <a:pt x="737" y="237"/>
                    <a:pt x="657" y="125"/>
                    <a:pt x="540" y="72"/>
                  </a:cubicBezTo>
                  <a:cubicBezTo>
                    <a:pt x="513" y="60"/>
                    <a:pt x="513" y="60"/>
                    <a:pt x="513" y="60"/>
                  </a:cubicBezTo>
                  <a:lnTo>
                    <a:pt x="530" y="84"/>
                  </a:lnTo>
                  <a:close/>
                  <a:moveTo>
                    <a:pt x="416" y="374"/>
                  </a:moveTo>
                  <a:cubicBezTo>
                    <a:pt x="571" y="374"/>
                    <a:pt x="571" y="374"/>
                    <a:pt x="571" y="374"/>
                  </a:cubicBezTo>
                  <a:cubicBezTo>
                    <a:pt x="571" y="365"/>
                    <a:pt x="571" y="365"/>
                    <a:pt x="571" y="365"/>
                  </a:cubicBezTo>
                  <a:cubicBezTo>
                    <a:pt x="567" y="281"/>
                    <a:pt x="548" y="201"/>
                    <a:pt x="516" y="141"/>
                  </a:cubicBezTo>
                  <a:cubicBezTo>
                    <a:pt x="491" y="93"/>
                    <a:pt x="460" y="62"/>
                    <a:pt x="427" y="49"/>
                  </a:cubicBezTo>
                  <a:cubicBezTo>
                    <a:pt x="416" y="44"/>
                    <a:pt x="416" y="44"/>
                    <a:pt x="416" y="44"/>
                  </a:cubicBezTo>
                  <a:lnTo>
                    <a:pt x="416" y="374"/>
                  </a:lnTo>
                  <a:close/>
                  <a:moveTo>
                    <a:pt x="363" y="49"/>
                  </a:moveTo>
                  <a:cubicBezTo>
                    <a:pt x="330" y="62"/>
                    <a:pt x="299" y="93"/>
                    <a:pt x="274" y="141"/>
                  </a:cubicBezTo>
                  <a:cubicBezTo>
                    <a:pt x="242" y="201"/>
                    <a:pt x="223" y="281"/>
                    <a:pt x="219" y="365"/>
                  </a:cubicBezTo>
                  <a:cubicBezTo>
                    <a:pt x="219" y="374"/>
                    <a:pt x="219" y="374"/>
                    <a:pt x="219" y="374"/>
                  </a:cubicBezTo>
                  <a:cubicBezTo>
                    <a:pt x="374" y="374"/>
                    <a:pt x="374" y="374"/>
                    <a:pt x="374" y="374"/>
                  </a:cubicBezTo>
                  <a:cubicBezTo>
                    <a:pt x="374" y="44"/>
                    <a:pt x="374" y="44"/>
                    <a:pt x="374" y="44"/>
                  </a:cubicBezTo>
                  <a:lnTo>
                    <a:pt x="363" y="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4" name="Google Shape;912;p34"/>
            <p:cNvSpPr/>
            <p:nvPr/>
          </p:nvSpPr>
          <p:spPr>
            <a:xfrm>
              <a:off x="1674812" y="-1670050"/>
              <a:ext cx="44450" cy="39687"/>
            </a:xfrm>
            <a:custGeom>
              <a:avLst/>
              <a:gdLst/>
              <a:ahLst/>
              <a:cxnLst/>
              <a:rect l="l" t="t" r="r" b="b"/>
              <a:pathLst>
                <a:path w="45" h="41" extrusionOk="0">
                  <a:moveTo>
                    <a:pt x="24" y="41"/>
                  </a:moveTo>
                  <a:cubicBezTo>
                    <a:pt x="20" y="41"/>
                    <a:pt x="17" y="40"/>
                    <a:pt x="13" y="38"/>
                  </a:cubicBezTo>
                  <a:cubicBezTo>
                    <a:pt x="4" y="33"/>
                    <a:pt x="0" y="2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4"/>
                    <a:pt x="16" y="0"/>
                    <a:pt x="24" y="0"/>
                  </a:cubicBezTo>
                  <a:cubicBezTo>
                    <a:pt x="27" y="0"/>
                    <a:pt x="31" y="1"/>
                    <a:pt x="34" y="2"/>
                  </a:cubicBezTo>
                  <a:cubicBezTo>
                    <a:pt x="39" y="5"/>
                    <a:pt x="42" y="10"/>
                    <a:pt x="44" y="15"/>
                  </a:cubicBezTo>
                  <a:cubicBezTo>
                    <a:pt x="45" y="20"/>
                    <a:pt x="45" y="26"/>
                    <a:pt x="42" y="31"/>
                  </a:cubicBezTo>
                  <a:cubicBezTo>
                    <a:pt x="38" y="37"/>
                    <a:pt x="31" y="41"/>
                    <a:pt x="24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25" name="Google Shape;913;p34"/>
          <p:cNvGrpSpPr/>
          <p:nvPr/>
        </p:nvGrpSpPr>
        <p:grpSpPr>
          <a:xfrm flipH="1">
            <a:off x="7143326" y="4318367"/>
            <a:ext cx="362942" cy="484148"/>
            <a:chOff x="10768013" y="-9331325"/>
            <a:chExt cx="850900" cy="1135062"/>
          </a:xfrm>
          <a:solidFill>
            <a:schemeClr val="bg1">
              <a:lumMod val="75000"/>
            </a:schemeClr>
          </a:solidFill>
        </p:grpSpPr>
        <p:sp>
          <p:nvSpPr>
            <p:cNvPr id="226" name="Google Shape;914;p34"/>
            <p:cNvSpPr/>
            <p:nvPr/>
          </p:nvSpPr>
          <p:spPr>
            <a:xfrm>
              <a:off x="10875963" y="-9331325"/>
              <a:ext cx="635000" cy="493712"/>
            </a:xfrm>
            <a:custGeom>
              <a:avLst/>
              <a:gdLst/>
              <a:ahLst/>
              <a:cxnLst/>
              <a:rect l="l" t="t" r="r" b="b"/>
              <a:pathLst>
                <a:path w="634" h="493" extrusionOk="0">
                  <a:moveTo>
                    <a:pt x="317" y="0"/>
                  </a:moveTo>
                  <a:cubicBezTo>
                    <a:pt x="142" y="0"/>
                    <a:pt x="0" y="143"/>
                    <a:pt x="0" y="318"/>
                  </a:cubicBezTo>
                  <a:cubicBezTo>
                    <a:pt x="0" y="473"/>
                    <a:pt x="0" y="473"/>
                    <a:pt x="0" y="473"/>
                  </a:cubicBezTo>
                  <a:cubicBezTo>
                    <a:pt x="0" y="484"/>
                    <a:pt x="8" y="493"/>
                    <a:pt x="19" y="493"/>
                  </a:cubicBezTo>
                  <a:cubicBezTo>
                    <a:pt x="125" y="493"/>
                    <a:pt x="125" y="493"/>
                    <a:pt x="125" y="493"/>
                  </a:cubicBezTo>
                  <a:cubicBezTo>
                    <a:pt x="136" y="493"/>
                    <a:pt x="144" y="484"/>
                    <a:pt x="144" y="473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4" y="223"/>
                    <a:pt x="222" y="145"/>
                    <a:pt x="317" y="145"/>
                  </a:cubicBezTo>
                  <a:cubicBezTo>
                    <a:pt x="412" y="145"/>
                    <a:pt x="490" y="223"/>
                    <a:pt x="490" y="318"/>
                  </a:cubicBezTo>
                  <a:cubicBezTo>
                    <a:pt x="490" y="473"/>
                    <a:pt x="490" y="473"/>
                    <a:pt x="490" y="473"/>
                  </a:cubicBezTo>
                  <a:cubicBezTo>
                    <a:pt x="490" y="484"/>
                    <a:pt x="498" y="493"/>
                    <a:pt x="509" y="493"/>
                  </a:cubicBezTo>
                  <a:cubicBezTo>
                    <a:pt x="615" y="493"/>
                    <a:pt x="615" y="493"/>
                    <a:pt x="615" y="493"/>
                  </a:cubicBezTo>
                  <a:cubicBezTo>
                    <a:pt x="626" y="493"/>
                    <a:pt x="634" y="484"/>
                    <a:pt x="634" y="473"/>
                  </a:cubicBezTo>
                  <a:cubicBezTo>
                    <a:pt x="634" y="318"/>
                    <a:pt x="634" y="318"/>
                    <a:pt x="634" y="318"/>
                  </a:cubicBezTo>
                  <a:cubicBezTo>
                    <a:pt x="634" y="143"/>
                    <a:pt x="492" y="0"/>
                    <a:pt x="317" y="0"/>
                  </a:cubicBezTo>
                  <a:close/>
                  <a:moveTo>
                    <a:pt x="596" y="454"/>
                  </a:moveTo>
                  <a:cubicBezTo>
                    <a:pt x="528" y="454"/>
                    <a:pt x="528" y="454"/>
                    <a:pt x="528" y="454"/>
                  </a:cubicBezTo>
                  <a:cubicBezTo>
                    <a:pt x="528" y="318"/>
                    <a:pt x="528" y="318"/>
                    <a:pt x="528" y="318"/>
                  </a:cubicBezTo>
                  <a:cubicBezTo>
                    <a:pt x="528" y="202"/>
                    <a:pt x="433" y="107"/>
                    <a:pt x="317" y="107"/>
                  </a:cubicBezTo>
                  <a:cubicBezTo>
                    <a:pt x="201" y="107"/>
                    <a:pt x="106" y="202"/>
                    <a:pt x="106" y="318"/>
                  </a:cubicBezTo>
                  <a:cubicBezTo>
                    <a:pt x="106" y="454"/>
                    <a:pt x="106" y="454"/>
                    <a:pt x="106" y="454"/>
                  </a:cubicBezTo>
                  <a:cubicBezTo>
                    <a:pt x="38" y="454"/>
                    <a:pt x="38" y="454"/>
                    <a:pt x="38" y="454"/>
                  </a:cubicBezTo>
                  <a:cubicBezTo>
                    <a:pt x="38" y="318"/>
                    <a:pt x="38" y="318"/>
                    <a:pt x="38" y="318"/>
                  </a:cubicBezTo>
                  <a:cubicBezTo>
                    <a:pt x="38" y="164"/>
                    <a:pt x="163" y="39"/>
                    <a:pt x="317" y="39"/>
                  </a:cubicBezTo>
                  <a:cubicBezTo>
                    <a:pt x="471" y="39"/>
                    <a:pt x="596" y="164"/>
                    <a:pt x="596" y="318"/>
                  </a:cubicBezTo>
                  <a:lnTo>
                    <a:pt x="596" y="454"/>
                  </a:lnTo>
                  <a:close/>
                  <a:moveTo>
                    <a:pt x="596" y="454"/>
                  </a:moveTo>
                  <a:cubicBezTo>
                    <a:pt x="596" y="454"/>
                    <a:pt x="596" y="454"/>
                    <a:pt x="596" y="45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7" name="Google Shape;915;p34"/>
            <p:cNvSpPr/>
            <p:nvPr/>
          </p:nvSpPr>
          <p:spPr>
            <a:xfrm>
              <a:off x="10768013" y="-8875713"/>
              <a:ext cx="850900" cy="679450"/>
            </a:xfrm>
            <a:custGeom>
              <a:avLst/>
              <a:gdLst/>
              <a:ahLst/>
              <a:cxnLst/>
              <a:rect l="l" t="t" r="r" b="b"/>
              <a:pathLst>
                <a:path w="850" h="680" extrusionOk="0">
                  <a:moveTo>
                    <a:pt x="767" y="0"/>
                  </a:moveTo>
                  <a:cubicBezTo>
                    <a:pt x="83" y="0"/>
                    <a:pt x="83" y="0"/>
                    <a:pt x="83" y="0"/>
                  </a:cubicBezTo>
                  <a:cubicBezTo>
                    <a:pt x="37" y="0"/>
                    <a:pt x="0" y="37"/>
                    <a:pt x="0" y="83"/>
                  </a:cubicBezTo>
                  <a:cubicBezTo>
                    <a:pt x="0" y="598"/>
                    <a:pt x="0" y="598"/>
                    <a:pt x="0" y="598"/>
                  </a:cubicBezTo>
                  <a:cubicBezTo>
                    <a:pt x="0" y="643"/>
                    <a:pt x="37" y="680"/>
                    <a:pt x="83" y="680"/>
                  </a:cubicBezTo>
                  <a:cubicBezTo>
                    <a:pt x="767" y="680"/>
                    <a:pt x="767" y="680"/>
                    <a:pt x="767" y="680"/>
                  </a:cubicBezTo>
                  <a:cubicBezTo>
                    <a:pt x="813" y="680"/>
                    <a:pt x="850" y="643"/>
                    <a:pt x="850" y="598"/>
                  </a:cubicBezTo>
                  <a:cubicBezTo>
                    <a:pt x="850" y="83"/>
                    <a:pt x="850" y="83"/>
                    <a:pt x="850" y="83"/>
                  </a:cubicBezTo>
                  <a:cubicBezTo>
                    <a:pt x="850" y="37"/>
                    <a:pt x="813" y="0"/>
                    <a:pt x="767" y="0"/>
                  </a:cubicBezTo>
                  <a:close/>
                  <a:moveTo>
                    <a:pt x="811" y="598"/>
                  </a:moveTo>
                  <a:cubicBezTo>
                    <a:pt x="811" y="622"/>
                    <a:pt x="792" y="642"/>
                    <a:pt x="767" y="642"/>
                  </a:cubicBezTo>
                  <a:cubicBezTo>
                    <a:pt x="83" y="642"/>
                    <a:pt x="83" y="642"/>
                    <a:pt x="83" y="642"/>
                  </a:cubicBezTo>
                  <a:cubicBezTo>
                    <a:pt x="58" y="642"/>
                    <a:pt x="39" y="622"/>
                    <a:pt x="39" y="598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9" y="58"/>
                    <a:pt x="58" y="39"/>
                    <a:pt x="83" y="39"/>
                  </a:cubicBezTo>
                  <a:cubicBezTo>
                    <a:pt x="767" y="39"/>
                    <a:pt x="767" y="39"/>
                    <a:pt x="767" y="39"/>
                  </a:cubicBezTo>
                  <a:cubicBezTo>
                    <a:pt x="792" y="39"/>
                    <a:pt x="811" y="58"/>
                    <a:pt x="811" y="83"/>
                  </a:cubicBezTo>
                  <a:lnTo>
                    <a:pt x="811" y="598"/>
                  </a:lnTo>
                  <a:close/>
                  <a:moveTo>
                    <a:pt x="811" y="598"/>
                  </a:moveTo>
                  <a:cubicBezTo>
                    <a:pt x="811" y="598"/>
                    <a:pt x="811" y="598"/>
                    <a:pt x="811" y="59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8" name="Google Shape;916;p34"/>
            <p:cNvSpPr/>
            <p:nvPr/>
          </p:nvSpPr>
          <p:spPr>
            <a:xfrm>
              <a:off x="11093450" y="-8686800"/>
              <a:ext cx="200025" cy="301625"/>
            </a:xfrm>
            <a:custGeom>
              <a:avLst/>
              <a:gdLst/>
              <a:ahLst/>
              <a:cxnLst/>
              <a:rect l="l" t="t" r="r" b="b"/>
              <a:pathLst>
                <a:path w="200" h="302" extrusionOk="0">
                  <a:moveTo>
                    <a:pt x="164" y="176"/>
                  </a:moveTo>
                  <a:cubicBezTo>
                    <a:pt x="187" y="157"/>
                    <a:pt x="200" y="130"/>
                    <a:pt x="200" y="100"/>
                  </a:cubicBezTo>
                  <a:cubicBezTo>
                    <a:pt x="200" y="45"/>
                    <a:pt x="155" y="0"/>
                    <a:pt x="100" y="0"/>
                  </a:cubicBezTo>
                  <a:cubicBezTo>
                    <a:pt x="45" y="0"/>
                    <a:pt x="0" y="45"/>
                    <a:pt x="0" y="100"/>
                  </a:cubicBezTo>
                  <a:cubicBezTo>
                    <a:pt x="0" y="130"/>
                    <a:pt x="13" y="157"/>
                    <a:pt x="36" y="176"/>
                  </a:cubicBezTo>
                  <a:cubicBezTo>
                    <a:pt x="14" y="279"/>
                    <a:pt x="14" y="279"/>
                    <a:pt x="14" y="279"/>
                  </a:cubicBezTo>
                  <a:cubicBezTo>
                    <a:pt x="13" y="285"/>
                    <a:pt x="14" y="291"/>
                    <a:pt x="18" y="295"/>
                  </a:cubicBezTo>
                  <a:cubicBezTo>
                    <a:pt x="22" y="300"/>
                    <a:pt x="27" y="302"/>
                    <a:pt x="33" y="302"/>
                  </a:cubicBezTo>
                  <a:cubicBezTo>
                    <a:pt x="167" y="302"/>
                    <a:pt x="167" y="302"/>
                    <a:pt x="167" y="302"/>
                  </a:cubicBezTo>
                  <a:cubicBezTo>
                    <a:pt x="173" y="302"/>
                    <a:pt x="179" y="300"/>
                    <a:pt x="182" y="295"/>
                  </a:cubicBezTo>
                  <a:cubicBezTo>
                    <a:pt x="186" y="291"/>
                    <a:pt x="187" y="285"/>
                    <a:pt x="186" y="279"/>
                  </a:cubicBezTo>
                  <a:lnTo>
                    <a:pt x="164" y="176"/>
                  </a:lnTo>
                  <a:close/>
                  <a:moveTo>
                    <a:pt x="133" y="152"/>
                  </a:moveTo>
                  <a:cubicBezTo>
                    <a:pt x="126" y="156"/>
                    <a:pt x="123" y="164"/>
                    <a:pt x="124" y="17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56" y="264"/>
                    <a:pt x="56" y="264"/>
                    <a:pt x="56" y="264"/>
                  </a:cubicBezTo>
                  <a:cubicBezTo>
                    <a:pt x="76" y="172"/>
                    <a:pt x="76" y="172"/>
                    <a:pt x="76" y="172"/>
                  </a:cubicBezTo>
                  <a:cubicBezTo>
                    <a:pt x="77" y="164"/>
                    <a:pt x="74" y="156"/>
                    <a:pt x="67" y="152"/>
                  </a:cubicBezTo>
                  <a:cubicBezTo>
                    <a:pt x="49" y="141"/>
                    <a:pt x="38" y="121"/>
                    <a:pt x="38" y="100"/>
                  </a:cubicBezTo>
                  <a:cubicBezTo>
                    <a:pt x="38" y="66"/>
                    <a:pt x="66" y="39"/>
                    <a:pt x="100" y="39"/>
                  </a:cubicBezTo>
                  <a:cubicBezTo>
                    <a:pt x="134" y="39"/>
                    <a:pt x="162" y="66"/>
                    <a:pt x="162" y="100"/>
                  </a:cubicBezTo>
                  <a:cubicBezTo>
                    <a:pt x="162" y="121"/>
                    <a:pt x="151" y="141"/>
                    <a:pt x="133" y="152"/>
                  </a:cubicBezTo>
                  <a:close/>
                  <a:moveTo>
                    <a:pt x="133" y="152"/>
                  </a:moveTo>
                  <a:cubicBezTo>
                    <a:pt x="133" y="152"/>
                    <a:pt x="133" y="152"/>
                    <a:pt x="133" y="15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29" name="Google Shape;917;p34"/>
          <p:cNvGrpSpPr/>
          <p:nvPr/>
        </p:nvGrpSpPr>
        <p:grpSpPr>
          <a:xfrm flipH="1">
            <a:off x="7038080" y="3550150"/>
            <a:ext cx="464511" cy="484148"/>
            <a:chOff x="2979788" y="4960161"/>
            <a:chExt cx="931542" cy="970922"/>
          </a:xfrm>
          <a:solidFill>
            <a:schemeClr val="bg1">
              <a:lumMod val="75000"/>
            </a:schemeClr>
          </a:solidFill>
        </p:grpSpPr>
        <p:sp>
          <p:nvSpPr>
            <p:cNvPr id="230" name="Google Shape;918;p34"/>
            <p:cNvSpPr/>
            <p:nvPr/>
          </p:nvSpPr>
          <p:spPr>
            <a:xfrm>
              <a:off x="2979788" y="5348530"/>
              <a:ext cx="727852" cy="582553"/>
            </a:xfrm>
            <a:custGeom>
              <a:avLst/>
              <a:gdLst/>
              <a:ahLst/>
              <a:cxnLst/>
              <a:rect l="l" t="t" r="r" b="b"/>
              <a:pathLst>
                <a:path w="727852" h="582553" extrusionOk="0">
                  <a:moveTo>
                    <a:pt x="71072" y="33411"/>
                  </a:moveTo>
                  <a:cubicBezTo>
                    <a:pt x="49665" y="33411"/>
                    <a:pt x="33395" y="49689"/>
                    <a:pt x="33395" y="71106"/>
                  </a:cubicBezTo>
                  <a:cubicBezTo>
                    <a:pt x="33395" y="71106"/>
                    <a:pt x="33395" y="71106"/>
                    <a:pt x="33395" y="512304"/>
                  </a:cubicBezTo>
                  <a:cubicBezTo>
                    <a:pt x="33395" y="532865"/>
                    <a:pt x="49665" y="549999"/>
                    <a:pt x="71072" y="549999"/>
                  </a:cubicBezTo>
                  <a:cubicBezTo>
                    <a:pt x="71072" y="549999"/>
                    <a:pt x="71072" y="549999"/>
                    <a:pt x="657636" y="549999"/>
                  </a:cubicBezTo>
                  <a:cubicBezTo>
                    <a:pt x="678187" y="549999"/>
                    <a:pt x="695313" y="532865"/>
                    <a:pt x="695313" y="512304"/>
                  </a:cubicBezTo>
                  <a:cubicBezTo>
                    <a:pt x="695313" y="512304"/>
                    <a:pt x="695313" y="512304"/>
                    <a:pt x="695313" y="71106"/>
                  </a:cubicBezTo>
                  <a:cubicBezTo>
                    <a:pt x="695313" y="49689"/>
                    <a:pt x="678187" y="33411"/>
                    <a:pt x="657636" y="33411"/>
                  </a:cubicBezTo>
                  <a:cubicBezTo>
                    <a:pt x="657636" y="33411"/>
                    <a:pt x="657636" y="33411"/>
                    <a:pt x="619103" y="33411"/>
                  </a:cubicBezTo>
                  <a:cubicBezTo>
                    <a:pt x="619103" y="33411"/>
                    <a:pt x="619103" y="33411"/>
                    <a:pt x="528335" y="33411"/>
                  </a:cubicBezTo>
                  <a:cubicBezTo>
                    <a:pt x="528335" y="33411"/>
                    <a:pt x="528335" y="33411"/>
                    <a:pt x="308053" y="33411"/>
                  </a:cubicBezTo>
                  <a:lnTo>
                    <a:pt x="201000" y="33411"/>
                  </a:lnTo>
                  <a:lnTo>
                    <a:pt x="199786" y="33948"/>
                  </a:lnTo>
                  <a:cubicBezTo>
                    <a:pt x="199786" y="33948"/>
                    <a:pt x="199786" y="33948"/>
                    <a:pt x="109823" y="33948"/>
                  </a:cubicBezTo>
                  <a:lnTo>
                    <a:pt x="108608" y="33411"/>
                  </a:lnTo>
                  <a:lnTo>
                    <a:pt x="104040" y="33411"/>
                  </a:lnTo>
                  <a:cubicBezTo>
                    <a:pt x="99331" y="33411"/>
                    <a:pt x="89911" y="33411"/>
                    <a:pt x="71072" y="33411"/>
                  </a:cubicBezTo>
                  <a:close/>
                  <a:moveTo>
                    <a:pt x="71072" y="0"/>
                  </a:moveTo>
                  <a:cubicBezTo>
                    <a:pt x="71072" y="0"/>
                    <a:pt x="71072" y="0"/>
                    <a:pt x="92480" y="0"/>
                  </a:cubicBezTo>
                  <a:cubicBezTo>
                    <a:pt x="92480" y="0"/>
                    <a:pt x="92480" y="0"/>
                    <a:pt x="92480" y="16277"/>
                  </a:cubicBezTo>
                  <a:cubicBezTo>
                    <a:pt x="92480" y="20989"/>
                    <a:pt x="94193" y="25273"/>
                    <a:pt x="97083" y="28378"/>
                  </a:cubicBezTo>
                  <a:lnTo>
                    <a:pt x="102983" y="30924"/>
                  </a:lnTo>
                  <a:lnTo>
                    <a:pt x="98259" y="28834"/>
                  </a:lnTo>
                  <a:cubicBezTo>
                    <a:pt x="95395" y="25679"/>
                    <a:pt x="93697" y="21327"/>
                    <a:pt x="93697" y="16539"/>
                  </a:cubicBezTo>
                  <a:cubicBezTo>
                    <a:pt x="93697" y="16539"/>
                    <a:pt x="93697" y="16539"/>
                    <a:pt x="93697" y="0"/>
                  </a:cubicBezTo>
                  <a:cubicBezTo>
                    <a:pt x="93697" y="0"/>
                    <a:pt x="93697" y="0"/>
                    <a:pt x="125948" y="0"/>
                  </a:cubicBezTo>
                  <a:cubicBezTo>
                    <a:pt x="125948" y="0"/>
                    <a:pt x="125948" y="0"/>
                    <a:pt x="183660" y="0"/>
                  </a:cubicBezTo>
                  <a:cubicBezTo>
                    <a:pt x="183660" y="0"/>
                    <a:pt x="183660" y="0"/>
                    <a:pt x="197266" y="0"/>
                  </a:cubicBezTo>
                  <a:lnTo>
                    <a:pt x="215787" y="0"/>
                  </a:lnTo>
                  <a:lnTo>
                    <a:pt x="215911" y="0"/>
                  </a:lnTo>
                  <a:lnTo>
                    <a:pt x="220416" y="0"/>
                  </a:lnTo>
                  <a:cubicBezTo>
                    <a:pt x="234304" y="0"/>
                    <a:pt x="289857" y="0"/>
                    <a:pt x="512065" y="0"/>
                  </a:cubicBezTo>
                  <a:cubicBezTo>
                    <a:pt x="512065" y="0"/>
                    <a:pt x="512065" y="0"/>
                    <a:pt x="544605" y="0"/>
                  </a:cubicBezTo>
                  <a:cubicBezTo>
                    <a:pt x="544605" y="0"/>
                    <a:pt x="544605" y="0"/>
                    <a:pt x="602833" y="0"/>
                  </a:cubicBezTo>
                  <a:cubicBezTo>
                    <a:pt x="602833" y="0"/>
                    <a:pt x="602833" y="0"/>
                    <a:pt x="636228" y="0"/>
                  </a:cubicBezTo>
                  <a:cubicBezTo>
                    <a:pt x="636228" y="0"/>
                    <a:pt x="636228" y="0"/>
                    <a:pt x="657636" y="0"/>
                  </a:cubicBezTo>
                  <a:cubicBezTo>
                    <a:pt x="696169" y="0"/>
                    <a:pt x="727852" y="31698"/>
                    <a:pt x="727852" y="71106"/>
                  </a:cubicBezTo>
                  <a:cubicBezTo>
                    <a:pt x="727852" y="71106"/>
                    <a:pt x="727852" y="71106"/>
                    <a:pt x="727852" y="512304"/>
                  </a:cubicBezTo>
                  <a:cubicBezTo>
                    <a:pt x="727852" y="550855"/>
                    <a:pt x="696169" y="582553"/>
                    <a:pt x="657636" y="582553"/>
                  </a:cubicBezTo>
                  <a:cubicBezTo>
                    <a:pt x="657636" y="582553"/>
                    <a:pt x="657636" y="582553"/>
                    <a:pt x="71072" y="582553"/>
                  </a:cubicBezTo>
                  <a:cubicBezTo>
                    <a:pt x="31683" y="582553"/>
                    <a:pt x="0" y="550855"/>
                    <a:pt x="0" y="512304"/>
                  </a:cubicBezTo>
                  <a:cubicBezTo>
                    <a:pt x="0" y="512304"/>
                    <a:pt x="0" y="512304"/>
                    <a:pt x="0" y="71106"/>
                  </a:cubicBezTo>
                  <a:cubicBezTo>
                    <a:pt x="0" y="31698"/>
                    <a:pt x="31683" y="0"/>
                    <a:pt x="7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1" name="Google Shape;919;p34"/>
            <p:cNvSpPr/>
            <p:nvPr/>
          </p:nvSpPr>
          <p:spPr>
            <a:xfrm>
              <a:off x="3258164" y="5510124"/>
              <a:ext cx="171100" cy="259365"/>
            </a:xfrm>
            <a:custGeom>
              <a:avLst/>
              <a:gdLst/>
              <a:ahLst/>
              <a:cxnLst/>
              <a:rect l="l" t="t" r="r" b="b"/>
              <a:pathLst>
                <a:path w="200" h="302" extrusionOk="0">
                  <a:moveTo>
                    <a:pt x="200" y="100"/>
                  </a:moveTo>
                  <a:cubicBezTo>
                    <a:pt x="200" y="45"/>
                    <a:pt x="155" y="0"/>
                    <a:pt x="100" y="0"/>
                  </a:cubicBezTo>
                  <a:cubicBezTo>
                    <a:pt x="45" y="0"/>
                    <a:pt x="0" y="45"/>
                    <a:pt x="0" y="100"/>
                  </a:cubicBezTo>
                  <a:cubicBezTo>
                    <a:pt x="0" y="130"/>
                    <a:pt x="13" y="158"/>
                    <a:pt x="36" y="176"/>
                  </a:cubicBezTo>
                  <a:cubicBezTo>
                    <a:pt x="14" y="279"/>
                    <a:pt x="14" y="279"/>
                    <a:pt x="14" y="279"/>
                  </a:cubicBezTo>
                  <a:cubicBezTo>
                    <a:pt x="13" y="285"/>
                    <a:pt x="14" y="291"/>
                    <a:pt x="18" y="295"/>
                  </a:cubicBezTo>
                  <a:cubicBezTo>
                    <a:pt x="22" y="300"/>
                    <a:pt x="27" y="302"/>
                    <a:pt x="33" y="302"/>
                  </a:cubicBezTo>
                  <a:cubicBezTo>
                    <a:pt x="167" y="302"/>
                    <a:pt x="167" y="302"/>
                    <a:pt x="167" y="302"/>
                  </a:cubicBezTo>
                  <a:cubicBezTo>
                    <a:pt x="173" y="302"/>
                    <a:pt x="179" y="300"/>
                    <a:pt x="182" y="295"/>
                  </a:cubicBezTo>
                  <a:cubicBezTo>
                    <a:pt x="186" y="291"/>
                    <a:pt x="187" y="285"/>
                    <a:pt x="186" y="279"/>
                  </a:cubicBezTo>
                  <a:cubicBezTo>
                    <a:pt x="165" y="176"/>
                    <a:pt x="165" y="176"/>
                    <a:pt x="165" y="176"/>
                  </a:cubicBezTo>
                  <a:cubicBezTo>
                    <a:pt x="187" y="158"/>
                    <a:pt x="200" y="130"/>
                    <a:pt x="200" y="100"/>
                  </a:cubicBezTo>
                  <a:close/>
                  <a:moveTo>
                    <a:pt x="133" y="152"/>
                  </a:moveTo>
                  <a:cubicBezTo>
                    <a:pt x="126" y="156"/>
                    <a:pt x="123" y="164"/>
                    <a:pt x="125" y="17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57" y="264"/>
                    <a:pt x="57" y="264"/>
                    <a:pt x="57" y="264"/>
                  </a:cubicBezTo>
                  <a:cubicBezTo>
                    <a:pt x="76" y="172"/>
                    <a:pt x="76" y="172"/>
                    <a:pt x="76" y="172"/>
                  </a:cubicBezTo>
                  <a:cubicBezTo>
                    <a:pt x="77" y="164"/>
                    <a:pt x="74" y="156"/>
                    <a:pt x="67" y="152"/>
                  </a:cubicBezTo>
                  <a:cubicBezTo>
                    <a:pt x="49" y="141"/>
                    <a:pt x="39" y="121"/>
                    <a:pt x="39" y="100"/>
                  </a:cubicBezTo>
                  <a:cubicBezTo>
                    <a:pt x="39" y="66"/>
                    <a:pt x="66" y="39"/>
                    <a:pt x="100" y="39"/>
                  </a:cubicBezTo>
                  <a:cubicBezTo>
                    <a:pt x="134" y="39"/>
                    <a:pt x="162" y="66"/>
                    <a:pt x="162" y="100"/>
                  </a:cubicBezTo>
                  <a:cubicBezTo>
                    <a:pt x="162" y="121"/>
                    <a:pt x="151" y="141"/>
                    <a:pt x="133" y="1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2" name="Google Shape;920;p34"/>
            <p:cNvSpPr/>
            <p:nvPr/>
          </p:nvSpPr>
          <p:spPr>
            <a:xfrm>
              <a:off x="3760599" y="5120397"/>
              <a:ext cx="150731" cy="89624"/>
            </a:xfrm>
            <a:custGeom>
              <a:avLst/>
              <a:gdLst/>
              <a:ahLst/>
              <a:cxnLst/>
              <a:rect l="l" t="t" r="r" b="b"/>
              <a:pathLst>
                <a:path w="176" h="105" extrusionOk="0">
                  <a:moveTo>
                    <a:pt x="22" y="105"/>
                  </a:moveTo>
                  <a:cubicBezTo>
                    <a:pt x="14" y="105"/>
                    <a:pt x="8" y="101"/>
                    <a:pt x="4" y="95"/>
                  </a:cubicBezTo>
                  <a:cubicBezTo>
                    <a:pt x="0" y="85"/>
                    <a:pt x="3" y="74"/>
                    <a:pt x="13" y="69"/>
                  </a:cubicBezTo>
                  <a:cubicBezTo>
                    <a:pt x="146" y="3"/>
                    <a:pt x="146" y="3"/>
                    <a:pt x="146" y="3"/>
                  </a:cubicBezTo>
                  <a:cubicBezTo>
                    <a:pt x="148" y="1"/>
                    <a:pt x="151" y="0"/>
                    <a:pt x="154" y="0"/>
                  </a:cubicBezTo>
                  <a:cubicBezTo>
                    <a:pt x="162" y="0"/>
                    <a:pt x="168" y="5"/>
                    <a:pt x="172" y="11"/>
                  </a:cubicBezTo>
                  <a:cubicBezTo>
                    <a:pt x="176" y="21"/>
                    <a:pt x="172" y="32"/>
                    <a:pt x="163" y="37"/>
                  </a:cubicBezTo>
                  <a:cubicBezTo>
                    <a:pt x="30" y="103"/>
                    <a:pt x="30" y="103"/>
                    <a:pt x="30" y="103"/>
                  </a:cubicBezTo>
                  <a:cubicBezTo>
                    <a:pt x="27" y="105"/>
                    <a:pt x="24" y="105"/>
                    <a:pt x="22" y="10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3" name="Google Shape;921;p34"/>
            <p:cNvSpPr/>
            <p:nvPr/>
          </p:nvSpPr>
          <p:spPr>
            <a:xfrm>
              <a:off x="3760599" y="5405563"/>
              <a:ext cx="150731" cy="89624"/>
            </a:xfrm>
            <a:custGeom>
              <a:avLst/>
              <a:gdLst/>
              <a:ahLst/>
              <a:cxnLst/>
              <a:rect l="l" t="t" r="r" b="b"/>
              <a:pathLst>
                <a:path w="176" h="104" extrusionOk="0">
                  <a:moveTo>
                    <a:pt x="154" y="104"/>
                  </a:moveTo>
                  <a:cubicBezTo>
                    <a:pt x="151" y="104"/>
                    <a:pt x="148" y="104"/>
                    <a:pt x="146" y="102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3" y="31"/>
                    <a:pt x="0" y="20"/>
                    <a:pt x="4" y="10"/>
                  </a:cubicBezTo>
                  <a:cubicBezTo>
                    <a:pt x="8" y="4"/>
                    <a:pt x="14" y="0"/>
                    <a:pt x="22" y="0"/>
                  </a:cubicBezTo>
                  <a:cubicBezTo>
                    <a:pt x="24" y="0"/>
                    <a:pt x="27" y="0"/>
                    <a:pt x="30" y="2"/>
                  </a:cubicBezTo>
                  <a:cubicBezTo>
                    <a:pt x="163" y="68"/>
                    <a:pt x="163" y="68"/>
                    <a:pt x="163" y="68"/>
                  </a:cubicBezTo>
                  <a:cubicBezTo>
                    <a:pt x="172" y="73"/>
                    <a:pt x="176" y="84"/>
                    <a:pt x="172" y="94"/>
                  </a:cubicBezTo>
                  <a:cubicBezTo>
                    <a:pt x="168" y="100"/>
                    <a:pt x="162" y="104"/>
                    <a:pt x="154" y="1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4" name="Google Shape;922;p34"/>
            <p:cNvSpPr/>
            <p:nvPr/>
          </p:nvSpPr>
          <p:spPr>
            <a:xfrm>
              <a:off x="3763315" y="5291497"/>
              <a:ext cx="146657" cy="32590"/>
            </a:xfrm>
            <a:custGeom>
              <a:avLst/>
              <a:gdLst/>
              <a:ahLst/>
              <a:cxnLst/>
              <a:rect l="l" t="t" r="r" b="b"/>
              <a:pathLst>
                <a:path w="172" h="38" extrusionOk="0">
                  <a:moveTo>
                    <a:pt x="19" y="38"/>
                  </a:moveTo>
                  <a:cubicBezTo>
                    <a:pt x="9" y="38"/>
                    <a:pt x="0" y="30"/>
                    <a:pt x="0" y="19"/>
                  </a:cubicBezTo>
                  <a:cubicBezTo>
                    <a:pt x="0" y="8"/>
                    <a:pt x="9" y="0"/>
                    <a:pt x="19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3" y="0"/>
                    <a:pt x="172" y="8"/>
                    <a:pt x="172" y="19"/>
                  </a:cubicBezTo>
                  <a:cubicBezTo>
                    <a:pt x="172" y="30"/>
                    <a:pt x="163" y="38"/>
                    <a:pt x="152" y="38"/>
                  </a:cubicBezTo>
                  <a:lnTo>
                    <a:pt x="19" y="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5" name="Google Shape;923;p34"/>
            <p:cNvSpPr/>
            <p:nvPr/>
          </p:nvSpPr>
          <p:spPr>
            <a:xfrm>
              <a:off x="3163109" y="5051143"/>
              <a:ext cx="361210" cy="297387"/>
            </a:xfrm>
            <a:custGeom>
              <a:avLst/>
              <a:gdLst/>
              <a:ahLst/>
              <a:cxnLst/>
              <a:rect l="l" t="t" r="r" b="b"/>
              <a:pathLst>
                <a:path w="422" h="347" extrusionOk="0">
                  <a:moveTo>
                    <a:pt x="422" y="211"/>
                  </a:moveTo>
                  <a:cubicBezTo>
                    <a:pt x="422" y="95"/>
                    <a:pt x="328" y="0"/>
                    <a:pt x="211" y="0"/>
                  </a:cubicBezTo>
                  <a:cubicBezTo>
                    <a:pt x="95" y="0"/>
                    <a:pt x="0" y="95"/>
                    <a:pt x="0" y="211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38" y="347"/>
                    <a:pt x="38" y="347"/>
                    <a:pt x="38" y="347"/>
                  </a:cubicBezTo>
                  <a:cubicBezTo>
                    <a:pt x="38" y="211"/>
                    <a:pt x="38" y="211"/>
                    <a:pt x="38" y="211"/>
                  </a:cubicBezTo>
                  <a:cubicBezTo>
                    <a:pt x="38" y="116"/>
                    <a:pt x="116" y="38"/>
                    <a:pt x="211" y="38"/>
                  </a:cubicBezTo>
                  <a:cubicBezTo>
                    <a:pt x="306" y="38"/>
                    <a:pt x="384" y="116"/>
                    <a:pt x="384" y="211"/>
                  </a:cubicBezTo>
                  <a:cubicBezTo>
                    <a:pt x="384" y="242"/>
                    <a:pt x="384" y="242"/>
                    <a:pt x="384" y="242"/>
                  </a:cubicBezTo>
                  <a:cubicBezTo>
                    <a:pt x="422" y="242"/>
                    <a:pt x="422" y="242"/>
                    <a:pt x="422" y="242"/>
                  </a:cubicBezTo>
                  <a:lnTo>
                    <a:pt x="422" y="2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6" name="Google Shape;924;p34"/>
            <p:cNvSpPr/>
            <p:nvPr/>
          </p:nvSpPr>
          <p:spPr>
            <a:xfrm>
              <a:off x="3073485" y="4960161"/>
              <a:ext cx="543173" cy="388369"/>
            </a:xfrm>
            <a:custGeom>
              <a:avLst/>
              <a:gdLst/>
              <a:ahLst/>
              <a:cxnLst/>
              <a:rect l="l" t="t" r="r" b="b"/>
              <a:pathLst>
                <a:path w="635" h="454" extrusionOk="0">
                  <a:moveTo>
                    <a:pt x="635" y="318"/>
                  </a:moveTo>
                  <a:cubicBezTo>
                    <a:pt x="635" y="143"/>
                    <a:pt x="492" y="0"/>
                    <a:pt x="317" y="0"/>
                  </a:cubicBezTo>
                  <a:cubicBezTo>
                    <a:pt x="142" y="0"/>
                    <a:pt x="0" y="143"/>
                    <a:pt x="0" y="318"/>
                  </a:cubicBezTo>
                  <a:cubicBezTo>
                    <a:pt x="0" y="454"/>
                    <a:pt x="0" y="454"/>
                    <a:pt x="0" y="454"/>
                  </a:cubicBezTo>
                  <a:cubicBezTo>
                    <a:pt x="38" y="454"/>
                    <a:pt x="38" y="454"/>
                    <a:pt x="38" y="454"/>
                  </a:cubicBezTo>
                  <a:cubicBezTo>
                    <a:pt x="38" y="318"/>
                    <a:pt x="38" y="318"/>
                    <a:pt x="38" y="318"/>
                  </a:cubicBezTo>
                  <a:cubicBezTo>
                    <a:pt x="38" y="164"/>
                    <a:pt x="163" y="39"/>
                    <a:pt x="317" y="39"/>
                  </a:cubicBezTo>
                  <a:cubicBezTo>
                    <a:pt x="471" y="39"/>
                    <a:pt x="596" y="164"/>
                    <a:pt x="596" y="318"/>
                  </a:cubicBezTo>
                  <a:cubicBezTo>
                    <a:pt x="596" y="349"/>
                    <a:pt x="596" y="349"/>
                    <a:pt x="596" y="349"/>
                  </a:cubicBezTo>
                  <a:cubicBezTo>
                    <a:pt x="635" y="349"/>
                    <a:pt x="635" y="349"/>
                    <a:pt x="635" y="349"/>
                  </a:cubicBezTo>
                  <a:lnTo>
                    <a:pt x="635" y="3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7" name="Google Shape;925;p34"/>
            <p:cNvSpPr/>
            <p:nvPr/>
          </p:nvSpPr>
          <p:spPr>
            <a:xfrm>
              <a:off x="3524319" y="5258907"/>
              <a:ext cx="58392" cy="325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8" name="Google Shape;926;p34"/>
            <p:cNvSpPr/>
            <p:nvPr/>
          </p:nvSpPr>
          <p:spPr>
            <a:xfrm>
              <a:off x="3491728" y="5258906"/>
              <a:ext cx="32590" cy="325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9" name="Google Shape;927;p34"/>
            <p:cNvSpPr/>
            <p:nvPr/>
          </p:nvSpPr>
          <p:spPr>
            <a:xfrm>
              <a:off x="3582710" y="5258906"/>
              <a:ext cx="33949" cy="325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40" name="Google Shape;928;p34"/>
          <p:cNvGrpSpPr/>
          <p:nvPr/>
        </p:nvGrpSpPr>
        <p:grpSpPr>
          <a:xfrm>
            <a:off x="4641275" y="2060495"/>
            <a:ext cx="478650" cy="478650"/>
            <a:chOff x="4770438" y="-5691188"/>
            <a:chExt cx="1473200" cy="1473200"/>
          </a:xfrm>
          <a:solidFill>
            <a:schemeClr val="bg1">
              <a:lumMod val="75000"/>
            </a:schemeClr>
          </a:solidFill>
        </p:grpSpPr>
        <p:sp>
          <p:nvSpPr>
            <p:cNvPr id="241" name="Google Shape;929;p34"/>
            <p:cNvSpPr/>
            <p:nvPr/>
          </p:nvSpPr>
          <p:spPr>
            <a:xfrm>
              <a:off x="5502276" y="-4941888"/>
              <a:ext cx="368300" cy="333375"/>
            </a:xfrm>
            <a:custGeom>
              <a:avLst/>
              <a:gdLst/>
              <a:ahLst/>
              <a:cxnLst/>
              <a:rect l="l" t="t" r="r" b="b"/>
              <a:pathLst>
                <a:path w="368" h="334" extrusionOk="0">
                  <a:moveTo>
                    <a:pt x="184" y="334"/>
                  </a:moveTo>
                  <a:cubicBezTo>
                    <a:pt x="139" y="334"/>
                    <a:pt x="97" y="317"/>
                    <a:pt x="66" y="285"/>
                  </a:cubicBezTo>
                  <a:cubicBezTo>
                    <a:pt x="0" y="220"/>
                    <a:pt x="0" y="114"/>
                    <a:pt x="66" y="49"/>
                  </a:cubicBezTo>
                  <a:cubicBezTo>
                    <a:pt x="97" y="17"/>
                    <a:pt x="139" y="0"/>
                    <a:pt x="184" y="0"/>
                  </a:cubicBezTo>
                  <a:cubicBezTo>
                    <a:pt x="229" y="0"/>
                    <a:pt x="271" y="17"/>
                    <a:pt x="303" y="49"/>
                  </a:cubicBezTo>
                  <a:cubicBezTo>
                    <a:pt x="368" y="114"/>
                    <a:pt x="368" y="220"/>
                    <a:pt x="303" y="285"/>
                  </a:cubicBezTo>
                  <a:cubicBezTo>
                    <a:pt x="271" y="317"/>
                    <a:pt x="229" y="334"/>
                    <a:pt x="184" y="334"/>
                  </a:cubicBezTo>
                  <a:close/>
                  <a:moveTo>
                    <a:pt x="184" y="41"/>
                  </a:moveTo>
                  <a:cubicBezTo>
                    <a:pt x="150" y="41"/>
                    <a:pt x="119" y="54"/>
                    <a:pt x="95" y="78"/>
                  </a:cubicBezTo>
                  <a:cubicBezTo>
                    <a:pt x="46" y="127"/>
                    <a:pt x="46" y="207"/>
                    <a:pt x="95" y="256"/>
                  </a:cubicBezTo>
                  <a:cubicBezTo>
                    <a:pt x="119" y="280"/>
                    <a:pt x="150" y="293"/>
                    <a:pt x="184" y="293"/>
                  </a:cubicBezTo>
                  <a:cubicBezTo>
                    <a:pt x="218" y="293"/>
                    <a:pt x="249" y="280"/>
                    <a:pt x="273" y="256"/>
                  </a:cubicBezTo>
                  <a:cubicBezTo>
                    <a:pt x="322" y="207"/>
                    <a:pt x="322" y="127"/>
                    <a:pt x="273" y="78"/>
                  </a:cubicBezTo>
                  <a:cubicBezTo>
                    <a:pt x="249" y="54"/>
                    <a:pt x="218" y="41"/>
                    <a:pt x="184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2" name="Google Shape;930;p34"/>
            <p:cNvSpPr/>
            <p:nvPr/>
          </p:nvSpPr>
          <p:spPr>
            <a:xfrm>
              <a:off x="5387976" y="-5051425"/>
              <a:ext cx="574675" cy="552450"/>
            </a:xfrm>
            <a:custGeom>
              <a:avLst/>
              <a:gdLst/>
              <a:ahLst/>
              <a:cxnLst/>
              <a:rect l="l" t="t" r="r" b="b"/>
              <a:pathLst>
                <a:path w="574" h="552" extrusionOk="0">
                  <a:moveTo>
                    <a:pt x="298" y="552"/>
                  </a:moveTo>
                  <a:cubicBezTo>
                    <a:pt x="226" y="552"/>
                    <a:pt x="157" y="524"/>
                    <a:pt x="105" y="474"/>
                  </a:cubicBezTo>
                  <a:cubicBezTo>
                    <a:pt x="97" y="466"/>
                    <a:pt x="97" y="453"/>
                    <a:pt x="105" y="444"/>
                  </a:cubicBezTo>
                  <a:cubicBezTo>
                    <a:pt x="109" y="440"/>
                    <a:pt x="114" y="438"/>
                    <a:pt x="120" y="438"/>
                  </a:cubicBezTo>
                  <a:cubicBezTo>
                    <a:pt x="125" y="438"/>
                    <a:pt x="130" y="440"/>
                    <a:pt x="134" y="444"/>
                  </a:cubicBezTo>
                  <a:cubicBezTo>
                    <a:pt x="178" y="487"/>
                    <a:pt x="237" y="511"/>
                    <a:pt x="298" y="511"/>
                  </a:cubicBezTo>
                  <a:cubicBezTo>
                    <a:pt x="299" y="511"/>
                    <a:pt x="299" y="511"/>
                    <a:pt x="299" y="511"/>
                  </a:cubicBezTo>
                  <a:cubicBezTo>
                    <a:pt x="362" y="510"/>
                    <a:pt x="420" y="486"/>
                    <a:pt x="464" y="442"/>
                  </a:cubicBezTo>
                  <a:cubicBezTo>
                    <a:pt x="556" y="351"/>
                    <a:pt x="556" y="202"/>
                    <a:pt x="464" y="110"/>
                  </a:cubicBezTo>
                  <a:cubicBezTo>
                    <a:pt x="420" y="66"/>
                    <a:pt x="361" y="42"/>
                    <a:pt x="298" y="42"/>
                  </a:cubicBezTo>
                  <a:cubicBezTo>
                    <a:pt x="235" y="42"/>
                    <a:pt x="176" y="66"/>
                    <a:pt x="132" y="110"/>
                  </a:cubicBezTo>
                  <a:cubicBezTo>
                    <a:pt x="64" y="178"/>
                    <a:pt x="44" y="279"/>
                    <a:pt x="82" y="368"/>
                  </a:cubicBezTo>
                  <a:cubicBezTo>
                    <a:pt x="87" y="378"/>
                    <a:pt x="82" y="391"/>
                    <a:pt x="71" y="395"/>
                  </a:cubicBezTo>
                  <a:cubicBezTo>
                    <a:pt x="68" y="396"/>
                    <a:pt x="66" y="397"/>
                    <a:pt x="63" y="397"/>
                  </a:cubicBezTo>
                  <a:cubicBezTo>
                    <a:pt x="55" y="397"/>
                    <a:pt x="47" y="392"/>
                    <a:pt x="44" y="384"/>
                  </a:cubicBezTo>
                  <a:cubicBezTo>
                    <a:pt x="0" y="280"/>
                    <a:pt x="23" y="161"/>
                    <a:pt x="103" y="81"/>
                  </a:cubicBezTo>
                  <a:cubicBezTo>
                    <a:pt x="155" y="29"/>
                    <a:pt x="224" y="0"/>
                    <a:pt x="298" y="0"/>
                  </a:cubicBezTo>
                  <a:cubicBezTo>
                    <a:pt x="372" y="0"/>
                    <a:pt x="441" y="29"/>
                    <a:pt x="493" y="81"/>
                  </a:cubicBezTo>
                  <a:cubicBezTo>
                    <a:pt x="546" y="133"/>
                    <a:pt x="574" y="202"/>
                    <a:pt x="574" y="276"/>
                  </a:cubicBezTo>
                  <a:cubicBezTo>
                    <a:pt x="574" y="350"/>
                    <a:pt x="546" y="419"/>
                    <a:pt x="493" y="471"/>
                  </a:cubicBezTo>
                  <a:cubicBezTo>
                    <a:pt x="442" y="523"/>
                    <a:pt x="373" y="552"/>
                    <a:pt x="300" y="552"/>
                  </a:cubicBezTo>
                  <a:lnTo>
                    <a:pt x="298" y="5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3" name="Google Shape;931;p34"/>
            <p:cNvSpPr/>
            <p:nvPr/>
          </p:nvSpPr>
          <p:spPr>
            <a:xfrm>
              <a:off x="4770438" y="-5691188"/>
              <a:ext cx="1473200" cy="1473200"/>
            </a:xfrm>
            <a:custGeom>
              <a:avLst/>
              <a:gdLst/>
              <a:ahLst/>
              <a:cxnLst/>
              <a:rect l="l" t="t" r="r" b="b"/>
              <a:pathLst>
                <a:path w="1472" h="1472" extrusionOk="0">
                  <a:moveTo>
                    <a:pt x="860" y="1472"/>
                  </a:moveTo>
                  <a:cubicBezTo>
                    <a:pt x="837" y="1472"/>
                    <a:pt x="819" y="1454"/>
                    <a:pt x="819" y="1432"/>
                  </a:cubicBezTo>
                  <a:cubicBezTo>
                    <a:pt x="819" y="1354"/>
                    <a:pt x="819" y="1354"/>
                    <a:pt x="819" y="1354"/>
                  </a:cubicBezTo>
                  <a:cubicBezTo>
                    <a:pt x="818" y="1354"/>
                    <a:pt x="818" y="1354"/>
                    <a:pt x="818" y="1354"/>
                  </a:cubicBezTo>
                  <a:cubicBezTo>
                    <a:pt x="766" y="1343"/>
                    <a:pt x="717" y="1323"/>
                    <a:pt x="673" y="1294"/>
                  </a:cubicBezTo>
                  <a:cubicBezTo>
                    <a:pt x="672" y="1294"/>
                    <a:pt x="672" y="1294"/>
                    <a:pt x="672" y="1294"/>
                  </a:cubicBezTo>
                  <a:cubicBezTo>
                    <a:pt x="618" y="1348"/>
                    <a:pt x="618" y="1348"/>
                    <a:pt x="618" y="1348"/>
                  </a:cubicBezTo>
                  <a:cubicBezTo>
                    <a:pt x="610" y="1356"/>
                    <a:pt x="600" y="1360"/>
                    <a:pt x="589" y="1360"/>
                  </a:cubicBezTo>
                  <a:cubicBezTo>
                    <a:pt x="578" y="1360"/>
                    <a:pt x="568" y="1356"/>
                    <a:pt x="560" y="1348"/>
                  </a:cubicBezTo>
                  <a:cubicBezTo>
                    <a:pt x="482" y="1270"/>
                    <a:pt x="482" y="1270"/>
                    <a:pt x="482" y="1270"/>
                  </a:cubicBezTo>
                  <a:cubicBezTo>
                    <a:pt x="474" y="1262"/>
                    <a:pt x="470" y="1252"/>
                    <a:pt x="470" y="1241"/>
                  </a:cubicBezTo>
                  <a:cubicBezTo>
                    <a:pt x="470" y="1230"/>
                    <a:pt x="474" y="1220"/>
                    <a:pt x="482" y="1213"/>
                  </a:cubicBezTo>
                  <a:cubicBezTo>
                    <a:pt x="536" y="1158"/>
                    <a:pt x="536" y="1158"/>
                    <a:pt x="536" y="1158"/>
                  </a:cubicBezTo>
                  <a:cubicBezTo>
                    <a:pt x="536" y="1157"/>
                    <a:pt x="536" y="1157"/>
                    <a:pt x="536" y="1157"/>
                  </a:cubicBezTo>
                  <a:cubicBezTo>
                    <a:pt x="507" y="1113"/>
                    <a:pt x="487" y="1064"/>
                    <a:pt x="476" y="1012"/>
                  </a:cubicBezTo>
                  <a:cubicBezTo>
                    <a:pt x="476" y="1011"/>
                    <a:pt x="476" y="1011"/>
                    <a:pt x="476" y="1011"/>
                  </a:cubicBezTo>
                  <a:cubicBezTo>
                    <a:pt x="398" y="1011"/>
                    <a:pt x="398" y="1011"/>
                    <a:pt x="398" y="1011"/>
                  </a:cubicBezTo>
                  <a:cubicBezTo>
                    <a:pt x="376" y="1011"/>
                    <a:pt x="358" y="993"/>
                    <a:pt x="358" y="971"/>
                  </a:cubicBezTo>
                  <a:cubicBezTo>
                    <a:pt x="358" y="860"/>
                    <a:pt x="358" y="860"/>
                    <a:pt x="358" y="860"/>
                  </a:cubicBezTo>
                  <a:cubicBezTo>
                    <a:pt x="358" y="847"/>
                    <a:pt x="363" y="836"/>
                    <a:pt x="373" y="828"/>
                  </a:cubicBezTo>
                  <a:cubicBezTo>
                    <a:pt x="373" y="828"/>
                    <a:pt x="373" y="828"/>
                    <a:pt x="373" y="828"/>
                  </a:cubicBezTo>
                  <a:cubicBezTo>
                    <a:pt x="373" y="813"/>
                    <a:pt x="373" y="813"/>
                    <a:pt x="373" y="813"/>
                  </a:cubicBezTo>
                  <a:cubicBezTo>
                    <a:pt x="372" y="813"/>
                    <a:pt x="372" y="813"/>
                    <a:pt x="372" y="813"/>
                  </a:cubicBezTo>
                  <a:cubicBezTo>
                    <a:pt x="332" y="803"/>
                    <a:pt x="294" y="788"/>
                    <a:pt x="259" y="766"/>
                  </a:cubicBezTo>
                  <a:cubicBezTo>
                    <a:pt x="259" y="766"/>
                    <a:pt x="259" y="766"/>
                    <a:pt x="259" y="766"/>
                  </a:cubicBezTo>
                  <a:cubicBezTo>
                    <a:pt x="217" y="808"/>
                    <a:pt x="217" y="808"/>
                    <a:pt x="217" y="808"/>
                  </a:cubicBezTo>
                  <a:cubicBezTo>
                    <a:pt x="210" y="815"/>
                    <a:pt x="201" y="818"/>
                    <a:pt x="191" y="818"/>
                  </a:cubicBezTo>
                  <a:cubicBezTo>
                    <a:pt x="181" y="818"/>
                    <a:pt x="172" y="815"/>
                    <a:pt x="165" y="808"/>
                  </a:cubicBezTo>
                  <a:cubicBezTo>
                    <a:pt x="101" y="744"/>
                    <a:pt x="101" y="744"/>
                    <a:pt x="101" y="744"/>
                  </a:cubicBezTo>
                  <a:cubicBezTo>
                    <a:pt x="95" y="737"/>
                    <a:pt x="91" y="728"/>
                    <a:pt x="91" y="718"/>
                  </a:cubicBezTo>
                  <a:cubicBezTo>
                    <a:pt x="91" y="708"/>
                    <a:pt x="95" y="699"/>
                    <a:pt x="101" y="692"/>
                  </a:cubicBezTo>
                  <a:cubicBezTo>
                    <a:pt x="143" y="650"/>
                    <a:pt x="143" y="650"/>
                    <a:pt x="143" y="650"/>
                  </a:cubicBezTo>
                  <a:cubicBezTo>
                    <a:pt x="143" y="650"/>
                    <a:pt x="143" y="650"/>
                    <a:pt x="143" y="650"/>
                  </a:cubicBezTo>
                  <a:cubicBezTo>
                    <a:pt x="121" y="615"/>
                    <a:pt x="106" y="577"/>
                    <a:pt x="96" y="537"/>
                  </a:cubicBezTo>
                  <a:cubicBezTo>
                    <a:pt x="96" y="536"/>
                    <a:pt x="96" y="536"/>
                    <a:pt x="96" y="536"/>
                  </a:cubicBezTo>
                  <a:cubicBezTo>
                    <a:pt x="37" y="536"/>
                    <a:pt x="37" y="536"/>
                    <a:pt x="37" y="536"/>
                  </a:cubicBezTo>
                  <a:cubicBezTo>
                    <a:pt x="17" y="536"/>
                    <a:pt x="0" y="520"/>
                    <a:pt x="0" y="499"/>
                  </a:cubicBezTo>
                  <a:cubicBezTo>
                    <a:pt x="0" y="410"/>
                    <a:pt x="0" y="410"/>
                    <a:pt x="0" y="410"/>
                  </a:cubicBezTo>
                  <a:cubicBezTo>
                    <a:pt x="0" y="389"/>
                    <a:pt x="17" y="373"/>
                    <a:pt x="37" y="373"/>
                  </a:cubicBezTo>
                  <a:cubicBezTo>
                    <a:pt x="96" y="373"/>
                    <a:pt x="96" y="373"/>
                    <a:pt x="96" y="373"/>
                  </a:cubicBezTo>
                  <a:cubicBezTo>
                    <a:pt x="96" y="372"/>
                    <a:pt x="96" y="372"/>
                    <a:pt x="96" y="372"/>
                  </a:cubicBezTo>
                  <a:cubicBezTo>
                    <a:pt x="106" y="332"/>
                    <a:pt x="121" y="294"/>
                    <a:pt x="143" y="259"/>
                  </a:cubicBezTo>
                  <a:cubicBezTo>
                    <a:pt x="143" y="259"/>
                    <a:pt x="143" y="259"/>
                    <a:pt x="143" y="259"/>
                  </a:cubicBezTo>
                  <a:cubicBezTo>
                    <a:pt x="101" y="217"/>
                    <a:pt x="101" y="217"/>
                    <a:pt x="101" y="217"/>
                  </a:cubicBezTo>
                  <a:cubicBezTo>
                    <a:pt x="87" y="203"/>
                    <a:pt x="87" y="179"/>
                    <a:pt x="101" y="165"/>
                  </a:cubicBezTo>
                  <a:cubicBezTo>
                    <a:pt x="165" y="101"/>
                    <a:pt x="165" y="101"/>
                    <a:pt x="165" y="101"/>
                  </a:cubicBezTo>
                  <a:cubicBezTo>
                    <a:pt x="172" y="94"/>
                    <a:pt x="181" y="91"/>
                    <a:pt x="191" y="91"/>
                  </a:cubicBezTo>
                  <a:cubicBezTo>
                    <a:pt x="201" y="91"/>
                    <a:pt x="210" y="94"/>
                    <a:pt x="217" y="101"/>
                  </a:cubicBezTo>
                  <a:cubicBezTo>
                    <a:pt x="259" y="143"/>
                    <a:pt x="259" y="143"/>
                    <a:pt x="259" y="143"/>
                  </a:cubicBezTo>
                  <a:cubicBezTo>
                    <a:pt x="259" y="143"/>
                    <a:pt x="259" y="143"/>
                    <a:pt x="259" y="143"/>
                  </a:cubicBezTo>
                  <a:cubicBezTo>
                    <a:pt x="294" y="121"/>
                    <a:pt x="332" y="105"/>
                    <a:pt x="372" y="96"/>
                  </a:cubicBezTo>
                  <a:cubicBezTo>
                    <a:pt x="373" y="96"/>
                    <a:pt x="373" y="96"/>
                    <a:pt x="373" y="96"/>
                  </a:cubicBezTo>
                  <a:cubicBezTo>
                    <a:pt x="373" y="37"/>
                    <a:pt x="373" y="37"/>
                    <a:pt x="373" y="37"/>
                  </a:cubicBezTo>
                  <a:cubicBezTo>
                    <a:pt x="373" y="16"/>
                    <a:pt x="389" y="0"/>
                    <a:pt x="410" y="0"/>
                  </a:cubicBezTo>
                  <a:cubicBezTo>
                    <a:pt x="499" y="0"/>
                    <a:pt x="499" y="0"/>
                    <a:pt x="499" y="0"/>
                  </a:cubicBezTo>
                  <a:cubicBezTo>
                    <a:pt x="520" y="0"/>
                    <a:pt x="536" y="16"/>
                    <a:pt x="536" y="37"/>
                  </a:cubicBezTo>
                  <a:cubicBezTo>
                    <a:pt x="536" y="96"/>
                    <a:pt x="536" y="96"/>
                    <a:pt x="536" y="96"/>
                  </a:cubicBezTo>
                  <a:cubicBezTo>
                    <a:pt x="537" y="96"/>
                    <a:pt x="537" y="96"/>
                    <a:pt x="537" y="96"/>
                  </a:cubicBezTo>
                  <a:cubicBezTo>
                    <a:pt x="577" y="105"/>
                    <a:pt x="615" y="121"/>
                    <a:pt x="650" y="143"/>
                  </a:cubicBezTo>
                  <a:cubicBezTo>
                    <a:pt x="650" y="143"/>
                    <a:pt x="650" y="143"/>
                    <a:pt x="650" y="143"/>
                  </a:cubicBezTo>
                  <a:cubicBezTo>
                    <a:pt x="692" y="101"/>
                    <a:pt x="692" y="101"/>
                    <a:pt x="692" y="101"/>
                  </a:cubicBezTo>
                  <a:cubicBezTo>
                    <a:pt x="699" y="94"/>
                    <a:pt x="708" y="91"/>
                    <a:pt x="718" y="91"/>
                  </a:cubicBezTo>
                  <a:cubicBezTo>
                    <a:pt x="728" y="91"/>
                    <a:pt x="737" y="94"/>
                    <a:pt x="744" y="101"/>
                  </a:cubicBezTo>
                  <a:cubicBezTo>
                    <a:pt x="808" y="165"/>
                    <a:pt x="808" y="165"/>
                    <a:pt x="808" y="165"/>
                  </a:cubicBezTo>
                  <a:cubicBezTo>
                    <a:pt x="822" y="179"/>
                    <a:pt x="822" y="203"/>
                    <a:pt x="808" y="217"/>
                  </a:cubicBezTo>
                  <a:cubicBezTo>
                    <a:pt x="766" y="259"/>
                    <a:pt x="766" y="259"/>
                    <a:pt x="766" y="259"/>
                  </a:cubicBezTo>
                  <a:cubicBezTo>
                    <a:pt x="766" y="259"/>
                    <a:pt x="766" y="259"/>
                    <a:pt x="766" y="259"/>
                  </a:cubicBezTo>
                  <a:cubicBezTo>
                    <a:pt x="788" y="294"/>
                    <a:pt x="804" y="332"/>
                    <a:pt x="813" y="372"/>
                  </a:cubicBezTo>
                  <a:cubicBezTo>
                    <a:pt x="813" y="373"/>
                    <a:pt x="813" y="373"/>
                    <a:pt x="813" y="373"/>
                  </a:cubicBezTo>
                  <a:cubicBezTo>
                    <a:pt x="828" y="373"/>
                    <a:pt x="828" y="373"/>
                    <a:pt x="828" y="373"/>
                  </a:cubicBezTo>
                  <a:cubicBezTo>
                    <a:pt x="828" y="373"/>
                    <a:pt x="828" y="373"/>
                    <a:pt x="828" y="373"/>
                  </a:cubicBezTo>
                  <a:cubicBezTo>
                    <a:pt x="836" y="363"/>
                    <a:pt x="847" y="358"/>
                    <a:pt x="860" y="358"/>
                  </a:cubicBezTo>
                  <a:cubicBezTo>
                    <a:pt x="971" y="358"/>
                    <a:pt x="971" y="358"/>
                    <a:pt x="971" y="358"/>
                  </a:cubicBezTo>
                  <a:cubicBezTo>
                    <a:pt x="993" y="358"/>
                    <a:pt x="1011" y="376"/>
                    <a:pt x="1011" y="398"/>
                  </a:cubicBezTo>
                  <a:cubicBezTo>
                    <a:pt x="1011" y="476"/>
                    <a:pt x="1011" y="476"/>
                    <a:pt x="1011" y="476"/>
                  </a:cubicBezTo>
                  <a:cubicBezTo>
                    <a:pt x="1012" y="476"/>
                    <a:pt x="1012" y="476"/>
                    <a:pt x="1012" y="476"/>
                  </a:cubicBezTo>
                  <a:cubicBezTo>
                    <a:pt x="1064" y="487"/>
                    <a:pt x="1113" y="507"/>
                    <a:pt x="1157" y="536"/>
                  </a:cubicBezTo>
                  <a:cubicBezTo>
                    <a:pt x="1158" y="536"/>
                    <a:pt x="1158" y="536"/>
                    <a:pt x="1158" y="536"/>
                  </a:cubicBezTo>
                  <a:cubicBezTo>
                    <a:pt x="1213" y="482"/>
                    <a:pt x="1213" y="482"/>
                    <a:pt x="1213" y="482"/>
                  </a:cubicBezTo>
                  <a:cubicBezTo>
                    <a:pt x="1220" y="474"/>
                    <a:pt x="1230" y="470"/>
                    <a:pt x="1241" y="470"/>
                  </a:cubicBezTo>
                  <a:cubicBezTo>
                    <a:pt x="1252" y="470"/>
                    <a:pt x="1262" y="474"/>
                    <a:pt x="1270" y="482"/>
                  </a:cubicBezTo>
                  <a:cubicBezTo>
                    <a:pt x="1348" y="560"/>
                    <a:pt x="1348" y="560"/>
                    <a:pt x="1348" y="560"/>
                  </a:cubicBezTo>
                  <a:cubicBezTo>
                    <a:pt x="1356" y="568"/>
                    <a:pt x="1360" y="578"/>
                    <a:pt x="1360" y="589"/>
                  </a:cubicBezTo>
                  <a:cubicBezTo>
                    <a:pt x="1360" y="600"/>
                    <a:pt x="1356" y="610"/>
                    <a:pt x="1348" y="618"/>
                  </a:cubicBezTo>
                  <a:cubicBezTo>
                    <a:pt x="1294" y="672"/>
                    <a:pt x="1294" y="672"/>
                    <a:pt x="1294" y="672"/>
                  </a:cubicBezTo>
                  <a:cubicBezTo>
                    <a:pt x="1294" y="673"/>
                    <a:pt x="1294" y="673"/>
                    <a:pt x="1294" y="673"/>
                  </a:cubicBezTo>
                  <a:cubicBezTo>
                    <a:pt x="1323" y="717"/>
                    <a:pt x="1343" y="766"/>
                    <a:pt x="1354" y="818"/>
                  </a:cubicBezTo>
                  <a:cubicBezTo>
                    <a:pt x="1354" y="819"/>
                    <a:pt x="1354" y="819"/>
                    <a:pt x="1354" y="819"/>
                  </a:cubicBezTo>
                  <a:cubicBezTo>
                    <a:pt x="1432" y="819"/>
                    <a:pt x="1432" y="819"/>
                    <a:pt x="1432" y="819"/>
                  </a:cubicBezTo>
                  <a:cubicBezTo>
                    <a:pt x="1454" y="819"/>
                    <a:pt x="1472" y="837"/>
                    <a:pt x="1472" y="859"/>
                  </a:cubicBezTo>
                  <a:cubicBezTo>
                    <a:pt x="1472" y="971"/>
                    <a:pt x="1472" y="971"/>
                    <a:pt x="1472" y="971"/>
                  </a:cubicBezTo>
                  <a:cubicBezTo>
                    <a:pt x="1472" y="993"/>
                    <a:pt x="1454" y="1011"/>
                    <a:pt x="1432" y="1011"/>
                  </a:cubicBezTo>
                  <a:cubicBezTo>
                    <a:pt x="1354" y="1011"/>
                    <a:pt x="1354" y="1011"/>
                    <a:pt x="1354" y="1011"/>
                  </a:cubicBezTo>
                  <a:cubicBezTo>
                    <a:pt x="1354" y="1012"/>
                    <a:pt x="1354" y="1012"/>
                    <a:pt x="1354" y="1012"/>
                  </a:cubicBezTo>
                  <a:cubicBezTo>
                    <a:pt x="1343" y="1064"/>
                    <a:pt x="1323" y="1113"/>
                    <a:pt x="1294" y="1157"/>
                  </a:cubicBezTo>
                  <a:cubicBezTo>
                    <a:pt x="1294" y="1158"/>
                    <a:pt x="1294" y="1158"/>
                    <a:pt x="1294" y="1158"/>
                  </a:cubicBezTo>
                  <a:cubicBezTo>
                    <a:pt x="1348" y="1213"/>
                    <a:pt x="1348" y="1213"/>
                    <a:pt x="1348" y="1213"/>
                  </a:cubicBezTo>
                  <a:cubicBezTo>
                    <a:pt x="1356" y="1220"/>
                    <a:pt x="1360" y="1230"/>
                    <a:pt x="1360" y="1241"/>
                  </a:cubicBezTo>
                  <a:cubicBezTo>
                    <a:pt x="1360" y="1252"/>
                    <a:pt x="1356" y="1262"/>
                    <a:pt x="1348" y="1270"/>
                  </a:cubicBezTo>
                  <a:cubicBezTo>
                    <a:pt x="1270" y="1348"/>
                    <a:pt x="1270" y="1348"/>
                    <a:pt x="1270" y="1348"/>
                  </a:cubicBezTo>
                  <a:cubicBezTo>
                    <a:pt x="1262" y="1356"/>
                    <a:pt x="1252" y="1360"/>
                    <a:pt x="1241" y="1360"/>
                  </a:cubicBezTo>
                  <a:cubicBezTo>
                    <a:pt x="1230" y="1360"/>
                    <a:pt x="1220" y="1356"/>
                    <a:pt x="1213" y="1348"/>
                  </a:cubicBezTo>
                  <a:cubicBezTo>
                    <a:pt x="1158" y="1294"/>
                    <a:pt x="1158" y="1294"/>
                    <a:pt x="1158" y="1294"/>
                  </a:cubicBezTo>
                  <a:cubicBezTo>
                    <a:pt x="1157" y="1294"/>
                    <a:pt x="1157" y="1294"/>
                    <a:pt x="1157" y="1294"/>
                  </a:cubicBezTo>
                  <a:cubicBezTo>
                    <a:pt x="1113" y="1323"/>
                    <a:pt x="1064" y="1343"/>
                    <a:pt x="1012" y="1354"/>
                  </a:cubicBezTo>
                  <a:cubicBezTo>
                    <a:pt x="1011" y="1354"/>
                    <a:pt x="1011" y="1354"/>
                    <a:pt x="1011" y="1354"/>
                  </a:cubicBezTo>
                  <a:cubicBezTo>
                    <a:pt x="1011" y="1432"/>
                    <a:pt x="1011" y="1432"/>
                    <a:pt x="1011" y="1432"/>
                  </a:cubicBezTo>
                  <a:cubicBezTo>
                    <a:pt x="1011" y="1454"/>
                    <a:pt x="993" y="1472"/>
                    <a:pt x="971" y="1472"/>
                  </a:cubicBezTo>
                  <a:lnTo>
                    <a:pt x="860" y="1472"/>
                  </a:lnTo>
                  <a:close/>
                  <a:moveTo>
                    <a:pt x="672" y="1252"/>
                  </a:moveTo>
                  <a:cubicBezTo>
                    <a:pt x="680" y="1252"/>
                    <a:pt x="688" y="1254"/>
                    <a:pt x="694" y="1258"/>
                  </a:cubicBezTo>
                  <a:cubicBezTo>
                    <a:pt x="735" y="1285"/>
                    <a:pt x="781" y="1304"/>
                    <a:pt x="828" y="1314"/>
                  </a:cubicBezTo>
                  <a:cubicBezTo>
                    <a:pt x="847" y="1318"/>
                    <a:pt x="861" y="1335"/>
                    <a:pt x="861" y="1354"/>
                  </a:cubicBezTo>
                  <a:cubicBezTo>
                    <a:pt x="861" y="1431"/>
                    <a:pt x="861" y="1431"/>
                    <a:pt x="861" y="1431"/>
                  </a:cubicBezTo>
                  <a:cubicBezTo>
                    <a:pt x="970" y="1431"/>
                    <a:pt x="970" y="1431"/>
                    <a:pt x="970" y="1431"/>
                  </a:cubicBezTo>
                  <a:cubicBezTo>
                    <a:pt x="970" y="1354"/>
                    <a:pt x="970" y="1354"/>
                    <a:pt x="970" y="1354"/>
                  </a:cubicBezTo>
                  <a:cubicBezTo>
                    <a:pt x="970" y="1335"/>
                    <a:pt x="983" y="1318"/>
                    <a:pt x="1002" y="1314"/>
                  </a:cubicBezTo>
                  <a:cubicBezTo>
                    <a:pt x="1050" y="1304"/>
                    <a:pt x="1095" y="1285"/>
                    <a:pt x="1136" y="1258"/>
                  </a:cubicBezTo>
                  <a:cubicBezTo>
                    <a:pt x="1143" y="1254"/>
                    <a:pt x="1150" y="1252"/>
                    <a:pt x="1158" y="1252"/>
                  </a:cubicBezTo>
                  <a:cubicBezTo>
                    <a:pt x="1169" y="1252"/>
                    <a:pt x="1179" y="1256"/>
                    <a:pt x="1187" y="1264"/>
                  </a:cubicBezTo>
                  <a:cubicBezTo>
                    <a:pt x="1241" y="1318"/>
                    <a:pt x="1241" y="1318"/>
                    <a:pt x="1241" y="1318"/>
                  </a:cubicBezTo>
                  <a:cubicBezTo>
                    <a:pt x="1318" y="1241"/>
                    <a:pt x="1318" y="1241"/>
                    <a:pt x="1318" y="1241"/>
                  </a:cubicBezTo>
                  <a:cubicBezTo>
                    <a:pt x="1264" y="1187"/>
                    <a:pt x="1264" y="1187"/>
                    <a:pt x="1264" y="1187"/>
                  </a:cubicBezTo>
                  <a:cubicBezTo>
                    <a:pt x="1250" y="1173"/>
                    <a:pt x="1248" y="1152"/>
                    <a:pt x="1258" y="1136"/>
                  </a:cubicBezTo>
                  <a:cubicBezTo>
                    <a:pt x="1285" y="1095"/>
                    <a:pt x="1304" y="1050"/>
                    <a:pt x="1314" y="1002"/>
                  </a:cubicBezTo>
                  <a:cubicBezTo>
                    <a:pt x="1318" y="983"/>
                    <a:pt x="1335" y="970"/>
                    <a:pt x="1354" y="970"/>
                  </a:cubicBezTo>
                  <a:cubicBezTo>
                    <a:pt x="1431" y="970"/>
                    <a:pt x="1431" y="970"/>
                    <a:pt x="1431" y="970"/>
                  </a:cubicBezTo>
                  <a:cubicBezTo>
                    <a:pt x="1431" y="861"/>
                    <a:pt x="1431" y="861"/>
                    <a:pt x="1431" y="861"/>
                  </a:cubicBezTo>
                  <a:cubicBezTo>
                    <a:pt x="1354" y="861"/>
                    <a:pt x="1354" y="861"/>
                    <a:pt x="1354" y="861"/>
                  </a:cubicBezTo>
                  <a:cubicBezTo>
                    <a:pt x="1335" y="861"/>
                    <a:pt x="1318" y="847"/>
                    <a:pt x="1314" y="828"/>
                  </a:cubicBezTo>
                  <a:cubicBezTo>
                    <a:pt x="1304" y="780"/>
                    <a:pt x="1285" y="735"/>
                    <a:pt x="1258" y="694"/>
                  </a:cubicBezTo>
                  <a:cubicBezTo>
                    <a:pt x="1248" y="678"/>
                    <a:pt x="1250" y="657"/>
                    <a:pt x="1264" y="643"/>
                  </a:cubicBezTo>
                  <a:cubicBezTo>
                    <a:pt x="1318" y="589"/>
                    <a:pt x="1318" y="589"/>
                    <a:pt x="1318" y="589"/>
                  </a:cubicBezTo>
                  <a:cubicBezTo>
                    <a:pt x="1241" y="512"/>
                    <a:pt x="1241" y="512"/>
                    <a:pt x="1241" y="512"/>
                  </a:cubicBezTo>
                  <a:cubicBezTo>
                    <a:pt x="1187" y="566"/>
                    <a:pt x="1187" y="566"/>
                    <a:pt x="1187" y="566"/>
                  </a:cubicBezTo>
                  <a:cubicBezTo>
                    <a:pt x="1179" y="574"/>
                    <a:pt x="1169" y="578"/>
                    <a:pt x="1158" y="578"/>
                  </a:cubicBezTo>
                  <a:cubicBezTo>
                    <a:pt x="1150" y="578"/>
                    <a:pt x="1143" y="576"/>
                    <a:pt x="1136" y="572"/>
                  </a:cubicBezTo>
                  <a:cubicBezTo>
                    <a:pt x="1095" y="545"/>
                    <a:pt x="1050" y="527"/>
                    <a:pt x="1002" y="516"/>
                  </a:cubicBezTo>
                  <a:cubicBezTo>
                    <a:pt x="983" y="512"/>
                    <a:pt x="970" y="495"/>
                    <a:pt x="970" y="477"/>
                  </a:cubicBezTo>
                  <a:cubicBezTo>
                    <a:pt x="970" y="399"/>
                    <a:pt x="970" y="399"/>
                    <a:pt x="970" y="399"/>
                  </a:cubicBezTo>
                  <a:cubicBezTo>
                    <a:pt x="861" y="399"/>
                    <a:pt x="861" y="399"/>
                    <a:pt x="861" y="399"/>
                  </a:cubicBezTo>
                  <a:cubicBezTo>
                    <a:pt x="861" y="477"/>
                    <a:pt x="861" y="477"/>
                    <a:pt x="861" y="477"/>
                  </a:cubicBezTo>
                  <a:cubicBezTo>
                    <a:pt x="861" y="495"/>
                    <a:pt x="847" y="512"/>
                    <a:pt x="828" y="516"/>
                  </a:cubicBezTo>
                  <a:cubicBezTo>
                    <a:pt x="780" y="527"/>
                    <a:pt x="735" y="545"/>
                    <a:pt x="694" y="572"/>
                  </a:cubicBezTo>
                  <a:cubicBezTo>
                    <a:pt x="688" y="576"/>
                    <a:pt x="680" y="578"/>
                    <a:pt x="672" y="578"/>
                  </a:cubicBezTo>
                  <a:cubicBezTo>
                    <a:pt x="661" y="578"/>
                    <a:pt x="651" y="574"/>
                    <a:pt x="644" y="566"/>
                  </a:cubicBezTo>
                  <a:cubicBezTo>
                    <a:pt x="589" y="512"/>
                    <a:pt x="589" y="512"/>
                    <a:pt x="589" y="512"/>
                  </a:cubicBezTo>
                  <a:cubicBezTo>
                    <a:pt x="512" y="589"/>
                    <a:pt x="512" y="589"/>
                    <a:pt x="512" y="589"/>
                  </a:cubicBezTo>
                  <a:cubicBezTo>
                    <a:pt x="566" y="643"/>
                    <a:pt x="566" y="643"/>
                    <a:pt x="566" y="643"/>
                  </a:cubicBezTo>
                  <a:cubicBezTo>
                    <a:pt x="580" y="657"/>
                    <a:pt x="582" y="678"/>
                    <a:pt x="572" y="694"/>
                  </a:cubicBezTo>
                  <a:cubicBezTo>
                    <a:pt x="545" y="735"/>
                    <a:pt x="527" y="780"/>
                    <a:pt x="516" y="828"/>
                  </a:cubicBezTo>
                  <a:cubicBezTo>
                    <a:pt x="512" y="847"/>
                    <a:pt x="495" y="861"/>
                    <a:pt x="477" y="861"/>
                  </a:cubicBezTo>
                  <a:cubicBezTo>
                    <a:pt x="399" y="861"/>
                    <a:pt x="399" y="861"/>
                    <a:pt x="399" y="861"/>
                  </a:cubicBezTo>
                  <a:cubicBezTo>
                    <a:pt x="399" y="970"/>
                    <a:pt x="399" y="970"/>
                    <a:pt x="399" y="970"/>
                  </a:cubicBezTo>
                  <a:cubicBezTo>
                    <a:pt x="477" y="970"/>
                    <a:pt x="477" y="970"/>
                    <a:pt x="477" y="970"/>
                  </a:cubicBezTo>
                  <a:cubicBezTo>
                    <a:pt x="495" y="970"/>
                    <a:pt x="512" y="983"/>
                    <a:pt x="516" y="1002"/>
                  </a:cubicBezTo>
                  <a:cubicBezTo>
                    <a:pt x="527" y="1050"/>
                    <a:pt x="545" y="1095"/>
                    <a:pt x="572" y="1136"/>
                  </a:cubicBezTo>
                  <a:cubicBezTo>
                    <a:pt x="582" y="1152"/>
                    <a:pt x="580" y="1173"/>
                    <a:pt x="566" y="1187"/>
                  </a:cubicBezTo>
                  <a:cubicBezTo>
                    <a:pt x="512" y="1241"/>
                    <a:pt x="512" y="1241"/>
                    <a:pt x="512" y="1241"/>
                  </a:cubicBezTo>
                  <a:cubicBezTo>
                    <a:pt x="589" y="1318"/>
                    <a:pt x="589" y="1318"/>
                    <a:pt x="589" y="1318"/>
                  </a:cubicBezTo>
                  <a:cubicBezTo>
                    <a:pt x="644" y="1264"/>
                    <a:pt x="644" y="1264"/>
                    <a:pt x="644" y="1264"/>
                  </a:cubicBezTo>
                  <a:cubicBezTo>
                    <a:pt x="651" y="1256"/>
                    <a:pt x="661" y="1252"/>
                    <a:pt x="672" y="1252"/>
                  </a:cubicBezTo>
                  <a:close/>
                  <a:moveTo>
                    <a:pt x="258" y="723"/>
                  </a:moveTo>
                  <a:cubicBezTo>
                    <a:pt x="265" y="723"/>
                    <a:pt x="272" y="725"/>
                    <a:pt x="278" y="729"/>
                  </a:cubicBezTo>
                  <a:cubicBezTo>
                    <a:pt x="311" y="750"/>
                    <a:pt x="347" y="765"/>
                    <a:pt x="385" y="773"/>
                  </a:cubicBezTo>
                  <a:cubicBezTo>
                    <a:pt x="402" y="777"/>
                    <a:pt x="414" y="792"/>
                    <a:pt x="414" y="809"/>
                  </a:cubicBezTo>
                  <a:cubicBezTo>
                    <a:pt x="414" y="819"/>
                    <a:pt x="414" y="819"/>
                    <a:pt x="414" y="819"/>
                  </a:cubicBezTo>
                  <a:cubicBezTo>
                    <a:pt x="476" y="819"/>
                    <a:pt x="476" y="819"/>
                    <a:pt x="476" y="819"/>
                  </a:cubicBezTo>
                  <a:cubicBezTo>
                    <a:pt x="476" y="818"/>
                    <a:pt x="476" y="818"/>
                    <a:pt x="476" y="818"/>
                  </a:cubicBezTo>
                  <a:cubicBezTo>
                    <a:pt x="487" y="766"/>
                    <a:pt x="507" y="717"/>
                    <a:pt x="536" y="673"/>
                  </a:cubicBezTo>
                  <a:cubicBezTo>
                    <a:pt x="536" y="672"/>
                    <a:pt x="536" y="672"/>
                    <a:pt x="536" y="672"/>
                  </a:cubicBezTo>
                  <a:cubicBezTo>
                    <a:pt x="482" y="618"/>
                    <a:pt x="482" y="618"/>
                    <a:pt x="482" y="618"/>
                  </a:cubicBezTo>
                  <a:cubicBezTo>
                    <a:pt x="481" y="617"/>
                    <a:pt x="481" y="617"/>
                    <a:pt x="480" y="616"/>
                  </a:cubicBezTo>
                  <a:cubicBezTo>
                    <a:pt x="480" y="615"/>
                    <a:pt x="480" y="615"/>
                    <a:pt x="480" y="615"/>
                  </a:cubicBezTo>
                  <a:cubicBezTo>
                    <a:pt x="479" y="615"/>
                    <a:pt x="479" y="615"/>
                    <a:pt x="479" y="615"/>
                  </a:cubicBezTo>
                  <a:cubicBezTo>
                    <a:pt x="471" y="617"/>
                    <a:pt x="463" y="617"/>
                    <a:pt x="455" y="617"/>
                  </a:cubicBezTo>
                  <a:cubicBezTo>
                    <a:pt x="411" y="617"/>
                    <a:pt x="370" y="600"/>
                    <a:pt x="339" y="570"/>
                  </a:cubicBezTo>
                  <a:cubicBezTo>
                    <a:pt x="288" y="518"/>
                    <a:pt x="277" y="438"/>
                    <a:pt x="313" y="375"/>
                  </a:cubicBezTo>
                  <a:cubicBezTo>
                    <a:pt x="316" y="368"/>
                    <a:pt x="323" y="364"/>
                    <a:pt x="331" y="364"/>
                  </a:cubicBezTo>
                  <a:cubicBezTo>
                    <a:pt x="334" y="364"/>
                    <a:pt x="338" y="365"/>
                    <a:pt x="341" y="367"/>
                  </a:cubicBezTo>
                  <a:cubicBezTo>
                    <a:pt x="346" y="370"/>
                    <a:pt x="349" y="374"/>
                    <a:pt x="351" y="379"/>
                  </a:cubicBezTo>
                  <a:cubicBezTo>
                    <a:pt x="352" y="385"/>
                    <a:pt x="351" y="390"/>
                    <a:pt x="349" y="395"/>
                  </a:cubicBezTo>
                  <a:cubicBezTo>
                    <a:pt x="322" y="442"/>
                    <a:pt x="331" y="502"/>
                    <a:pt x="369" y="540"/>
                  </a:cubicBezTo>
                  <a:cubicBezTo>
                    <a:pt x="392" y="563"/>
                    <a:pt x="422" y="576"/>
                    <a:pt x="455" y="576"/>
                  </a:cubicBezTo>
                  <a:cubicBezTo>
                    <a:pt x="460" y="576"/>
                    <a:pt x="466" y="575"/>
                    <a:pt x="472" y="574"/>
                  </a:cubicBezTo>
                  <a:cubicBezTo>
                    <a:pt x="473" y="574"/>
                    <a:pt x="473" y="574"/>
                    <a:pt x="473" y="574"/>
                  </a:cubicBezTo>
                  <a:cubicBezTo>
                    <a:pt x="473" y="574"/>
                    <a:pt x="473" y="574"/>
                    <a:pt x="473" y="574"/>
                  </a:cubicBezTo>
                  <a:cubicBezTo>
                    <a:pt x="475" y="569"/>
                    <a:pt x="478" y="564"/>
                    <a:pt x="482" y="560"/>
                  </a:cubicBezTo>
                  <a:cubicBezTo>
                    <a:pt x="560" y="482"/>
                    <a:pt x="560" y="482"/>
                    <a:pt x="560" y="482"/>
                  </a:cubicBezTo>
                  <a:cubicBezTo>
                    <a:pt x="564" y="478"/>
                    <a:pt x="569" y="475"/>
                    <a:pt x="574" y="473"/>
                  </a:cubicBezTo>
                  <a:cubicBezTo>
                    <a:pt x="574" y="473"/>
                    <a:pt x="574" y="473"/>
                    <a:pt x="574" y="473"/>
                  </a:cubicBezTo>
                  <a:cubicBezTo>
                    <a:pt x="574" y="472"/>
                    <a:pt x="574" y="472"/>
                    <a:pt x="574" y="472"/>
                  </a:cubicBezTo>
                  <a:cubicBezTo>
                    <a:pt x="580" y="434"/>
                    <a:pt x="567" y="396"/>
                    <a:pt x="540" y="369"/>
                  </a:cubicBezTo>
                  <a:cubicBezTo>
                    <a:pt x="518" y="346"/>
                    <a:pt x="486" y="333"/>
                    <a:pt x="454" y="333"/>
                  </a:cubicBezTo>
                  <a:cubicBezTo>
                    <a:pt x="440" y="333"/>
                    <a:pt x="426" y="336"/>
                    <a:pt x="412" y="341"/>
                  </a:cubicBezTo>
                  <a:cubicBezTo>
                    <a:pt x="410" y="342"/>
                    <a:pt x="407" y="342"/>
                    <a:pt x="405" y="342"/>
                  </a:cubicBezTo>
                  <a:cubicBezTo>
                    <a:pt x="396" y="342"/>
                    <a:pt x="388" y="337"/>
                    <a:pt x="385" y="329"/>
                  </a:cubicBezTo>
                  <a:cubicBezTo>
                    <a:pt x="381" y="318"/>
                    <a:pt x="387" y="306"/>
                    <a:pt x="397" y="302"/>
                  </a:cubicBezTo>
                  <a:cubicBezTo>
                    <a:pt x="416" y="295"/>
                    <a:pt x="435" y="292"/>
                    <a:pt x="454" y="292"/>
                  </a:cubicBezTo>
                  <a:cubicBezTo>
                    <a:pt x="497" y="292"/>
                    <a:pt x="539" y="309"/>
                    <a:pt x="570" y="339"/>
                  </a:cubicBezTo>
                  <a:cubicBezTo>
                    <a:pt x="606" y="376"/>
                    <a:pt x="623" y="428"/>
                    <a:pt x="615" y="479"/>
                  </a:cubicBezTo>
                  <a:cubicBezTo>
                    <a:pt x="615" y="480"/>
                    <a:pt x="615" y="480"/>
                    <a:pt x="615" y="480"/>
                  </a:cubicBezTo>
                  <a:cubicBezTo>
                    <a:pt x="616" y="480"/>
                    <a:pt x="616" y="480"/>
                    <a:pt x="616" y="480"/>
                  </a:cubicBezTo>
                  <a:cubicBezTo>
                    <a:pt x="617" y="481"/>
                    <a:pt x="617" y="481"/>
                    <a:pt x="618" y="482"/>
                  </a:cubicBezTo>
                  <a:cubicBezTo>
                    <a:pt x="672" y="536"/>
                    <a:pt x="672" y="536"/>
                    <a:pt x="672" y="536"/>
                  </a:cubicBezTo>
                  <a:cubicBezTo>
                    <a:pt x="673" y="536"/>
                    <a:pt x="673" y="536"/>
                    <a:pt x="673" y="536"/>
                  </a:cubicBezTo>
                  <a:cubicBezTo>
                    <a:pt x="717" y="507"/>
                    <a:pt x="766" y="487"/>
                    <a:pt x="818" y="476"/>
                  </a:cubicBezTo>
                  <a:cubicBezTo>
                    <a:pt x="819" y="476"/>
                    <a:pt x="819" y="476"/>
                    <a:pt x="819" y="476"/>
                  </a:cubicBezTo>
                  <a:cubicBezTo>
                    <a:pt x="819" y="414"/>
                    <a:pt x="819" y="414"/>
                    <a:pt x="819" y="414"/>
                  </a:cubicBezTo>
                  <a:cubicBezTo>
                    <a:pt x="809" y="414"/>
                    <a:pt x="809" y="414"/>
                    <a:pt x="809" y="414"/>
                  </a:cubicBezTo>
                  <a:cubicBezTo>
                    <a:pt x="792" y="414"/>
                    <a:pt x="777" y="402"/>
                    <a:pt x="773" y="385"/>
                  </a:cubicBezTo>
                  <a:cubicBezTo>
                    <a:pt x="765" y="347"/>
                    <a:pt x="750" y="311"/>
                    <a:pt x="729" y="278"/>
                  </a:cubicBezTo>
                  <a:cubicBezTo>
                    <a:pt x="719" y="264"/>
                    <a:pt x="721" y="244"/>
                    <a:pt x="734" y="232"/>
                  </a:cubicBezTo>
                  <a:cubicBezTo>
                    <a:pt x="775" y="191"/>
                    <a:pt x="775" y="191"/>
                    <a:pt x="775" y="191"/>
                  </a:cubicBezTo>
                  <a:cubicBezTo>
                    <a:pt x="718" y="134"/>
                    <a:pt x="718" y="134"/>
                    <a:pt x="718" y="134"/>
                  </a:cubicBezTo>
                  <a:cubicBezTo>
                    <a:pt x="677" y="175"/>
                    <a:pt x="677" y="175"/>
                    <a:pt x="677" y="175"/>
                  </a:cubicBezTo>
                  <a:cubicBezTo>
                    <a:pt x="670" y="182"/>
                    <a:pt x="661" y="186"/>
                    <a:pt x="651" y="186"/>
                  </a:cubicBezTo>
                  <a:cubicBezTo>
                    <a:pt x="644" y="186"/>
                    <a:pt x="637" y="184"/>
                    <a:pt x="631" y="180"/>
                  </a:cubicBezTo>
                  <a:cubicBezTo>
                    <a:pt x="598" y="159"/>
                    <a:pt x="562" y="144"/>
                    <a:pt x="524" y="136"/>
                  </a:cubicBezTo>
                  <a:cubicBezTo>
                    <a:pt x="507" y="132"/>
                    <a:pt x="495" y="117"/>
                    <a:pt x="495" y="100"/>
                  </a:cubicBezTo>
                  <a:cubicBezTo>
                    <a:pt x="495" y="42"/>
                    <a:pt x="495" y="42"/>
                    <a:pt x="495" y="42"/>
                  </a:cubicBezTo>
                  <a:cubicBezTo>
                    <a:pt x="414" y="42"/>
                    <a:pt x="414" y="42"/>
                    <a:pt x="414" y="42"/>
                  </a:cubicBezTo>
                  <a:cubicBezTo>
                    <a:pt x="414" y="100"/>
                    <a:pt x="414" y="100"/>
                    <a:pt x="414" y="100"/>
                  </a:cubicBezTo>
                  <a:cubicBezTo>
                    <a:pt x="414" y="117"/>
                    <a:pt x="402" y="132"/>
                    <a:pt x="385" y="136"/>
                  </a:cubicBezTo>
                  <a:cubicBezTo>
                    <a:pt x="347" y="144"/>
                    <a:pt x="311" y="159"/>
                    <a:pt x="278" y="180"/>
                  </a:cubicBezTo>
                  <a:cubicBezTo>
                    <a:pt x="272" y="184"/>
                    <a:pt x="265" y="186"/>
                    <a:pt x="258" y="186"/>
                  </a:cubicBezTo>
                  <a:cubicBezTo>
                    <a:pt x="249" y="186"/>
                    <a:pt x="239" y="182"/>
                    <a:pt x="232" y="175"/>
                  </a:cubicBezTo>
                  <a:cubicBezTo>
                    <a:pt x="191" y="134"/>
                    <a:pt x="191" y="134"/>
                    <a:pt x="191" y="134"/>
                  </a:cubicBezTo>
                  <a:cubicBezTo>
                    <a:pt x="134" y="191"/>
                    <a:pt x="134" y="191"/>
                    <a:pt x="134" y="191"/>
                  </a:cubicBezTo>
                  <a:cubicBezTo>
                    <a:pt x="176" y="232"/>
                    <a:pt x="176" y="232"/>
                    <a:pt x="176" y="232"/>
                  </a:cubicBezTo>
                  <a:cubicBezTo>
                    <a:pt x="188" y="244"/>
                    <a:pt x="190" y="264"/>
                    <a:pt x="180" y="278"/>
                  </a:cubicBezTo>
                  <a:cubicBezTo>
                    <a:pt x="159" y="311"/>
                    <a:pt x="144" y="347"/>
                    <a:pt x="136" y="385"/>
                  </a:cubicBezTo>
                  <a:cubicBezTo>
                    <a:pt x="132" y="402"/>
                    <a:pt x="117" y="414"/>
                    <a:pt x="100" y="414"/>
                  </a:cubicBezTo>
                  <a:cubicBezTo>
                    <a:pt x="42" y="414"/>
                    <a:pt x="42" y="414"/>
                    <a:pt x="42" y="414"/>
                  </a:cubicBezTo>
                  <a:cubicBezTo>
                    <a:pt x="42" y="495"/>
                    <a:pt x="42" y="495"/>
                    <a:pt x="42" y="495"/>
                  </a:cubicBezTo>
                  <a:cubicBezTo>
                    <a:pt x="100" y="495"/>
                    <a:pt x="100" y="495"/>
                    <a:pt x="100" y="495"/>
                  </a:cubicBezTo>
                  <a:cubicBezTo>
                    <a:pt x="117" y="495"/>
                    <a:pt x="132" y="507"/>
                    <a:pt x="136" y="524"/>
                  </a:cubicBezTo>
                  <a:cubicBezTo>
                    <a:pt x="144" y="562"/>
                    <a:pt x="159" y="598"/>
                    <a:pt x="180" y="631"/>
                  </a:cubicBezTo>
                  <a:cubicBezTo>
                    <a:pt x="190" y="645"/>
                    <a:pt x="188" y="665"/>
                    <a:pt x="176" y="677"/>
                  </a:cubicBezTo>
                  <a:cubicBezTo>
                    <a:pt x="134" y="718"/>
                    <a:pt x="134" y="718"/>
                    <a:pt x="134" y="718"/>
                  </a:cubicBezTo>
                  <a:cubicBezTo>
                    <a:pt x="191" y="775"/>
                    <a:pt x="191" y="775"/>
                    <a:pt x="191" y="775"/>
                  </a:cubicBezTo>
                  <a:cubicBezTo>
                    <a:pt x="232" y="733"/>
                    <a:pt x="232" y="733"/>
                    <a:pt x="232" y="733"/>
                  </a:cubicBezTo>
                  <a:cubicBezTo>
                    <a:pt x="239" y="727"/>
                    <a:pt x="249" y="723"/>
                    <a:pt x="258" y="72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44" name="Google Shape;932;p34"/>
          <p:cNvGrpSpPr/>
          <p:nvPr/>
        </p:nvGrpSpPr>
        <p:grpSpPr>
          <a:xfrm>
            <a:off x="4639434" y="557391"/>
            <a:ext cx="442544" cy="442544"/>
            <a:chOff x="4857751" y="-9459913"/>
            <a:chExt cx="1362075" cy="1362075"/>
          </a:xfrm>
          <a:solidFill>
            <a:schemeClr val="bg1">
              <a:lumMod val="75000"/>
            </a:schemeClr>
          </a:solidFill>
        </p:grpSpPr>
        <p:sp>
          <p:nvSpPr>
            <p:cNvPr id="245" name="Google Shape;933;p34"/>
            <p:cNvSpPr/>
            <p:nvPr/>
          </p:nvSpPr>
          <p:spPr>
            <a:xfrm>
              <a:off x="4857751" y="-9459913"/>
              <a:ext cx="1362075" cy="1362075"/>
            </a:xfrm>
            <a:custGeom>
              <a:avLst/>
              <a:gdLst/>
              <a:ahLst/>
              <a:cxnLst/>
              <a:rect l="l" t="t" r="r" b="b"/>
              <a:pathLst>
                <a:path w="1360" h="1361" extrusionOk="0">
                  <a:moveTo>
                    <a:pt x="1318" y="550"/>
                  </a:moveTo>
                  <a:cubicBezTo>
                    <a:pt x="1236" y="550"/>
                    <a:pt x="1236" y="550"/>
                    <a:pt x="1236" y="550"/>
                  </a:cubicBezTo>
                  <a:cubicBezTo>
                    <a:pt x="1235" y="550"/>
                    <a:pt x="1234" y="550"/>
                    <a:pt x="1233" y="548"/>
                  </a:cubicBezTo>
                  <a:cubicBezTo>
                    <a:pt x="1219" y="490"/>
                    <a:pt x="1196" y="434"/>
                    <a:pt x="1165" y="383"/>
                  </a:cubicBezTo>
                  <a:cubicBezTo>
                    <a:pt x="1164" y="382"/>
                    <a:pt x="1164" y="381"/>
                    <a:pt x="1165" y="380"/>
                  </a:cubicBezTo>
                  <a:cubicBezTo>
                    <a:pt x="1223" y="322"/>
                    <a:pt x="1223" y="322"/>
                    <a:pt x="1223" y="322"/>
                  </a:cubicBezTo>
                  <a:cubicBezTo>
                    <a:pt x="1231" y="314"/>
                    <a:pt x="1235" y="303"/>
                    <a:pt x="1235" y="292"/>
                  </a:cubicBezTo>
                  <a:cubicBezTo>
                    <a:pt x="1235" y="280"/>
                    <a:pt x="1231" y="270"/>
                    <a:pt x="1223" y="262"/>
                  </a:cubicBezTo>
                  <a:cubicBezTo>
                    <a:pt x="1099" y="138"/>
                    <a:pt x="1099" y="138"/>
                    <a:pt x="1099" y="138"/>
                  </a:cubicBezTo>
                  <a:cubicBezTo>
                    <a:pt x="1091" y="130"/>
                    <a:pt x="1080" y="125"/>
                    <a:pt x="1069" y="125"/>
                  </a:cubicBezTo>
                  <a:cubicBezTo>
                    <a:pt x="1058" y="125"/>
                    <a:pt x="1047" y="130"/>
                    <a:pt x="1039" y="138"/>
                  </a:cubicBezTo>
                  <a:cubicBezTo>
                    <a:pt x="981" y="195"/>
                    <a:pt x="981" y="195"/>
                    <a:pt x="981" y="195"/>
                  </a:cubicBezTo>
                  <a:cubicBezTo>
                    <a:pt x="980" y="196"/>
                    <a:pt x="979" y="197"/>
                    <a:pt x="977" y="196"/>
                  </a:cubicBezTo>
                  <a:cubicBezTo>
                    <a:pt x="926" y="164"/>
                    <a:pt x="871" y="141"/>
                    <a:pt x="812" y="127"/>
                  </a:cubicBezTo>
                  <a:cubicBezTo>
                    <a:pt x="811" y="127"/>
                    <a:pt x="810" y="126"/>
                    <a:pt x="810" y="125"/>
                  </a:cubicBezTo>
                  <a:cubicBezTo>
                    <a:pt x="810" y="43"/>
                    <a:pt x="810" y="43"/>
                    <a:pt x="810" y="43"/>
                  </a:cubicBezTo>
                  <a:cubicBezTo>
                    <a:pt x="810" y="19"/>
                    <a:pt x="791" y="0"/>
                    <a:pt x="768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569" y="0"/>
                    <a:pt x="550" y="19"/>
                    <a:pt x="550" y="43"/>
                  </a:cubicBezTo>
                  <a:cubicBezTo>
                    <a:pt x="550" y="125"/>
                    <a:pt x="550" y="125"/>
                    <a:pt x="550" y="125"/>
                  </a:cubicBezTo>
                  <a:cubicBezTo>
                    <a:pt x="550" y="126"/>
                    <a:pt x="549" y="127"/>
                    <a:pt x="548" y="127"/>
                  </a:cubicBezTo>
                  <a:cubicBezTo>
                    <a:pt x="489" y="141"/>
                    <a:pt x="434" y="164"/>
                    <a:pt x="382" y="196"/>
                  </a:cubicBezTo>
                  <a:cubicBezTo>
                    <a:pt x="381" y="197"/>
                    <a:pt x="380" y="196"/>
                    <a:pt x="379" y="195"/>
                  </a:cubicBezTo>
                  <a:cubicBezTo>
                    <a:pt x="321" y="138"/>
                    <a:pt x="321" y="138"/>
                    <a:pt x="321" y="138"/>
                  </a:cubicBezTo>
                  <a:cubicBezTo>
                    <a:pt x="313" y="130"/>
                    <a:pt x="302" y="125"/>
                    <a:pt x="291" y="125"/>
                  </a:cubicBezTo>
                  <a:cubicBezTo>
                    <a:pt x="280" y="125"/>
                    <a:pt x="269" y="130"/>
                    <a:pt x="261" y="138"/>
                  </a:cubicBezTo>
                  <a:cubicBezTo>
                    <a:pt x="137" y="262"/>
                    <a:pt x="137" y="262"/>
                    <a:pt x="137" y="262"/>
                  </a:cubicBezTo>
                  <a:cubicBezTo>
                    <a:pt x="129" y="270"/>
                    <a:pt x="124" y="280"/>
                    <a:pt x="124" y="292"/>
                  </a:cubicBezTo>
                  <a:cubicBezTo>
                    <a:pt x="124" y="303"/>
                    <a:pt x="129" y="314"/>
                    <a:pt x="137" y="322"/>
                  </a:cubicBezTo>
                  <a:cubicBezTo>
                    <a:pt x="195" y="380"/>
                    <a:pt x="195" y="380"/>
                    <a:pt x="195" y="380"/>
                  </a:cubicBezTo>
                  <a:cubicBezTo>
                    <a:pt x="196" y="381"/>
                    <a:pt x="196" y="382"/>
                    <a:pt x="195" y="383"/>
                  </a:cubicBezTo>
                  <a:cubicBezTo>
                    <a:pt x="163" y="434"/>
                    <a:pt x="140" y="490"/>
                    <a:pt x="127" y="548"/>
                  </a:cubicBezTo>
                  <a:cubicBezTo>
                    <a:pt x="126" y="550"/>
                    <a:pt x="125" y="550"/>
                    <a:pt x="124" y="550"/>
                  </a:cubicBezTo>
                  <a:cubicBezTo>
                    <a:pt x="42" y="550"/>
                    <a:pt x="42" y="550"/>
                    <a:pt x="42" y="550"/>
                  </a:cubicBezTo>
                  <a:cubicBezTo>
                    <a:pt x="19" y="550"/>
                    <a:pt x="0" y="570"/>
                    <a:pt x="0" y="593"/>
                  </a:cubicBezTo>
                  <a:cubicBezTo>
                    <a:pt x="0" y="768"/>
                    <a:pt x="0" y="768"/>
                    <a:pt x="0" y="768"/>
                  </a:cubicBezTo>
                  <a:cubicBezTo>
                    <a:pt x="0" y="792"/>
                    <a:pt x="19" y="811"/>
                    <a:pt x="42" y="811"/>
                  </a:cubicBezTo>
                  <a:cubicBezTo>
                    <a:pt x="124" y="811"/>
                    <a:pt x="124" y="811"/>
                    <a:pt x="124" y="811"/>
                  </a:cubicBezTo>
                  <a:cubicBezTo>
                    <a:pt x="125" y="811"/>
                    <a:pt x="126" y="812"/>
                    <a:pt x="127" y="813"/>
                  </a:cubicBezTo>
                  <a:cubicBezTo>
                    <a:pt x="140" y="871"/>
                    <a:pt x="163" y="927"/>
                    <a:pt x="195" y="978"/>
                  </a:cubicBezTo>
                  <a:cubicBezTo>
                    <a:pt x="196" y="979"/>
                    <a:pt x="196" y="981"/>
                    <a:pt x="195" y="982"/>
                  </a:cubicBezTo>
                  <a:cubicBezTo>
                    <a:pt x="137" y="1040"/>
                    <a:pt x="137" y="1040"/>
                    <a:pt x="137" y="1040"/>
                  </a:cubicBezTo>
                  <a:cubicBezTo>
                    <a:pt x="129" y="1048"/>
                    <a:pt x="124" y="1058"/>
                    <a:pt x="124" y="1070"/>
                  </a:cubicBezTo>
                  <a:cubicBezTo>
                    <a:pt x="124" y="1081"/>
                    <a:pt x="129" y="1092"/>
                    <a:pt x="137" y="1100"/>
                  </a:cubicBezTo>
                  <a:cubicBezTo>
                    <a:pt x="261" y="1224"/>
                    <a:pt x="261" y="1224"/>
                    <a:pt x="261" y="1224"/>
                  </a:cubicBezTo>
                  <a:cubicBezTo>
                    <a:pt x="269" y="1232"/>
                    <a:pt x="280" y="1236"/>
                    <a:pt x="291" y="1236"/>
                  </a:cubicBezTo>
                  <a:cubicBezTo>
                    <a:pt x="302" y="1236"/>
                    <a:pt x="313" y="1232"/>
                    <a:pt x="321" y="1224"/>
                  </a:cubicBezTo>
                  <a:cubicBezTo>
                    <a:pt x="379" y="1166"/>
                    <a:pt x="379" y="1166"/>
                    <a:pt x="379" y="1166"/>
                  </a:cubicBezTo>
                  <a:cubicBezTo>
                    <a:pt x="380" y="1165"/>
                    <a:pt x="381" y="1165"/>
                    <a:pt x="382" y="1166"/>
                  </a:cubicBezTo>
                  <a:cubicBezTo>
                    <a:pt x="434" y="1197"/>
                    <a:pt x="489" y="1220"/>
                    <a:pt x="548" y="1234"/>
                  </a:cubicBezTo>
                  <a:cubicBezTo>
                    <a:pt x="549" y="1234"/>
                    <a:pt x="550" y="1236"/>
                    <a:pt x="550" y="1237"/>
                  </a:cubicBezTo>
                  <a:cubicBezTo>
                    <a:pt x="550" y="1319"/>
                    <a:pt x="550" y="1319"/>
                    <a:pt x="550" y="1319"/>
                  </a:cubicBezTo>
                  <a:cubicBezTo>
                    <a:pt x="550" y="1342"/>
                    <a:pt x="569" y="1361"/>
                    <a:pt x="592" y="1361"/>
                  </a:cubicBezTo>
                  <a:cubicBezTo>
                    <a:pt x="768" y="1361"/>
                    <a:pt x="768" y="1361"/>
                    <a:pt x="768" y="1361"/>
                  </a:cubicBezTo>
                  <a:cubicBezTo>
                    <a:pt x="791" y="1361"/>
                    <a:pt x="810" y="1342"/>
                    <a:pt x="810" y="1319"/>
                  </a:cubicBezTo>
                  <a:cubicBezTo>
                    <a:pt x="810" y="1237"/>
                    <a:pt x="810" y="1237"/>
                    <a:pt x="810" y="1237"/>
                  </a:cubicBezTo>
                  <a:cubicBezTo>
                    <a:pt x="810" y="1236"/>
                    <a:pt x="811" y="1234"/>
                    <a:pt x="812" y="1234"/>
                  </a:cubicBezTo>
                  <a:cubicBezTo>
                    <a:pt x="871" y="1220"/>
                    <a:pt x="926" y="1197"/>
                    <a:pt x="977" y="1166"/>
                  </a:cubicBezTo>
                  <a:cubicBezTo>
                    <a:pt x="979" y="1165"/>
                    <a:pt x="980" y="1165"/>
                    <a:pt x="981" y="1166"/>
                  </a:cubicBezTo>
                  <a:cubicBezTo>
                    <a:pt x="1039" y="1224"/>
                    <a:pt x="1039" y="1224"/>
                    <a:pt x="1039" y="1224"/>
                  </a:cubicBezTo>
                  <a:cubicBezTo>
                    <a:pt x="1047" y="1232"/>
                    <a:pt x="1058" y="1236"/>
                    <a:pt x="1069" y="1236"/>
                  </a:cubicBezTo>
                  <a:cubicBezTo>
                    <a:pt x="1080" y="1236"/>
                    <a:pt x="1091" y="1232"/>
                    <a:pt x="1099" y="1224"/>
                  </a:cubicBezTo>
                  <a:cubicBezTo>
                    <a:pt x="1128" y="1195"/>
                    <a:pt x="1128" y="1195"/>
                    <a:pt x="1128" y="1195"/>
                  </a:cubicBezTo>
                  <a:cubicBezTo>
                    <a:pt x="1136" y="1187"/>
                    <a:pt x="1136" y="1174"/>
                    <a:pt x="1128" y="1166"/>
                  </a:cubicBezTo>
                  <a:cubicBezTo>
                    <a:pt x="1120" y="1159"/>
                    <a:pt x="1108" y="1159"/>
                    <a:pt x="1100" y="1166"/>
                  </a:cubicBezTo>
                  <a:cubicBezTo>
                    <a:pt x="1071" y="1196"/>
                    <a:pt x="1071" y="1196"/>
                    <a:pt x="1071" y="1196"/>
                  </a:cubicBezTo>
                  <a:cubicBezTo>
                    <a:pt x="1070" y="1196"/>
                    <a:pt x="1069" y="1196"/>
                    <a:pt x="1069" y="1196"/>
                  </a:cubicBezTo>
                  <a:cubicBezTo>
                    <a:pt x="1068" y="1196"/>
                    <a:pt x="1068" y="1196"/>
                    <a:pt x="1067" y="1196"/>
                  </a:cubicBezTo>
                  <a:cubicBezTo>
                    <a:pt x="1009" y="1138"/>
                    <a:pt x="1009" y="1138"/>
                    <a:pt x="1009" y="1138"/>
                  </a:cubicBezTo>
                  <a:cubicBezTo>
                    <a:pt x="995" y="1124"/>
                    <a:pt x="974" y="1121"/>
                    <a:pt x="957" y="1132"/>
                  </a:cubicBezTo>
                  <a:cubicBezTo>
                    <a:pt x="909" y="1161"/>
                    <a:pt x="857" y="1182"/>
                    <a:pt x="803" y="1195"/>
                  </a:cubicBezTo>
                  <a:cubicBezTo>
                    <a:pt x="784" y="1200"/>
                    <a:pt x="770" y="1217"/>
                    <a:pt x="770" y="1237"/>
                  </a:cubicBezTo>
                  <a:cubicBezTo>
                    <a:pt x="770" y="1319"/>
                    <a:pt x="770" y="1319"/>
                    <a:pt x="770" y="1319"/>
                  </a:cubicBezTo>
                  <a:cubicBezTo>
                    <a:pt x="770" y="1320"/>
                    <a:pt x="769" y="1321"/>
                    <a:pt x="768" y="1321"/>
                  </a:cubicBezTo>
                  <a:cubicBezTo>
                    <a:pt x="592" y="1321"/>
                    <a:pt x="592" y="1321"/>
                    <a:pt x="592" y="1321"/>
                  </a:cubicBezTo>
                  <a:cubicBezTo>
                    <a:pt x="591" y="1321"/>
                    <a:pt x="589" y="1320"/>
                    <a:pt x="589" y="1319"/>
                  </a:cubicBezTo>
                  <a:cubicBezTo>
                    <a:pt x="589" y="1237"/>
                    <a:pt x="589" y="1237"/>
                    <a:pt x="589" y="1237"/>
                  </a:cubicBezTo>
                  <a:cubicBezTo>
                    <a:pt x="589" y="1217"/>
                    <a:pt x="576" y="1200"/>
                    <a:pt x="557" y="1195"/>
                  </a:cubicBezTo>
                  <a:cubicBezTo>
                    <a:pt x="503" y="1182"/>
                    <a:pt x="451" y="1161"/>
                    <a:pt x="403" y="1132"/>
                  </a:cubicBezTo>
                  <a:cubicBezTo>
                    <a:pt x="386" y="1121"/>
                    <a:pt x="365" y="1124"/>
                    <a:pt x="351" y="1138"/>
                  </a:cubicBezTo>
                  <a:cubicBezTo>
                    <a:pt x="293" y="1196"/>
                    <a:pt x="293" y="1196"/>
                    <a:pt x="293" y="1196"/>
                  </a:cubicBezTo>
                  <a:cubicBezTo>
                    <a:pt x="292" y="1196"/>
                    <a:pt x="291" y="1196"/>
                    <a:pt x="291" y="1196"/>
                  </a:cubicBezTo>
                  <a:cubicBezTo>
                    <a:pt x="290" y="1196"/>
                    <a:pt x="290" y="1196"/>
                    <a:pt x="289" y="1196"/>
                  </a:cubicBezTo>
                  <a:cubicBezTo>
                    <a:pt x="165" y="1072"/>
                    <a:pt x="165" y="1072"/>
                    <a:pt x="165" y="1072"/>
                  </a:cubicBezTo>
                  <a:cubicBezTo>
                    <a:pt x="164" y="1071"/>
                    <a:pt x="164" y="1070"/>
                    <a:pt x="164" y="1070"/>
                  </a:cubicBezTo>
                  <a:cubicBezTo>
                    <a:pt x="164" y="1069"/>
                    <a:pt x="164" y="1068"/>
                    <a:pt x="165" y="1068"/>
                  </a:cubicBezTo>
                  <a:cubicBezTo>
                    <a:pt x="223" y="1010"/>
                    <a:pt x="223" y="1010"/>
                    <a:pt x="223" y="1010"/>
                  </a:cubicBezTo>
                  <a:cubicBezTo>
                    <a:pt x="237" y="996"/>
                    <a:pt x="239" y="974"/>
                    <a:pt x="229" y="957"/>
                  </a:cubicBezTo>
                  <a:cubicBezTo>
                    <a:pt x="200" y="910"/>
                    <a:pt x="178" y="858"/>
                    <a:pt x="165" y="804"/>
                  </a:cubicBezTo>
                  <a:cubicBezTo>
                    <a:pt x="161" y="785"/>
                    <a:pt x="144" y="771"/>
                    <a:pt x="124" y="771"/>
                  </a:cubicBezTo>
                  <a:cubicBezTo>
                    <a:pt x="42" y="771"/>
                    <a:pt x="42" y="771"/>
                    <a:pt x="42" y="771"/>
                  </a:cubicBezTo>
                  <a:cubicBezTo>
                    <a:pt x="41" y="771"/>
                    <a:pt x="39" y="770"/>
                    <a:pt x="39" y="768"/>
                  </a:cubicBezTo>
                  <a:cubicBezTo>
                    <a:pt x="39" y="593"/>
                    <a:pt x="39" y="593"/>
                    <a:pt x="39" y="593"/>
                  </a:cubicBezTo>
                  <a:cubicBezTo>
                    <a:pt x="39" y="591"/>
                    <a:pt x="41" y="590"/>
                    <a:pt x="42" y="590"/>
                  </a:cubicBezTo>
                  <a:cubicBezTo>
                    <a:pt x="124" y="590"/>
                    <a:pt x="124" y="590"/>
                    <a:pt x="124" y="590"/>
                  </a:cubicBezTo>
                  <a:cubicBezTo>
                    <a:pt x="144" y="590"/>
                    <a:pt x="161" y="577"/>
                    <a:pt x="165" y="558"/>
                  </a:cubicBezTo>
                  <a:cubicBezTo>
                    <a:pt x="178" y="503"/>
                    <a:pt x="200" y="452"/>
                    <a:pt x="229" y="404"/>
                  </a:cubicBezTo>
                  <a:cubicBezTo>
                    <a:pt x="239" y="387"/>
                    <a:pt x="237" y="366"/>
                    <a:pt x="223" y="352"/>
                  </a:cubicBezTo>
                  <a:cubicBezTo>
                    <a:pt x="165" y="294"/>
                    <a:pt x="165" y="294"/>
                    <a:pt x="165" y="294"/>
                  </a:cubicBezTo>
                  <a:cubicBezTo>
                    <a:pt x="164" y="293"/>
                    <a:pt x="164" y="292"/>
                    <a:pt x="164" y="292"/>
                  </a:cubicBezTo>
                  <a:cubicBezTo>
                    <a:pt x="164" y="291"/>
                    <a:pt x="164" y="290"/>
                    <a:pt x="165" y="290"/>
                  </a:cubicBezTo>
                  <a:cubicBezTo>
                    <a:pt x="289" y="166"/>
                    <a:pt x="289" y="166"/>
                    <a:pt x="289" y="166"/>
                  </a:cubicBezTo>
                  <a:cubicBezTo>
                    <a:pt x="290" y="165"/>
                    <a:pt x="290" y="165"/>
                    <a:pt x="291" y="165"/>
                  </a:cubicBezTo>
                  <a:cubicBezTo>
                    <a:pt x="291" y="165"/>
                    <a:pt x="292" y="165"/>
                    <a:pt x="293" y="166"/>
                  </a:cubicBezTo>
                  <a:cubicBezTo>
                    <a:pt x="351" y="224"/>
                    <a:pt x="351" y="224"/>
                    <a:pt x="351" y="224"/>
                  </a:cubicBezTo>
                  <a:cubicBezTo>
                    <a:pt x="365" y="238"/>
                    <a:pt x="386" y="240"/>
                    <a:pt x="403" y="230"/>
                  </a:cubicBezTo>
                  <a:cubicBezTo>
                    <a:pt x="451" y="200"/>
                    <a:pt x="503" y="179"/>
                    <a:pt x="557" y="166"/>
                  </a:cubicBezTo>
                  <a:cubicBezTo>
                    <a:pt x="576" y="161"/>
                    <a:pt x="589" y="144"/>
                    <a:pt x="589" y="125"/>
                  </a:cubicBezTo>
                  <a:cubicBezTo>
                    <a:pt x="589" y="43"/>
                    <a:pt x="589" y="43"/>
                    <a:pt x="589" y="43"/>
                  </a:cubicBezTo>
                  <a:cubicBezTo>
                    <a:pt x="589" y="41"/>
                    <a:pt x="591" y="40"/>
                    <a:pt x="592" y="40"/>
                  </a:cubicBezTo>
                  <a:cubicBezTo>
                    <a:pt x="768" y="40"/>
                    <a:pt x="768" y="40"/>
                    <a:pt x="768" y="40"/>
                  </a:cubicBezTo>
                  <a:cubicBezTo>
                    <a:pt x="769" y="40"/>
                    <a:pt x="770" y="41"/>
                    <a:pt x="770" y="43"/>
                  </a:cubicBezTo>
                  <a:cubicBezTo>
                    <a:pt x="770" y="125"/>
                    <a:pt x="770" y="125"/>
                    <a:pt x="770" y="125"/>
                  </a:cubicBezTo>
                  <a:cubicBezTo>
                    <a:pt x="770" y="144"/>
                    <a:pt x="784" y="161"/>
                    <a:pt x="803" y="166"/>
                  </a:cubicBezTo>
                  <a:cubicBezTo>
                    <a:pt x="857" y="179"/>
                    <a:pt x="909" y="200"/>
                    <a:pt x="957" y="230"/>
                  </a:cubicBezTo>
                  <a:cubicBezTo>
                    <a:pt x="974" y="240"/>
                    <a:pt x="995" y="238"/>
                    <a:pt x="1009" y="224"/>
                  </a:cubicBezTo>
                  <a:cubicBezTo>
                    <a:pt x="1067" y="166"/>
                    <a:pt x="1067" y="166"/>
                    <a:pt x="1067" y="166"/>
                  </a:cubicBezTo>
                  <a:cubicBezTo>
                    <a:pt x="1068" y="165"/>
                    <a:pt x="1068" y="165"/>
                    <a:pt x="1069" y="165"/>
                  </a:cubicBezTo>
                  <a:cubicBezTo>
                    <a:pt x="1069" y="165"/>
                    <a:pt x="1070" y="165"/>
                    <a:pt x="1071" y="166"/>
                  </a:cubicBezTo>
                  <a:cubicBezTo>
                    <a:pt x="1195" y="290"/>
                    <a:pt x="1195" y="290"/>
                    <a:pt x="1195" y="290"/>
                  </a:cubicBezTo>
                  <a:cubicBezTo>
                    <a:pt x="1196" y="290"/>
                    <a:pt x="1196" y="291"/>
                    <a:pt x="1196" y="292"/>
                  </a:cubicBezTo>
                  <a:cubicBezTo>
                    <a:pt x="1196" y="292"/>
                    <a:pt x="1196" y="293"/>
                    <a:pt x="1195" y="294"/>
                  </a:cubicBezTo>
                  <a:cubicBezTo>
                    <a:pt x="1137" y="352"/>
                    <a:pt x="1137" y="352"/>
                    <a:pt x="1137" y="352"/>
                  </a:cubicBezTo>
                  <a:cubicBezTo>
                    <a:pt x="1123" y="366"/>
                    <a:pt x="1121" y="387"/>
                    <a:pt x="1131" y="404"/>
                  </a:cubicBezTo>
                  <a:cubicBezTo>
                    <a:pt x="1160" y="452"/>
                    <a:pt x="1182" y="503"/>
                    <a:pt x="1195" y="558"/>
                  </a:cubicBezTo>
                  <a:cubicBezTo>
                    <a:pt x="1199" y="577"/>
                    <a:pt x="1216" y="590"/>
                    <a:pt x="1236" y="590"/>
                  </a:cubicBezTo>
                  <a:cubicBezTo>
                    <a:pt x="1318" y="590"/>
                    <a:pt x="1318" y="590"/>
                    <a:pt x="1318" y="590"/>
                  </a:cubicBezTo>
                  <a:cubicBezTo>
                    <a:pt x="1319" y="590"/>
                    <a:pt x="1320" y="591"/>
                    <a:pt x="1320" y="593"/>
                  </a:cubicBezTo>
                  <a:cubicBezTo>
                    <a:pt x="1320" y="768"/>
                    <a:pt x="1320" y="768"/>
                    <a:pt x="1320" y="768"/>
                  </a:cubicBezTo>
                  <a:cubicBezTo>
                    <a:pt x="1320" y="770"/>
                    <a:pt x="1319" y="771"/>
                    <a:pt x="1318" y="771"/>
                  </a:cubicBezTo>
                  <a:cubicBezTo>
                    <a:pt x="1236" y="771"/>
                    <a:pt x="1236" y="771"/>
                    <a:pt x="1236" y="771"/>
                  </a:cubicBezTo>
                  <a:cubicBezTo>
                    <a:pt x="1216" y="771"/>
                    <a:pt x="1199" y="785"/>
                    <a:pt x="1195" y="804"/>
                  </a:cubicBezTo>
                  <a:cubicBezTo>
                    <a:pt x="1182" y="858"/>
                    <a:pt x="1160" y="910"/>
                    <a:pt x="1131" y="957"/>
                  </a:cubicBezTo>
                  <a:cubicBezTo>
                    <a:pt x="1121" y="974"/>
                    <a:pt x="1123" y="996"/>
                    <a:pt x="1137" y="1010"/>
                  </a:cubicBezTo>
                  <a:cubicBezTo>
                    <a:pt x="1195" y="1068"/>
                    <a:pt x="1195" y="1068"/>
                    <a:pt x="1195" y="1068"/>
                  </a:cubicBezTo>
                  <a:cubicBezTo>
                    <a:pt x="1196" y="1068"/>
                    <a:pt x="1196" y="1069"/>
                    <a:pt x="1196" y="1070"/>
                  </a:cubicBezTo>
                  <a:cubicBezTo>
                    <a:pt x="1196" y="1070"/>
                    <a:pt x="1196" y="1071"/>
                    <a:pt x="1195" y="1072"/>
                  </a:cubicBezTo>
                  <a:cubicBezTo>
                    <a:pt x="1165" y="1101"/>
                    <a:pt x="1165" y="1101"/>
                    <a:pt x="1165" y="1101"/>
                  </a:cubicBezTo>
                  <a:cubicBezTo>
                    <a:pt x="1157" y="1109"/>
                    <a:pt x="1157" y="1122"/>
                    <a:pt x="1165" y="1129"/>
                  </a:cubicBezTo>
                  <a:cubicBezTo>
                    <a:pt x="1173" y="1137"/>
                    <a:pt x="1186" y="1137"/>
                    <a:pt x="1193" y="1129"/>
                  </a:cubicBezTo>
                  <a:cubicBezTo>
                    <a:pt x="1223" y="1100"/>
                    <a:pt x="1223" y="1100"/>
                    <a:pt x="1223" y="1100"/>
                  </a:cubicBezTo>
                  <a:cubicBezTo>
                    <a:pt x="1231" y="1092"/>
                    <a:pt x="1235" y="1081"/>
                    <a:pt x="1235" y="1070"/>
                  </a:cubicBezTo>
                  <a:cubicBezTo>
                    <a:pt x="1235" y="1058"/>
                    <a:pt x="1231" y="1048"/>
                    <a:pt x="1223" y="1040"/>
                  </a:cubicBezTo>
                  <a:cubicBezTo>
                    <a:pt x="1165" y="982"/>
                    <a:pt x="1165" y="982"/>
                    <a:pt x="1165" y="982"/>
                  </a:cubicBezTo>
                  <a:cubicBezTo>
                    <a:pt x="1164" y="981"/>
                    <a:pt x="1164" y="979"/>
                    <a:pt x="1165" y="978"/>
                  </a:cubicBezTo>
                  <a:cubicBezTo>
                    <a:pt x="1196" y="927"/>
                    <a:pt x="1219" y="871"/>
                    <a:pt x="1233" y="813"/>
                  </a:cubicBezTo>
                  <a:cubicBezTo>
                    <a:pt x="1234" y="812"/>
                    <a:pt x="1235" y="811"/>
                    <a:pt x="1236" y="811"/>
                  </a:cubicBezTo>
                  <a:cubicBezTo>
                    <a:pt x="1318" y="811"/>
                    <a:pt x="1318" y="811"/>
                    <a:pt x="1318" y="811"/>
                  </a:cubicBezTo>
                  <a:cubicBezTo>
                    <a:pt x="1341" y="811"/>
                    <a:pt x="1360" y="792"/>
                    <a:pt x="1360" y="768"/>
                  </a:cubicBezTo>
                  <a:cubicBezTo>
                    <a:pt x="1360" y="593"/>
                    <a:pt x="1360" y="593"/>
                    <a:pt x="1360" y="593"/>
                  </a:cubicBezTo>
                  <a:cubicBezTo>
                    <a:pt x="1360" y="570"/>
                    <a:pt x="1341" y="550"/>
                    <a:pt x="1318" y="550"/>
                  </a:cubicBezTo>
                  <a:close/>
                  <a:moveTo>
                    <a:pt x="1318" y="550"/>
                  </a:moveTo>
                  <a:cubicBezTo>
                    <a:pt x="1318" y="550"/>
                    <a:pt x="1318" y="550"/>
                    <a:pt x="1318" y="55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6" name="Google Shape;934;p34"/>
            <p:cNvSpPr/>
            <p:nvPr/>
          </p:nvSpPr>
          <p:spPr>
            <a:xfrm>
              <a:off x="5111751" y="-9205913"/>
              <a:ext cx="854075" cy="854075"/>
            </a:xfrm>
            <a:custGeom>
              <a:avLst/>
              <a:gdLst/>
              <a:ahLst/>
              <a:cxnLst/>
              <a:rect l="l" t="t" r="r" b="b"/>
              <a:pathLst>
                <a:path w="853" h="853" extrusionOk="0">
                  <a:moveTo>
                    <a:pt x="28" y="347"/>
                  </a:moveTo>
                  <a:cubicBezTo>
                    <a:pt x="17" y="345"/>
                    <a:pt x="7" y="353"/>
                    <a:pt x="5" y="364"/>
                  </a:cubicBezTo>
                  <a:cubicBezTo>
                    <a:pt x="2" y="384"/>
                    <a:pt x="0" y="406"/>
                    <a:pt x="0" y="427"/>
                  </a:cubicBezTo>
                  <a:cubicBezTo>
                    <a:pt x="0" y="662"/>
                    <a:pt x="192" y="853"/>
                    <a:pt x="427" y="853"/>
                  </a:cubicBezTo>
                  <a:cubicBezTo>
                    <a:pt x="662" y="853"/>
                    <a:pt x="853" y="662"/>
                    <a:pt x="853" y="427"/>
                  </a:cubicBezTo>
                  <a:cubicBezTo>
                    <a:pt x="853" y="192"/>
                    <a:pt x="662" y="0"/>
                    <a:pt x="427" y="0"/>
                  </a:cubicBezTo>
                  <a:cubicBezTo>
                    <a:pt x="340" y="0"/>
                    <a:pt x="256" y="26"/>
                    <a:pt x="185" y="76"/>
                  </a:cubicBezTo>
                  <a:cubicBezTo>
                    <a:pt x="115" y="124"/>
                    <a:pt x="62" y="191"/>
                    <a:pt x="30" y="269"/>
                  </a:cubicBezTo>
                  <a:cubicBezTo>
                    <a:pt x="30" y="271"/>
                    <a:pt x="30" y="271"/>
                    <a:pt x="30" y="271"/>
                  </a:cubicBezTo>
                  <a:cubicBezTo>
                    <a:pt x="26" y="281"/>
                    <a:pt x="31" y="293"/>
                    <a:pt x="41" y="297"/>
                  </a:cubicBezTo>
                  <a:cubicBezTo>
                    <a:pt x="51" y="301"/>
                    <a:pt x="63" y="296"/>
                    <a:pt x="67" y="286"/>
                  </a:cubicBezTo>
                  <a:cubicBezTo>
                    <a:pt x="67" y="284"/>
                    <a:pt x="67" y="284"/>
                    <a:pt x="67" y="284"/>
                  </a:cubicBezTo>
                  <a:cubicBezTo>
                    <a:pt x="96" y="213"/>
                    <a:pt x="144" y="152"/>
                    <a:pt x="207" y="108"/>
                  </a:cubicBezTo>
                  <a:cubicBezTo>
                    <a:pt x="272" y="64"/>
                    <a:pt x="348" y="40"/>
                    <a:pt x="427" y="40"/>
                  </a:cubicBezTo>
                  <a:cubicBezTo>
                    <a:pt x="640" y="40"/>
                    <a:pt x="814" y="213"/>
                    <a:pt x="814" y="427"/>
                  </a:cubicBezTo>
                  <a:cubicBezTo>
                    <a:pt x="814" y="640"/>
                    <a:pt x="640" y="813"/>
                    <a:pt x="427" y="813"/>
                  </a:cubicBezTo>
                  <a:cubicBezTo>
                    <a:pt x="214" y="813"/>
                    <a:pt x="40" y="640"/>
                    <a:pt x="40" y="427"/>
                  </a:cubicBezTo>
                  <a:cubicBezTo>
                    <a:pt x="40" y="408"/>
                    <a:pt x="42" y="388"/>
                    <a:pt x="44" y="370"/>
                  </a:cubicBezTo>
                  <a:cubicBezTo>
                    <a:pt x="46" y="359"/>
                    <a:pt x="38" y="349"/>
                    <a:pt x="28" y="347"/>
                  </a:cubicBezTo>
                  <a:close/>
                  <a:moveTo>
                    <a:pt x="28" y="347"/>
                  </a:moveTo>
                  <a:cubicBezTo>
                    <a:pt x="28" y="347"/>
                    <a:pt x="28" y="347"/>
                    <a:pt x="28" y="34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7" name="Google Shape;935;p34"/>
            <p:cNvSpPr/>
            <p:nvPr/>
          </p:nvSpPr>
          <p:spPr>
            <a:xfrm>
              <a:off x="5276851" y="-8994775"/>
              <a:ext cx="514350" cy="422275"/>
            </a:xfrm>
            <a:custGeom>
              <a:avLst/>
              <a:gdLst/>
              <a:ahLst/>
              <a:cxnLst/>
              <a:rect l="l" t="t" r="r" b="b"/>
              <a:pathLst>
                <a:path w="514" h="422" extrusionOk="0">
                  <a:moveTo>
                    <a:pt x="204" y="422"/>
                  </a:moveTo>
                  <a:cubicBezTo>
                    <a:pt x="205" y="422"/>
                    <a:pt x="206" y="422"/>
                    <a:pt x="207" y="422"/>
                  </a:cubicBezTo>
                  <a:cubicBezTo>
                    <a:pt x="230" y="421"/>
                    <a:pt x="252" y="411"/>
                    <a:pt x="267" y="395"/>
                  </a:cubicBezTo>
                  <a:cubicBezTo>
                    <a:pt x="490" y="153"/>
                    <a:pt x="490" y="153"/>
                    <a:pt x="490" y="153"/>
                  </a:cubicBezTo>
                  <a:cubicBezTo>
                    <a:pt x="506" y="136"/>
                    <a:pt x="514" y="115"/>
                    <a:pt x="513" y="92"/>
                  </a:cubicBezTo>
                  <a:cubicBezTo>
                    <a:pt x="512" y="69"/>
                    <a:pt x="502" y="48"/>
                    <a:pt x="485" y="32"/>
                  </a:cubicBezTo>
                  <a:cubicBezTo>
                    <a:pt x="451" y="0"/>
                    <a:pt x="396" y="2"/>
                    <a:pt x="364" y="37"/>
                  </a:cubicBezTo>
                  <a:cubicBezTo>
                    <a:pt x="201" y="214"/>
                    <a:pt x="201" y="214"/>
                    <a:pt x="201" y="214"/>
                  </a:cubicBezTo>
                  <a:cubicBezTo>
                    <a:pt x="154" y="169"/>
                    <a:pt x="154" y="169"/>
                    <a:pt x="154" y="169"/>
                  </a:cubicBezTo>
                  <a:cubicBezTo>
                    <a:pt x="120" y="136"/>
                    <a:pt x="66" y="137"/>
                    <a:pt x="33" y="171"/>
                  </a:cubicBezTo>
                  <a:cubicBezTo>
                    <a:pt x="0" y="205"/>
                    <a:pt x="1" y="259"/>
                    <a:pt x="35" y="292"/>
                  </a:cubicBezTo>
                  <a:cubicBezTo>
                    <a:pt x="145" y="398"/>
                    <a:pt x="145" y="398"/>
                    <a:pt x="145" y="398"/>
                  </a:cubicBezTo>
                  <a:cubicBezTo>
                    <a:pt x="161" y="414"/>
                    <a:pt x="182" y="422"/>
                    <a:pt x="204" y="422"/>
                  </a:cubicBezTo>
                  <a:close/>
                  <a:moveTo>
                    <a:pt x="62" y="198"/>
                  </a:moveTo>
                  <a:cubicBezTo>
                    <a:pt x="71" y="189"/>
                    <a:pt x="83" y="184"/>
                    <a:pt x="95" y="184"/>
                  </a:cubicBezTo>
                  <a:cubicBezTo>
                    <a:pt x="106" y="184"/>
                    <a:pt x="118" y="189"/>
                    <a:pt x="127" y="197"/>
                  </a:cubicBezTo>
                  <a:cubicBezTo>
                    <a:pt x="188" y="256"/>
                    <a:pt x="188" y="256"/>
                    <a:pt x="188" y="256"/>
                  </a:cubicBezTo>
                  <a:cubicBezTo>
                    <a:pt x="192" y="260"/>
                    <a:pt x="197" y="262"/>
                    <a:pt x="202" y="262"/>
                  </a:cubicBezTo>
                  <a:cubicBezTo>
                    <a:pt x="208" y="262"/>
                    <a:pt x="213" y="259"/>
                    <a:pt x="216" y="256"/>
                  </a:cubicBezTo>
                  <a:cubicBezTo>
                    <a:pt x="393" y="64"/>
                    <a:pt x="393" y="64"/>
                    <a:pt x="393" y="64"/>
                  </a:cubicBezTo>
                  <a:cubicBezTo>
                    <a:pt x="411" y="45"/>
                    <a:pt x="440" y="44"/>
                    <a:pt x="458" y="61"/>
                  </a:cubicBezTo>
                  <a:cubicBezTo>
                    <a:pt x="467" y="70"/>
                    <a:pt x="473" y="81"/>
                    <a:pt x="473" y="93"/>
                  </a:cubicBezTo>
                  <a:cubicBezTo>
                    <a:pt x="474" y="106"/>
                    <a:pt x="469" y="117"/>
                    <a:pt x="461" y="126"/>
                  </a:cubicBezTo>
                  <a:cubicBezTo>
                    <a:pt x="238" y="368"/>
                    <a:pt x="238" y="368"/>
                    <a:pt x="238" y="368"/>
                  </a:cubicBezTo>
                  <a:cubicBezTo>
                    <a:pt x="230" y="377"/>
                    <a:pt x="218" y="382"/>
                    <a:pt x="206" y="382"/>
                  </a:cubicBezTo>
                  <a:cubicBezTo>
                    <a:pt x="193" y="383"/>
                    <a:pt x="181" y="378"/>
                    <a:pt x="172" y="369"/>
                  </a:cubicBezTo>
                  <a:cubicBezTo>
                    <a:pt x="63" y="263"/>
                    <a:pt x="63" y="263"/>
                    <a:pt x="63" y="263"/>
                  </a:cubicBezTo>
                  <a:cubicBezTo>
                    <a:pt x="44" y="246"/>
                    <a:pt x="44" y="216"/>
                    <a:pt x="62" y="198"/>
                  </a:cubicBezTo>
                  <a:close/>
                  <a:moveTo>
                    <a:pt x="62" y="198"/>
                  </a:moveTo>
                  <a:cubicBezTo>
                    <a:pt x="62" y="198"/>
                    <a:pt x="62" y="198"/>
                    <a:pt x="62" y="19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48" name="Google Shape;936;p34"/>
          <p:cNvGrpSpPr/>
          <p:nvPr/>
        </p:nvGrpSpPr>
        <p:grpSpPr>
          <a:xfrm>
            <a:off x="4657073" y="2830901"/>
            <a:ext cx="440998" cy="440998"/>
            <a:chOff x="4941888" y="-3754438"/>
            <a:chExt cx="1357313" cy="1357313"/>
          </a:xfrm>
          <a:solidFill>
            <a:schemeClr val="bg1">
              <a:lumMod val="75000"/>
            </a:schemeClr>
          </a:solidFill>
        </p:grpSpPr>
        <p:sp>
          <p:nvSpPr>
            <p:cNvPr id="249" name="Google Shape;937;p34"/>
            <p:cNvSpPr/>
            <p:nvPr/>
          </p:nvSpPr>
          <p:spPr>
            <a:xfrm>
              <a:off x="4941888" y="-3754438"/>
              <a:ext cx="1357313" cy="1357313"/>
            </a:xfrm>
            <a:custGeom>
              <a:avLst/>
              <a:gdLst/>
              <a:ahLst/>
              <a:cxnLst/>
              <a:rect l="l" t="t" r="r" b="b"/>
              <a:pathLst>
                <a:path w="1357" h="1356" extrusionOk="0">
                  <a:moveTo>
                    <a:pt x="628" y="1356"/>
                  </a:moveTo>
                  <a:cubicBezTo>
                    <a:pt x="608" y="1356"/>
                    <a:pt x="591" y="1342"/>
                    <a:pt x="586" y="1322"/>
                  </a:cubicBezTo>
                  <a:cubicBezTo>
                    <a:pt x="564" y="1222"/>
                    <a:pt x="564" y="1222"/>
                    <a:pt x="564" y="1222"/>
                  </a:cubicBezTo>
                  <a:cubicBezTo>
                    <a:pt x="562" y="1213"/>
                    <a:pt x="556" y="1207"/>
                    <a:pt x="547" y="1204"/>
                  </a:cubicBezTo>
                  <a:cubicBezTo>
                    <a:pt x="495" y="1191"/>
                    <a:pt x="445" y="1170"/>
                    <a:pt x="399" y="1143"/>
                  </a:cubicBezTo>
                  <a:cubicBezTo>
                    <a:pt x="395" y="1141"/>
                    <a:pt x="391" y="1140"/>
                    <a:pt x="387" y="1140"/>
                  </a:cubicBezTo>
                  <a:cubicBezTo>
                    <a:pt x="383" y="1140"/>
                    <a:pt x="379" y="1141"/>
                    <a:pt x="375" y="1144"/>
                  </a:cubicBezTo>
                  <a:cubicBezTo>
                    <a:pt x="288" y="1199"/>
                    <a:pt x="288" y="1199"/>
                    <a:pt x="288" y="1199"/>
                  </a:cubicBezTo>
                  <a:cubicBezTo>
                    <a:pt x="281" y="1203"/>
                    <a:pt x="273" y="1206"/>
                    <a:pt x="265" y="1206"/>
                  </a:cubicBezTo>
                  <a:cubicBezTo>
                    <a:pt x="253" y="1206"/>
                    <a:pt x="242" y="1201"/>
                    <a:pt x="234" y="1193"/>
                  </a:cubicBezTo>
                  <a:cubicBezTo>
                    <a:pt x="163" y="1122"/>
                    <a:pt x="163" y="1122"/>
                    <a:pt x="163" y="1122"/>
                  </a:cubicBezTo>
                  <a:cubicBezTo>
                    <a:pt x="149" y="1108"/>
                    <a:pt x="147" y="1085"/>
                    <a:pt x="158" y="1068"/>
                  </a:cubicBezTo>
                  <a:cubicBezTo>
                    <a:pt x="213" y="982"/>
                    <a:pt x="213" y="982"/>
                    <a:pt x="213" y="982"/>
                  </a:cubicBezTo>
                  <a:cubicBezTo>
                    <a:pt x="218" y="974"/>
                    <a:pt x="218" y="965"/>
                    <a:pt x="214" y="958"/>
                  </a:cubicBezTo>
                  <a:cubicBezTo>
                    <a:pt x="186" y="911"/>
                    <a:pt x="165" y="861"/>
                    <a:pt x="152" y="809"/>
                  </a:cubicBezTo>
                  <a:cubicBezTo>
                    <a:pt x="150" y="801"/>
                    <a:pt x="143" y="794"/>
                    <a:pt x="134" y="792"/>
                  </a:cubicBezTo>
                  <a:cubicBezTo>
                    <a:pt x="34" y="770"/>
                    <a:pt x="34" y="770"/>
                    <a:pt x="34" y="770"/>
                  </a:cubicBezTo>
                  <a:cubicBezTo>
                    <a:pt x="14" y="766"/>
                    <a:pt x="0" y="748"/>
                    <a:pt x="0" y="728"/>
                  </a:cubicBezTo>
                  <a:cubicBezTo>
                    <a:pt x="0" y="628"/>
                    <a:pt x="0" y="628"/>
                    <a:pt x="0" y="628"/>
                  </a:cubicBezTo>
                  <a:cubicBezTo>
                    <a:pt x="0" y="608"/>
                    <a:pt x="14" y="590"/>
                    <a:pt x="34" y="586"/>
                  </a:cubicBezTo>
                  <a:cubicBezTo>
                    <a:pt x="134" y="563"/>
                    <a:pt x="134" y="563"/>
                    <a:pt x="134" y="563"/>
                  </a:cubicBezTo>
                  <a:cubicBezTo>
                    <a:pt x="143" y="562"/>
                    <a:pt x="150" y="555"/>
                    <a:pt x="152" y="547"/>
                  </a:cubicBezTo>
                  <a:cubicBezTo>
                    <a:pt x="165" y="494"/>
                    <a:pt x="186" y="445"/>
                    <a:pt x="214" y="398"/>
                  </a:cubicBezTo>
                  <a:cubicBezTo>
                    <a:pt x="218" y="391"/>
                    <a:pt x="218" y="382"/>
                    <a:pt x="213" y="374"/>
                  </a:cubicBezTo>
                  <a:cubicBezTo>
                    <a:pt x="157" y="288"/>
                    <a:pt x="157" y="288"/>
                    <a:pt x="157" y="288"/>
                  </a:cubicBezTo>
                  <a:cubicBezTo>
                    <a:pt x="146" y="271"/>
                    <a:pt x="149" y="248"/>
                    <a:pt x="163" y="234"/>
                  </a:cubicBezTo>
                  <a:cubicBezTo>
                    <a:pt x="234" y="163"/>
                    <a:pt x="234" y="163"/>
                    <a:pt x="234" y="163"/>
                  </a:cubicBezTo>
                  <a:cubicBezTo>
                    <a:pt x="242" y="155"/>
                    <a:pt x="253" y="150"/>
                    <a:pt x="265" y="150"/>
                  </a:cubicBezTo>
                  <a:cubicBezTo>
                    <a:pt x="273" y="150"/>
                    <a:pt x="281" y="153"/>
                    <a:pt x="288" y="157"/>
                  </a:cubicBezTo>
                  <a:cubicBezTo>
                    <a:pt x="375" y="212"/>
                    <a:pt x="375" y="212"/>
                    <a:pt x="375" y="212"/>
                  </a:cubicBezTo>
                  <a:cubicBezTo>
                    <a:pt x="378" y="215"/>
                    <a:pt x="383" y="216"/>
                    <a:pt x="387" y="216"/>
                  </a:cubicBezTo>
                  <a:cubicBezTo>
                    <a:pt x="391" y="216"/>
                    <a:pt x="395" y="215"/>
                    <a:pt x="399" y="213"/>
                  </a:cubicBezTo>
                  <a:cubicBezTo>
                    <a:pt x="445" y="185"/>
                    <a:pt x="495" y="165"/>
                    <a:pt x="547" y="152"/>
                  </a:cubicBezTo>
                  <a:cubicBezTo>
                    <a:pt x="556" y="149"/>
                    <a:pt x="562" y="142"/>
                    <a:pt x="564" y="134"/>
                  </a:cubicBezTo>
                  <a:cubicBezTo>
                    <a:pt x="586" y="34"/>
                    <a:pt x="586" y="34"/>
                    <a:pt x="586" y="34"/>
                  </a:cubicBezTo>
                  <a:cubicBezTo>
                    <a:pt x="590" y="14"/>
                    <a:pt x="608" y="0"/>
                    <a:pt x="628" y="0"/>
                  </a:cubicBezTo>
                  <a:cubicBezTo>
                    <a:pt x="728" y="0"/>
                    <a:pt x="728" y="0"/>
                    <a:pt x="728" y="0"/>
                  </a:cubicBezTo>
                  <a:cubicBezTo>
                    <a:pt x="749" y="0"/>
                    <a:pt x="766" y="14"/>
                    <a:pt x="771" y="34"/>
                  </a:cubicBezTo>
                  <a:cubicBezTo>
                    <a:pt x="793" y="134"/>
                    <a:pt x="793" y="134"/>
                    <a:pt x="793" y="134"/>
                  </a:cubicBezTo>
                  <a:cubicBezTo>
                    <a:pt x="795" y="142"/>
                    <a:pt x="801" y="149"/>
                    <a:pt x="810" y="152"/>
                  </a:cubicBezTo>
                  <a:cubicBezTo>
                    <a:pt x="862" y="165"/>
                    <a:pt x="912" y="186"/>
                    <a:pt x="958" y="213"/>
                  </a:cubicBezTo>
                  <a:cubicBezTo>
                    <a:pt x="961" y="215"/>
                    <a:pt x="965" y="216"/>
                    <a:pt x="969" y="216"/>
                  </a:cubicBezTo>
                  <a:cubicBezTo>
                    <a:pt x="974" y="216"/>
                    <a:pt x="978" y="215"/>
                    <a:pt x="982" y="212"/>
                  </a:cubicBezTo>
                  <a:cubicBezTo>
                    <a:pt x="1069" y="157"/>
                    <a:pt x="1069" y="157"/>
                    <a:pt x="1069" y="157"/>
                  </a:cubicBezTo>
                  <a:cubicBezTo>
                    <a:pt x="1076" y="153"/>
                    <a:pt x="1084" y="150"/>
                    <a:pt x="1092" y="150"/>
                  </a:cubicBezTo>
                  <a:cubicBezTo>
                    <a:pt x="1104" y="150"/>
                    <a:pt x="1115" y="155"/>
                    <a:pt x="1123" y="163"/>
                  </a:cubicBezTo>
                  <a:cubicBezTo>
                    <a:pt x="1193" y="234"/>
                    <a:pt x="1193" y="234"/>
                    <a:pt x="1193" y="234"/>
                  </a:cubicBezTo>
                  <a:cubicBezTo>
                    <a:pt x="1208" y="248"/>
                    <a:pt x="1210" y="271"/>
                    <a:pt x="1199" y="288"/>
                  </a:cubicBezTo>
                  <a:cubicBezTo>
                    <a:pt x="1144" y="374"/>
                    <a:pt x="1144" y="374"/>
                    <a:pt x="1144" y="374"/>
                  </a:cubicBezTo>
                  <a:cubicBezTo>
                    <a:pt x="1139" y="382"/>
                    <a:pt x="1139" y="391"/>
                    <a:pt x="1143" y="398"/>
                  </a:cubicBezTo>
                  <a:cubicBezTo>
                    <a:pt x="1171" y="445"/>
                    <a:pt x="1192" y="494"/>
                    <a:pt x="1205" y="547"/>
                  </a:cubicBezTo>
                  <a:cubicBezTo>
                    <a:pt x="1207" y="555"/>
                    <a:pt x="1214" y="562"/>
                    <a:pt x="1223" y="564"/>
                  </a:cubicBezTo>
                  <a:cubicBezTo>
                    <a:pt x="1323" y="586"/>
                    <a:pt x="1323" y="586"/>
                    <a:pt x="1323" y="586"/>
                  </a:cubicBezTo>
                  <a:cubicBezTo>
                    <a:pt x="1343" y="590"/>
                    <a:pt x="1357" y="608"/>
                    <a:pt x="1357" y="628"/>
                  </a:cubicBezTo>
                  <a:cubicBezTo>
                    <a:pt x="1357" y="728"/>
                    <a:pt x="1357" y="728"/>
                    <a:pt x="1357" y="728"/>
                  </a:cubicBezTo>
                  <a:cubicBezTo>
                    <a:pt x="1357" y="748"/>
                    <a:pt x="1343" y="766"/>
                    <a:pt x="1323" y="770"/>
                  </a:cubicBezTo>
                  <a:cubicBezTo>
                    <a:pt x="1222" y="793"/>
                    <a:pt x="1222" y="793"/>
                    <a:pt x="1222" y="793"/>
                  </a:cubicBezTo>
                  <a:cubicBezTo>
                    <a:pt x="1208" y="796"/>
                    <a:pt x="1205" y="806"/>
                    <a:pt x="1199" y="828"/>
                  </a:cubicBezTo>
                  <a:cubicBezTo>
                    <a:pt x="1192" y="852"/>
                    <a:pt x="1181" y="892"/>
                    <a:pt x="1145" y="953"/>
                  </a:cubicBezTo>
                  <a:cubicBezTo>
                    <a:pt x="1144" y="955"/>
                    <a:pt x="1144" y="955"/>
                    <a:pt x="1144" y="955"/>
                  </a:cubicBezTo>
                  <a:cubicBezTo>
                    <a:pt x="1271" y="1081"/>
                    <a:pt x="1271" y="1081"/>
                    <a:pt x="1271" y="1081"/>
                  </a:cubicBezTo>
                  <a:cubicBezTo>
                    <a:pt x="1307" y="1115"/>
                    <a:pt x="1321" y="1165"/>
                    <a:pt x="1309" y="1212"/>
                  </a:cubicBezTo>
                  <a:cubicBezTo>
                    <a:pt x="1297" y="1260"/>
                    <a:pt x="1260" y="1297"/>
                    <a:pt x="1213" y="1309"/>
                  </a:cubicBezTo>
                  <a:cubicBezTo>
                    <a:pt x="1202" y="1312"/>
                    <a:pt x="1190" y="1313"/>
                    <a:pt x="1179" y="1313"/>
                  </a:cubicBezTo>
                  <a:cubicBezTo>
                    <a:pt x="1179" y="1313"/>
                    <a:pt x="1179" y="1313"/>
                    <a:pt x="1179" y="1313"/>
                  </a:cubicBezTo>
                  <a:cubicBezTo>
                    <a:pt x="1142" y="1313"/>
                    <a:pt x="1107" y="1298"/>
                    <a:pt x="1082" y="1271"/>
                  </a:cubicBezTo>
                  <a:cubicBezTo>
                    <a:pt x="955" y="1144"/>
                    <a:pt x="955" y="1144"/>
                    <a:pt x="955" y="1144"/>
                  </a:cubicBezTo>
                  <a:cubicBezTo>
                    <a:pt x="953" y="1145"/>
                    <a:pt x="953" y="1145"/>
                    <a:pt x="953" y="1145"/>
                  </a:cubicBezTo>
                  <a:cubicBezTo>
                    <a:pt x="893" y="1181"/>
                    <a:pt x="853" y="1192"/>
                    <a:pt x="829" y="1198"/>
                  </a:cubicBezTo>
                  <a:cubicBezTo>
                    <a:pt x="807" y="1205"/>
                    <a:pt x="796" y="1208"/>
                    <a:pt x="793" y="1222"/>
                  </a:cubicBezTo>
                  <a:cubicBezTo>
                    <a:pt x="771" y="1322"/>
                    <a:pt x="771" y="1322"/>
                    <a:pt x="771" y="1322"/>
                  </a:cubicBezTo>
                  <a:cubicBezTo>
                    <a:pt x="766" y="1342"/>
                    <a:pt x="749" y="1356"/>
                    <a:pt x="728" y="1356"/>
                  </a:cubicBezTo>
                  <a:lnTo>
                    <a:pt x="628" y="1356"/>
                  </a:lnTo>
                  <a:close/>
                  <a:moveTo>
                    <a:pt x="387" y="1098"/>
                  </a:moveTo>
                  <a:cubicBezTo>
                    <a:pt x="399" y="1098"/>
                    <a:pt x="410" y="1101"/>
                    <a:pt x="420" y="1107"/>
                  </a:cubicBezTo>
                  <a:cubicBezTo>
                    <a:pt x="463" y="1133"/>
                    <a:pt x="509" y="1152"/>
                    <a:pt x="557" y="1164"/>
                  </a:cubicBezTo>
                  <a:cubicBezTo>
                    <a:pt x="581" y="1170"/>
                    <a:pt x="599" y="1189"/>
                    <a:pt x="604" y="1213"/>
                  </a:cubicBezTo>
                  <a:cubicBezTo>
                    <a:pt x="627" y="1315"/>
                    <a:pt x="627" y="1315"/>
                    <a:pt x="627" y="1315"/>
                  </a:cubicBezTo>
                  <a:cubicBezTo>
                    <a:pt x="730" y="1315"/>
                    <a:pt x="730" y="1315"/>
                    <a:pt x="730" y="1315"/>
                  </a:cubicBezTo>
                  <a:cubicBezTo>
                    <a:pt x="752" y="1213"/>
                    <a:pt x="752" y="1213"/>
                    <a:pt x="752" y="1213"/>
                  </a:cubicBezTo>
                  <a:cubicBezTo>
                    <a:pt x="758" y="1188"/>
                    <a:pt x="777" y="1169"/>
                    <a:pt x="801" y="1164"/>
                  </a:cubicBezTo>
                  <a:cubicBezTo>
                    <a:pt x="844" y="1153"/>
                    <a:pt x="884" y="1137"/>
                    <a:pt x="922" y="1115"/>
                  </a:cubicBezTo>
                  <a:cubicBezTo>
                    <a:pt x="924" y="1114"/>
                    <a:pt x="924" y="1114"/>
                    <a:pt x="924" y="1114"/>
                  </a:cubicBezTo>
                  <a:cubicBezTo>
                    <a:pt x="897" y="1087"/>
                    <a:pt x="897" y="1087"/>
                    <a:pt x="897" y="1087"/>
                  </a:cubicBezTo>
                  <a:cubicBezTo>
                    <a:pt x="886" y="1076"/>
                    <a:pt x="884" y="1074"/>
                    <a:pt x="855" y="1045"/>
                  </a:cubicBezTo>
                  <a:cubicBezTo>
                    <a:pt x="854" y="1044"/>
                    <a:pt x="854" y="1044"/>
                    <a:pt x="854" y="1044"/>
                  </a:cubicBezTo>
                  <a:cubicBezTo>
                    <a:pt x="853" y="1045"/>
                    <a:pt x="853" y="1045"/>
                    <a:pt x="853" y="1045"/>
                  </a:cubicBezTo>
                  <a:cubicBezTo>
                    <a:pt x="798" y="1071"/>
                    <a:pt x="739" y="1084"/>
                    <a:pt x="679" y="1084"/>
                  </a:cubicBezTo>
                  <a:cubicBezTo>
                    <a:pt x="547" y="1084"/>
                    <a:pt x="422" y="1020"/>
                    <a:pt x="346" y="912"/>
                  </a:cubicBezTo>
                  <a:cubicBezTo>
                    <a:pt x="232" y="750"/>
                    <a:pt x="251" y="530"/>
                    <a:pt x="392" y="390"/>
                  </a:cubicBezTo>
                  <a:cubicBezTo>
                    <a:pt x="468" y="314"/>
                    <a:pt x="570" y="271"/>
                    <a:pt x="679" y="271"/>
                  </a:cubicBezTo>
                  <a:cubicBezTo>
                    <a:pt x="763" y="271"/>
                    <a:pt x="844" y="297"/>
                    <a:pt x="913" y="346"/>
                  </a:cubicBezTo>
                  <a:cubicBezTo>
                    <a:pt x="1075" y="461"/>
                    <a:pt x="1131" y="674"/>
                    <a:pt x="1045" y="853"/>
                  </a:cubicBezTo>
                  <a:cubicBezTo>
                    <a:pt x="1044" y="855"/>
                    <a:pt x="1044" y="855"/>
                    <a:pt x="1044" y="855"/>
                  </a:cubicBezTo>
                  <a:cubicBezTo>
                    <a:pt x="1114" y="925"/>
                    <a:pt x="1114" y="925"/>
                    <a:pt x="1114" y="925"/>
                  </a:cubicBezTo>
                  <a:cubicBezTo>
                    <a:pt x="1115" y="922"/>
                    <a:pt x="1115" y="922"/>
                    <a:pt x="1115" y="922"/>
                  </a:cubicBezTo>
                  <a:cubicBezTo>
                    <a:pt x="1137" y="884"/>
                    <a:pt x="1153" y="843"/>
                    <a:pt x="1164" y="801"/>
                  </a:cubicBezTo>
                  <a:cubicBezTo>
                    <a:pt x="1170" y="776"/>
                    <a:pt x="1189" y="758"/>
                    <a:pt x="1213" y="752"/>
                  </a:cubicBezTo>
                  <a:cubicBezTo>
                    <a:pt x="1315" y="729"/>
                    <a:pt x="1315" y="729"/>
                    <a:pt x="1315" y="729"/>
                  </a:cubicBezTo>
                  <a:cubicBezTo>
                    <a:pt x="1315" y="627"/>
                    <a:pt x="1315" y="627"/>
                    <a:pt x="1315" y="627"/>
                  </a:cubicBezTo>
                  <a:cubicBezTo>
                    <a:pt x="1214" y="604"/>
                    <a:pt x="1214" y="604"/>
                    <a:pt x="1214" y="604"/>
                  </a:cubicBezTo>
                  <a:cubicBezTo>
                    <a:pt x="1189" y="599"/>
                    <a:pt x="1171" y="581"/>
                    <a:pt x="1164" y="557"/>
                  </a:cubicBezTo>
                  <a:cubicBezTo>
                    <a:pt x="1152" y="509"/>
                    <a:pt x="1133" y="463"/>
                    <a:pt x="1108" y="420"/>
                  </a:cubicBezTo>
                  <a:cubicBezTo>
                    <a:pt x="1095" y="399"/>
                    <a:pt x="1096" y="373"/>
                    <a:pt x="1109" y="352"/>
                  </a:cubicBezTo>
                  <a:cubicBezTo>
                    <a:pt x="1165" y="264"/>
                    <a:pt x="1165" y="264"/>
                    <a:pt x="1165" y="264"/>
                  </a:cubicBezTo>
                  <a:cubicBezTo>
                    <a:pt x="1092" y="191"/>
                    <a:pt x="1092" y="191"/>
                    <a:pt x="1092" y="191"/>
                  </a:cubicBezTo>
                  <a:cubicBezTo>
                    <a:pt x="1004" y="247"/>
                    <a:pt x="1004" y="247"/>
                    <a:pt x="1004" y="247"/>
                  </a:cubicBezTo>
                  <a:cubicBezTo>
                    <a:pt x="994" y="254"/>
                    <a:pt x="982" y="258"/>
                    <a:pt x="969" y="258"/>
                  </a:cubicBezTo>
                  <a:cubicBezTo>
                    <a:pt x="958" y="258"/>
                    <a:pt x="946" y="255"/>
                    <a:pt x="936" y="249"/>
                  </a:cubicBezTo>
                  <a:cubicBezTo>
                    <a:pt x="894" y="223"/>
                    <a:pt x="848" y="204"/>
                    <a:pt x="800" y="192"/>
                  </a:cubicBezTo>
                  <a:cubicBezTo>
                    <a:pt x="776" y="186"/>
                    <a:pt x="758" y="167"/>
                    <a:pt x="752" y="143"/>
                  </a:cubicBezTo>
                  <a:cubicBezTo>
                    <a:pt x="730" y="41"/>
                    <a:pt x="730" y="41"/>
                    <a:pt x="730" y="41"/>
                  </a:cubicBezTo>
                  <a:cubicBezTo>
                    <a:pt x="627" y="41"/>
                    <a:pt x="627" y="41"/>
                    <a:pt x="627" y="41"/>
                  </a:cubicBezTo>
                  <a:cubicBezTo>
                    <a:pt x="604" y="143"/>
                    <a:pt x="604" y="143"/>
                    <a:pt x="604" y="143"/>
                  </a:cubicBezTo>
                  <a:cubicBezTo>
                    <a:pt x="599" y="167"/>
                    <a:pt x="581" y="186"/>
                    <a:pt x="557" y="192"/>
                  </a:cubicBezTo>
                  <a:cubicBezTo>
                    <a:pt x="509" y="204"/>
                    <a:pt x="463" y="223"/>
                    <a:pt x="420" y="249"/>
                  </a:cubicBezTo>
                  <a:cubicBezTo>
                    <a:pt x="410" y="255"/>
                    <a:pt x="399" y="258"/>
                    <a:pt x="387" y="258"/>
                  </a:cubicBezTo>
                  <a:cubicBezTo>
                    <a:pt x="375" y="258"/>
                    <a:pt x="363" y="254"/>
                    <a:pt x="352" y="247"/>
                  </a:cubicBezTo>
                  <a:cubicBezTo>
                    <a:pt x="264" y="191"/>
                    <a:pt x="264" y="191"/>
                    <a:pt x="264" y="191"/>
                  </a:cubicBezTo>
                  <a:cubicBezTo>
                    <a:pt x="192" y="264"/>
                    <a:pt x="192" y="264"/>
                    <a:pt x="192" y="264"/>
                  </a:cubicBezTo>
                  <a:cubicBezTo>
                    <a:pt x="248" y="352"/>
                    <a:pt x="248" y="352"/>
                    <a:pt x="248" y="352"/>
                  </a:cubicBezTo>
                  <a:cubicBezTo>
                    <a:pt x="261" y="373"/>
                    <a:pt x="262" y="399"/>
                    <a:pt x="249" y="420"/>
                  </a:cubicBezTo>
                  <a:cubicBezTo>
                    <a:pt x="224" y="462"/>
                    <a:pt x="205" y="509"/>
                    <a:pt x="192" y="557"/>
                  </a:cubicBezTo>
                  <a:cubicBezTo>
                    <a:pt x="186" y="581"/>
                    <a:pt x="167" y="599"/>
                    <a:pt x="143" y="604"/>
                  </a:cubicBezTo>
                  <a:cubicBezTo>
                    <a:pt x="41" y="627"/>
                    <a:pt x="41" y="627"/>
                    <a:pt x="41" y="627"/>
                  </a:cubicBezTo>
                  <a:cubicBezTo>
                    <a:pt x="41" y="729"/>
                    <a:pt x="41" y="729"/>
                    <a:pt x="41" y="729"/>
                  </a:cubicBezTo>
                  <a:cubicBezTo>
                    <a:pt x="143" y="752"/>
                    <a:pt x="143" y="752"/>
                    <a:pt x="143" y="752"/>
                  </a:cubicBezTo>
                  <a:cubicBezTo>
                    <a:pt x="167" y="757"/>
                    <a:pt x="186" y="775"/>
                    <a:pt x="192" y="799"/>
                  </a:cubicBezTo>
                  <a:cubicBezTo>
                    <a:pt x="204" y="847"/>
                    <a:pt x="224" y="894"/>
                    <a:pt x="249" y="936"/>
                  </a:cubicBezTo>
                  <a:cubicBezTo>
                    <a:pt x="262" y="957"/>
                    <a:pt x="261" y="983"/>
                    <a:pt x="248" y="1004"/>
                  </a:cubicBezTo>
                  <a:cubicBezTo>
                    <a:pt x="192" y="1092"/>
                    <a:pt x="192" y="1092"/>
                    <a:pt x="192" y="1092"/>
                  </a:cubicBezTo>
                  <a:cubicBezTo>
                    <a:pt x="264" y="1165"/>
                    <a:pt x="264" y="1165"/>
                    <a:pt x="264" y="1165"/>
                  </a:cubicBezTo>
                  <a:cubicBezTo>
                    <a:pt x="352" y="1109"/>
                    <a:pt x="352" y="1109"/>
                    <a:pt x="352" y="1109"/>
                  </a:cubicBezTo>
                  <a:cubicBezTo>
                    <a:pt x="363" y="1102"/>
                    <a:pt x="375" y="1098"/>
                    <a:pt x="387" y="1098"/>
                  </a:cubicBezTo>
                  <a:close/>
                  <a:moveTo>
                    <a:pt x="758" y="895"/>
                  </a:moveTo>
                  <a:cubicBezTo>
                    <a:pt x="765" y="895"/>
                    <a:pt x="770" y="901"/>
                    <a:pt x="916" y="1046"/>
                  </a:cubicBezTo>
                  <a:cubicBezTo>
                    <a:pt x="964" y="1095"/>
                    <a:pt x="1027" y="1158"/>
                    <a:pt x="1111" y="1242"/>
                  </a:cubicBezTo>
                  <a:cubicBezTo>
                    <a:pt x="1128" y="1259"/>
                    <a:pt x="1152" y="1269"/>
                    <a:pt x="1176" y="1269"/>
                  </a:cubicBezTo>
                  <a:cubicBezTo>
                    <a:pt x="1189" y="1269"/>
                    <a:pt x="1200" y="1266"/>
                    <a:pt x="1212" y="1262"/>
                  </a:cubicBezTo>
                  <a:cubicBezTo>
                    <a:pt x="1246" y="1247"/>
                    <a:pt x="1269" y="1214"/>
                    <a:pt x="1269" y="1176"/>
                  </a:cubicBezTo>
                  <a:cubicBezTo>
                    <a:pt x="1269" y="1152"/>
                    <a:pt x="1259" y="1128"/>
                    <a:pt x="1242" y="1111"/>
                  </a:cubicBezTo>
                  <a:cubicBezTo>
                    <a:pt x="1158" y="1027"/>
                    <a:pt x="1094" y="963"/>
                    <a:pt x="1046" y="916"/>
                  </a:cubicBezTo>
                  <a:cubicBezTo>
                    <a:pt x="893" y="764"/>
                    <a:pt x="891" y="762"/>
                    <a:pt x="896" y="750"/>
                  </a:cubicBezTo>
                  <a:cubicBezTo>
                    <a:pt x="896" y="749"/>
                    <a:pt x="896" y="749"/>
                    <a:pt x="896" y="749"/>
                  </a:cubicBezTo>
                  <a:cubicBezTo>
                    <a:pt x="920" y="673"/>
                    <a:pt x="904" y="592"/>
                    <a:pt x="853" y="531"/>
                  </a:cubicBezTo>
                  <a:cubicBezTo>
                    <a:pt x="810" y="479"/>
                    <a:pt x="746" y="450"/>
                    <a:pt x="678" y="450"/>
                  </a:cubicBezTo>
                  <a:cubicBezTo>
                    <a:pt x="668" y="450"/>
                    <a:pt x="657" y="450"/>
                    <a:pt x="646" y="452"/>
                  </a:cubicBezTo>
                  <a:cubicBezTo>
                    <a:pt x="642" y="452"/>
                    <a:pt x="642" y="452"/>
                    <a:pt x="642" y="452"/>
                  </a:cubicBezTo>
                  <a:cubicBezTo>
                    <a:pt x="770" y="580"/>
                    <a:pt x="770" y="580"/>
                    <a:pt x="770" y="580"/>
                  </a:cubicBezTo>
                  <a:cubicBezTo>
                    <a:pt x="775" y="585"/>
                    <a:pt x="777" y="592"/>
                    <a:pt x="776" y="599"/>
                  </a:cubicBezTo>
                  <a:cubicBezTo>
                    <a:pt x="747" y="731"/>
                    <a:pt x="747" y="731"/>
                    <a:pt x="747" y="731"/>
                  </a:cubicBezTo>
                  <a:cubicBezTo>
                    <a:pt x="745" y="739"/>
                    <a:pt x="739" y="745"/>
                    <a:pt x="731" y="747"/>
                  </a:cubicBezTo>
                  <a:cubicBezTo>
                    <a:pt x="599" y="775"/>
                    <a:pt x="599" y="775"/>
                    <a:pt x="599" y="775"/>
                  </a:cubicBezTo>
                  <a:cubicBezTo>
                    <a:pt x="598" y="776"/>
                    <a:pt x="596" y="776"/>
                    <a:pt x="595" y="776"/>
                  </a:cubicBezTo>
                  <a:cubicBezTo>
                    <a:pt x="590" y="776"/>
                    <a:pt x="584" y="774"/>
                    <a:pt x="580" y="770"/>
                  </a:cubicBezTo>
                  <a:cubicBezTo>
                    <a:pt x="453" y="642"/>
                    <a:pt x="453" y="642"/>
                    <a:pt x="453" y="642"/>
                  </a:cubicBezTo>
                  <a:cubicBezTo>
                    <a:pt x="452" y="646"/>
                    <a:pt x="452" y="646"/>
                    <a:pt x="452" y="646"/>
                  </a:cubicBezTo>
                  <a:cubicBezTo>
                    <a:pt x="441" y="725"/>
                    <a:pt x="470" y="802"/>
                    <a:pt x="531" y="853"/>
                  </a:cubicBezTo>
                  <a:cubicBezTo>
                    <a:pt x="572" y="888"/>
                    <a:pt x="624" y="907"/>
                    <a:pt x="678" y="907"/>
                  </a:cubicBezTo>
                  <a:cubicBezTo>
                    <a:pt x="702" y="907"/>
                    <a:pt x="726" y="903"/>
                    <a:pt x="749" y="896"/>
                  </a:cubicBezTo>
                  <a:cubicBezTo>
                    <a:pt x="749" y="896"/>
                    <a:pt x="750" y="895"/>
                    <a:pt x="751" y="895"/>
                  </a:cubicBezTo>
                  <a:cubicBezTo>
                    <a:pt x="753" y="895"/>
                    <a:pt x="755" y="895"/>
                    <a:pt x="756" y="895"/>
                  </a:cubicBezTo>
                  <a:lnTo>
                    <a:pt x="758" y="895"/>
                  </a:lnTo>
                  <a:close/>
                  <a:moveTo>
                    <a:pt x="678" y="313"/>
                  </a:moveTo>
                  <a:cubicBezTo>
                    <a:pt x="581" y="313"/>
                    <a:pt x="490" y="351"/>
                    <a:pt x="421" y="420"/>
                  </a:cubicBezTo>
                  <a:cubicBezTo>
                    <a:pt x="297" y="543"/>
                    <a:pt x="278" y="737"/>
                    <a:pt x="376" y="882"/>
                  </a:cubicBezTo>
                  <a:cubicBezTo>
                    <a:pt x="444" y="982"/>
                    <a:pt x="557" y="1043"/>
                    <a:pt x="678" y="1043"/>
                  </a:cubicBezTo>
                  <a:cubicBezTo>
                    <a:pt x="727" y="1043"/>
                    <a:pt x="775" y="1033"/>
                    <a:pt x="820" y="1014"/>
                  </a:cubicBezTo>
                  <a:cubicBezTo>
                    <a:pt x="823" y="1013"/>
                    <a:pt x="823" y="1013"/>
                    <a:pt x="823" y="1013"/>
                  </a:cubicBezTo>
                  <a:cubicBezTo>
                    <a:pt x="749" y="939"/>
                    <a:pt x="749" y="939"/>
                    <a:pt x="749" y="939"/>
                  </a:cubicBezTo>
                  <a:cubicBezTo>
                    <a:pt x="748" y="939"/>
                    <a:pt x="748" y="939"/>
                    <a:pt x="748" y="939"/>
                  </a:cubicBezTo>
                  <a:cubicBezTo>
                    <a:pt x="725" y="945"/>
                    <a:pt x="702" y="948"/>
                    <a:pt x="678" y="948"/>
                  </a:cubicBezTo>
                  <a:cubicBezTo>
                    <a:pt x="604" y="948"/>
                    <a:pt x="533" y="918"/>
                    <a:pt x="482" y="864"/>
                  </a:cubicBezTo>
                  <a:cubicBezTo>
                    <a:pt x="414" y="792"/>
                    <a:pt x="391" y="689"/>
                    <a:pt x="421" y="595"/>
                  </a:cubicBezTo>
                  <a:cubicBezTo>
                    <a:pt x="423" y="588"/>
                    <a:pt x="429" y="583"/>
                    <a:pt x="436" y="581"/>
                  </a:cubicBezTo>
                  <a:cubicBezTo>
                    <a:pt x="438" y="581"/>
                    <a:pt x="439" y="581"/>
                    <a:pt x="441" y="581"/>
                  </a:cubicBezTo>
                  <a:cubicBezTo>
                    <a:pt x="447" y="581"/>
                    <a:pt x="452" y="583"/>
                    <a:pt x="456" y="587"/>
                  </a:cubicBezTo>
                  <a:cubicBezTo>
                    <a:pt x="602" y="732"/>
                    <a:pt x="602" y="732"/>
                    <a:pt x="602" y="732"/>
                  </a:cubicBezTo>
                  <a:cubicBezTo>
                    <a:pt x="709" y="709"/>
                    <a:pt x="709" y="709"/>
                    <a:pt x="709" y="709"/>
                  </a:cubicBezTo>
                  <a:cubicBezTo>
                    <a:pt x="733" y="601"/>
                    <a:pt x="733" y="601"/>
                    <a:pt x="733" y="601"/>
                  </a:cubicBezTo>
                  <a:cubicBezTo>
                    <a:pt x="587" y="456"/>
                    <a:pt x="587" y="456"/>
                    <a:pt x="587" y="456"/>
                  </a:cubicBezTo>
                  <a:cubicBezTo>
                    <a:pt x="582" y="451"/>
                    <a:pt x="580" y="443"/>
                    <a:pt x="581" y="436"/>
                  </a:cubicBezTo>
                  <a:cubicBezTo>
                    <a:pt x="583" y="429"/>
                    <a:pt x="588" y="424"/>
                    <a:pt x="595" y="421"/>
                  </a:cubicBezTo>
                  <a:cubicBezTo>
                    <a:pt x="622" y="413"/>
                    <a:pt x="650" y="408"/>
                    <a:pt x="678" y="408"/>
                  </a:cubicBezTo>
                  <a:cubicBezTo>
                    <a:pt x="748" y="408"/>
                    <a:pt x="814" y="435"/>
                    <a:pt x="864" y="483"/>
                  </a:cubicBezTo>
                  <a:cubicBezTo>
                    <a:pt x="936" y="551"/>
                    <a:pt x="965" y="653"/>
                    <a:pt x="939" y="748"/>
                  </a:cubicBezTo>
                  <a:cubicBezTo>
                    <a:pt x="939" y="749"/>
                    <a:pt x="939" y="749"/>
                    <a:pt x="939" y="749"/>
                  </a:cubicBezTo>
                  <a:cubicBezTo>
                    <a:pt x="1013" y="823"/>
                    <a:pt x="1013" y="823"/>
                    <a:pt x="1013" y="823"/>
                  </a:cubicBezTo>
                  <a:cubicBezTo>
                    <a:pt x="1014" y="821"/>
                    <a:pt x="1014" y="821"/>
                    <a:pt x="1014" y="821"/>
                  </a:cubicBezTo>
                  <a:cubicBezTo>
                    <a:pt x="1082" y="660"/>
                    <a:pt x="1027" y="473"/>
                    <a:pt x="883" y="376"/>
                  </a:cubicBezTo>
                  <a:cubicBezTo>
                    <a:pt x="822" y="335"/>
                    <a:pt x="751" y="313"/>
                    <a:pt x="678" y="3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0" name="Google Shape;938;p34"/>
            <p:cNvSpPr/>
            <p:nvPr/>
          </p:nvSpPr>
          <p:spPr>
            <a:xfrm>
              <a:off x="5576888" y="-3597275"/>
              <a:ext cx="87313" cy="42863"/>
            </a:xfrm>
            <a:custGeom>
              <a:avLst/>
              <a:gdLst/>
              <a:ahLst/>
              <a:cxnLst/>
              <a:rect l="l" t="t" r="r" b="b"/>
              <a:pathLst>
                <a:path w="87" h="42" extrusionOk="0">
                  <a:moveTo>
                    <a:pt x="21" y="42"/>
                  </a:moveTo>
                  <a:cubicBezTo>
                    <a:pt x="9" y="42"/>
                    <a:pt x="0" y="33"/>
                    <a:pt x="0" y="21"/>
                  </a:cubicBezTo>
                  <a:cubicBezTo>
                    <a:pt x="0" y="10"/>
                    <a:pt x="9" y="0"/>
                    <a:pt x="21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7" y="0"/>
                    <a:pt x="87" y="10"/>
                    <a:pt x="87" y="21"/>
                  </a:cubicBezTo>
                  <a:cubicBezTo>
                    <a:pt x="87" y="33"/>
                    <a:pt x="77" y="42"/>
                    <a:pt x="66" y="42"/>
                  </a:cubicBezTo>
                  <a:lnTo>
                    <a:pt x="21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51" name="Google Shape;939;p34"/>
            <p:cNvCxnSpPr/>
            <p:nvPr/>
          </p:nvCxnSpPr>
          <p:spPr>
            <a:xfrm>
              <a:off x="5597526" y="-255428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252" name="Google Shape;940;p34"/>
            <p:cNvCxnSpPr/>
            <p:nvPr/>
          </p:nvCxnSpPr>
          <p:spPr>
            <a:xfrm>
              <a:off x="5597526" y="-255428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253" name="Google Shape;941;p34"/>
            <p:cNvSpPr/>
            <p:nvPr/>
          </p:nvSpPr>
          <p:spPr>
            <a:xfrm>
              <a:off x="5576888" y="-2597150"/>
              <a:ext cx="87313" cy="41275"/>
            </a:xfrm>
            <a:custGeom>
              <a:avLst/>
              <a:gdLst/>
              <a:ahLst/>
              <a:cxnLst/>
              <a:rect l="l" t="t" r="r" b="b"/>
              <a:pathLst>
                <a:path w="87" h="42" extrusionOk="0">
                  <a:moveTo>
                    <a:pt x="21" y="42"/>
                  </a:moveTo>
                  <a:cubicBezTo>
                    <a:pt x="9" y="42"/>
                    <a:pt x="0" y="32"/>
                    <a:pt x="0" y="21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7" y="0"/>
                    <a:pt x="87" y="9"/>
                    <a:pt x="87" y="21"/>
                  </a:cubicBezTo>
                  <a:cubicBezTo>
                    <a:pt x="87" y="32"/>
                    <a:pt x="77" y="42"/>
                    <a:pt x="66" y="42"/>
                  </a:cubicBezTo>
                  <a:lnTo>
                    <a:pt x="21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54" name="Google Shape;942;p34"/>
            <p:cNvCxnSpPr/>
            <p:nvPr/>
          </p:nvCxnSpPr>
          <p:spPr>
            <a:xfrm>
              <a:off x="5267326" y="-34623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255" name="Google Shape;943;p34"/>
            <p:cNvCxnSpPr/>
            <p:nvPr/>
          </p:nvCxnSpPr>
          <p:spPr>
            <a:xfrm>
              <a:off x="5267326" y="-34623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256" name="Google Shape;944;p34"/>
            <p:cNvSpPr/>
            <p:nvPr/>
          </p:nvSpPr>
          <p:spPr>
            <a:xfrm>
              <a:off x="5227638" y="-3465513"/>
              <a:ext cx="77788" cy="73025"/>
            </a:xfrm>
            <a:custGeom>
              <a:avLst/>
              <a:gdLst/>
              <a:ahLst/>
              <a:cxnLst/>
              <a:rect l="l" t="t" r="r" b="b"/>
              <a:pathLst>
                <a:path w="77" h="73" extrusionOk="0">
                  <a:moveTo>
                    <a:pt x="23" y="73"/>
                  </a:moveTo>
                  <a:cubicBezTo>
                    <a:pt x="17" y="73"/>
                    <a:pt x="12" y="71"/>
                    <a:pt x="8" y="67"/>
                  </a:cubicBezTo>
                  <a:cubicBezTo>
                    <a:pt x="0" y="59"/>
                    <a:pt x="0" y="46"/>
                    <a:pt x="8" y="38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4" y="2"/>
                    <a:pt x="49" y="0"/>
                    <a:pt x="54" y="0"/>
                  </a:cubicBezTo>
                  <a:cubicBezTo>
                    <a:pt x="60" y="0"/>
                    <a:pt x="65" y="2"/>
                    <a:pt x="69" y="6"/>
                  </a:cubicBezTo>
                  <a:cubicBezTo>
                    <a:pt x="77" y="14"/>
                    <a:pt x="77" y="27"/>
                    <a:pt x="69" y="35"/>
                  </a:cubicBezTo>
                  <a:cubicBezTo>
                    <a:pt x="37" y="67"/>
                    <a:pt x="37" y="67"/>
                    <a:pt x="37" y="67"/>
                  </a:cubicBezTo>
                  <a:cubicBezTo>
                    <a:pt x="33" y="71"/>
                    <a:pt x="28" y="73"/>
                    <a:pt x="23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57" name="Google Shape;945;p34"/>
            <p:cNvCxnSpPr/>
            <p:nvPr/>
          </p:nvCxnSpPr>
          <p:spPr>
            <a:xfrm>
              <a:off x="5119688" y="-312102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258" name="Google Shape;946;p34"/>
            <p:cNvCxnSpPr/>
            <p:nvPr/>
          </p:nvCxnSpPr>
          <p:spPr>
            <a:xfrm>
              <a:off x="5119688" y="-312102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259" name="Google Shape;947;p34"/>
            <p:cNvSpPr/>
            <p:nvPr/>
          </p:nvSpPr>
          <p:spPr>
            <a:xfrm>
              <a:off x="5100638" y="-3119438"/>
              <a:ext cx="41275" cy="85725"/>
            </a:xfrm>
            <a:custGeom>
              <a:avLst/>
              <a:gdLst/>
              <a:ahLst/>
              <a:cxnLst/>
              <a:rect l="l" t="t" r="r" b="b"/>
              <a:pathLst>
                <a:path w="41" h="86" extrusionOk="0">
                  <a:moveTo>
                    <a:pt x="20" y="86"/>
                  </a:moveTo>
                  <a:cubicBezTo>
                    <a:pt x="9" y="86"/>
                    <a:pt x="0" y="77"/>
                    <a:pt x="0" y="6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77"/>
                    <a:pt x="32" y="86"/>
                    <a:pt x="20" y="8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60" name="Google Shape;948;p34"/>
            <p:cNvCxnSpPr/>
            <p:nvPr/>
          </p:nvCxnSpPr>
          <p:spPr>
            <a:xfrm>
              <a:off x="6119813" y="-312102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261" name="Google Shape;949;p34"/>
            <p:cNvCxnSpPr/>
            <p:nvPr/>
          </p:nvCxnSpPr>
          <p:spPr>
            <a:xfrm>
              <a:off x="6119813" y="-3121025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262" name="Google Shape;950;p34"/>
            <p:cNvSpPr/>
            <p:nvPr/>
          </p:nvSpPr>
          <p:spPr>
            <a:xfrm>
              <a:off x="6099176" y="-3119438"/>
              <a:ext cx="41275" cy="85725"/>
            </a:xfrm>
            <a:custGeom>
              <a:avLst/>
              <a:gdLst/>
              <a:ahLst/>
              <a:cxnLst/>
              <a:rect l="l" t="t" r="r" b="b"/>
              <a:pathLst>
                <a:path w="41" h="86" extrusionOk="0">
                  <a:moveTo>
                    <a:pt x="20" y="86"/>
                  </a:moveTo>
                  <a:cubicBezTo>
                    <a:pt x="9" y="86"/>
                    <a:pt x="0" y="77"/>
                    <a:pt x="0" y="6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77"/>
                    <a:pt x="32" y="86"/>
                    <a:pt x="20" y="8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63" name="Google Shape;951;p34"/>
            <p:cNvCxnSpPr/>
            <p:nvPr/>
          </p:nvCxnSpPr>
          <p:spPr>
            <a:xfrm>
              <a:off x="5267326" y="-2690813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264" name="Google Shape;952;p34"/>
            <p:cNvCxnSpPr/>
            <p:nvPr/>
          </p:nvCxnSpPr>
          <p:spPr>
            <a:xfrm>
              <a:off x="5267326" y="-2690813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265" name="Google Shape;953;p34"/>
            <p:cNvSpPr/>
            <p:nvPr/>
          </p:nvSpPr>
          <p:spPr>
            <a:xfrm>
              <a:off x="5227638" y="-2760663"/>
              <a:ext cx="77788" cy="73025"/>
            </a:xfrm>
            <a:custGeom>
              <a:avLst/>
              <a:gdLst/>
              <a:ahLst/>
              <a:cxnLst/>
              <a:rect l="l" t="t" r="r" b="b"/>
              <a:pathLst>
                <a:path w="77" h="73" extrusionOk="0">
                  <a:moveTo>
                    <a:pt x="54" y="73"/>
                  </a:moveTo>
                  <a:cubicBezTo>
                    <a:pt x="49" y="73"/>
                    <a:pt x="44" y="71"/>
                    <a:pt x="40" y="67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0" y="27"/>
                    <a:pt x="0" y="14"/>
                    <a:pt x="8" y="6"/>
                  </a:cubicBezTo>
                  <a:cubicBezTo>
                    <a:pt x="12" y="2"/>
                    <a:pt x="17" y="0"/>
                    <a:pt x="23" y="0"/>
                  </a:cubicBezTo>
                  <a:cubicBezTo>
                    <a:pt x="28" y="0"/>
                    <a:pt x="33" y="2"/>
                    <a:pt x="37" y="6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77" y="46"/>
                    <a:pt x="77" y="59"/>
                    <a:pt x="69" y="67"/>
                  </a:cubicBezTo>
                  <a:cubicBezTo>
                    <a:pt x="65" y="71"/>
                    <a:pt x="60" y="73"/>
                    <a:pt x="54" y="73"/>
                  </a:cubicBezTo>
                  <a:cubicBezTo>
                    <a:pt x="54" y="73"/>
                    <a:pt x="54" y="73"/>
                    <a:pt x="54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66" name="Google Shape;954;p34"/>
            <p:cNvCxnSpPr/>
            <p:nvPr/>
          </p:nvCxnSpPr>
          <p:spPr>
            <a:xfrm>
              <a:off x="5973763" y="-34623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267" name="Google Shape;955;p34"/>
            <p:cNvCxnSpPr/>
            <p:nvPr/>
          </p:nvCxnSpPr>
          <p:spPr>
            <a:xfrm>
              <a:off x="5973763" y="-34623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268" name="Google Shape;956;p34"/>
            <p:cNvSpPr/>
            <p:nvPr/>
          </p:nvSpPr>
          <p:spPr>
            <a:xfrm>
              <a:off x="5935663" y="-3465513"/>
              <a:ext cx="76200" cy="73025"/>
            </a:xfrm>
            <a:custGeom>
              <a:avLst/>
              <a:gdLst/>
              <a:ahLst/>
              <a:cxnLst/>
              <a:rect l="l" t="t" r="r" b="b"/>
              <a:pathLst>
                <a:path w="77" h="73" extrusionOk="0">
                  <a:moveTo>
                    <a:pt x="54" y="73"/>
                  </a:moveTo>
                  <a:cubicBezTo>
                    <a:pt x="45" y="73"/>
                    <a:pt x="43" y="71"/>
                    <a:pt x="23" y="50"/>
                  </a:cubicBezTo>
                  <a:cubicBezTo>
                    <a:pt x="19" y="46"/>
                    <a:pt x="13" y="41"/>
                    <a:pt x="7" y="35"/>
                  </a:cubicBezTo>
                  <a:cubicBezTo>
                    <a:pt x="0" y="27"/>
                    <a:pt x="0" y="14"/>
                    <a:pt x="8" y="6"/>
                  </a:cubicBezTo>
                  <a:cubicBezTo>
                    <a:pt x="12" y="2"/>
                    <a:pt x="17" y="0"/>
                    <a:pt x="22" y="0"/>
                  </a:cubicBezTo>
                  <a:cubicBezTo>
                    <a:pt x="28" y="0"/>
                    <a:pt x="33" y="2"/>
                    <a:pt x="37" y="6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75" y="44"/>
                    <a:pt x="77" y="52"/>
                    <a:pt x="73" y="60"/>
                  </a:cubicBezTo>
                  <a:cubicBezTo>
                    <a:pt x="70" y="68"/>
                    <a:pt x="63" y="73"/>
                    <a:pt x="54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9" name="Google Shape;957;p34"/>
            <p:cNvSpPr/>
            <p:nvPr/>
          </p:nvSpPr>
          <p:spPr>
            <a:xfrm>
              <a:off x="6053138" y="-2643188"/>
              <a:ext cx="131763" cy="131763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66" y="132"/>
                  </a:moveTo>
                  <a:cubicBezTo>
                    <a:pt x="30" y="132"/>
                    <a:pt x="0" y="102"/>
                    <a:pt x="0" y="66"/>
                  </a:cubicBezTo>
                  <a:cubicBezTo>
                    <a:pt x="0" y="29"/>
                    <a:pt x="30" y="0"/>
                    <a:pt x="66" y="0"/>
                  </a:cubicBezTo>
                  <a:cubicBezTo>
                    <a:pt x="103" y="0"/>
                    <a:pt x="132" y="29"/>
                    <a:pt x="132" y="66"/>
                  </a:cubicBezTo>
                  <a:cubicBezTo>
                    <a:pt x="132" y="102"/>
                    <a:pt x="103" y="132"/>
                    <a:pt x="66" y="132"/>
                  </a:cubicBezTo>
                  <a:close/>
                  <a:moveTo>
                    <a:pt x="66" y="41"/>
                  </a:moveTo>
                  <a:cubicBezTo>
                    <a:pt x="53" y="41"/>
                    <a:pt x="42" y="52"/>
                    <a:pt x="42" y="66"/>
                  </a:cubicBezTo>
                  <a:cubicBezTo>
                    <a:pt x="42" y="79"/>
                    <a:pt x="53" y="90"/>
                    <a:pt x="66" y="90"/>
                  </a:cubicBezTo>
                  <a:cubicBezTo>
                    <a:pt x="80" y="90"/>
                    <a:pt x="91" y="79"/>
                    <a:pt x="91" y="66"/>
                  </a:cubicBezTo>
                  <a:cubicBezTo>
                    <a:pt x="91" y="52"/>
                    <a:pt x="80" y="41"/>
                    <a:pt x="66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70" name="Google Shape;958;p34"/>
            <p:cNvCxnSpPr/>
            <p:nvPr/>
          </p:nvCxnSpPr>
          <p:spPr>
            <a:xfrm>
              <a:off x="5794376" y="-2933700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271" name="Google Shape;959;p34"/>
            <p:cNvCxnSpPr/>
            <p:nvPr/>
          </p:nvCxnSpPr>
          <p:spPr>
            <a:xfrm>
              <a:off x="5794376" y="-2933700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sp>
          <p:nvSpPr>
            <p:cNvPr id="272" name="Google Shape;960;p34"/>
            <p:cNvSpPr/>
            <p:nvPr/>
          </p:nvSpPr>
          <p:spPr>
            <a:xfrm>
              <a:off x="5756276" y="-2938463"/>
              <a:ext cx="295275" cy="292100"/>
            </a:xfrm>
            <a:custGeom>
              <a:avLst/>
              <a:gdLst/>
              <a:ahLst/>
              <a:cxnLst/>
              <a:rect l="l" t="t" r="r" b="b"/>
              <a:pathLst>
                <a:path w="294" h="291" extrusionOk="0">
                  <a:moveTo>
                    <a:pt x="272" y="291"/>
                  </a:moveTo>
                  <a:cubicBezTo>
                    <a:pt x="266" y="291"/>
                    <a:pt x="261" y="289"/>
                    <a:pt x="257" y="28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0" y="27"/>
                    <a:pt x="0" y="14"/>
                    <a:pt x="8" y="6"/>
                  </a:cubicBezTo>
                  <a:cubicBezTo>
                    <a:pt x="12" y="2"/>
                    <a:pt x="17" y="0"/>
                    <a:pt x="22" y="0"/>
                  </a:cubicBezTo>
                  <a:cubicBezTo>
                    <a:pt x="28" y="0"/>
                    <a:pt x="33" y="2"/>
                    <a:pt x="37" y="6"/>
                  </a:cubicBezTo>
                  <a:cubicBezTo>
                    <a:pt x="286" y="256"/>
                    <a:pt x="286" y="256"/>
                    <a:pt x="286" y="256"/>
                  </a:cubicBezTo>
                  <a:cubicBezTo>
                    <a:pt x="292" y="261"/>
                    <a:pt x="294" y="268"/>
                    <a:pt x="292" y="276"/>
                  </a:cubicBezTo>
                  <a:cubicBezTo>
                    <a:pt x="290" y="283"/>
                    <a:pt x="284" y="289"/>
                    <a:pt x="277" y="291"/>
                  </a:cubicBezTo>
                  <a:cubicBezTo>
                    <a:pt x="275" y="291"/>
                    <a:pt x="274" y="291"/>
                    <a:pt x="272" y="291"/>
                  </a:cubicBezTo>
                  <a:cubicBezTo>
                    <a:pt x="272" y="291"/>
                    <a:pt x="272" y="291"/>
                    <a:pt x="272" y="2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73" name="Google Shape;961;p34"/>
          <p:cNvGrpSpPr/>
          <p:nvPr/>
        </p:nvGrpSpPr>
        <p:grpSpPr>
          <a:xfrm>
            <a:off x="4625710" y="1298497"/>
            <a:ext cx="438935" cy="438419"/>
            <a:chOff x="4945063" y="-7569200"/>
            <a:chExt cx="1350963" cy="1349375"/>
          </a:xfrm>
          <a:solidFill>
            <a:schemeClr val="bg1">
              <a:lumMod val="75000"/>
            </a:schemeClr>
          </a:solidFill>
        </p:grpSpPr>
        <p:sp>
          <p:nvSpPr>
            <p:cNvPr id="274" name="Google Shape;962;p34"/>
            <p:cNvSpPr/>
            <p:nvPr/>
          </p:nvSpPr>
          <p:spPr>
            <a:xfrm>
              <a:off x="5599113" y="-7288213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" h="42" extrusionOk="0">
                  <a:moveTo>
                    <a:pt x="20" y="42"/>
                  </a:moveTo>
                  <a:cubicBezTo>
                    <a:pt x="9" y="42"/>
                    <a:pt x="0" y="33"/>
                    <a:pt x="0" y="2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0"/>
                    <a:pt x="9" y="0"/>
                    <a:pt x="20" y="0"/>
                  </a:cubicBezTo>
                  <a:cubicBezTo>
                    <a:pt x="32" y="0"/>
                    <a:pt x="41" y="10"/>
                    <a:pt x="41" y="21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1" y="33"/>
                    <a:pt x="32" y="42"/>
                    <a:pt x="20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5" name="Google Shape;963;p34"/>
            <p:cNvSpPr/>
            <p:nvPr/>
          </p:nvSpPr>
          <p:spPr>
            <a:xfrm>
              <a:off x="5467351" y="-7127875"/>
              <a:ext cx="306388" cy="306388"/>
            </a:xfrm>
            <a:custGeom>
              <a:avLst/>
              <a:gdLst/>
              <a:ahLst/>
              <a:cxnLst/>
              <a:rect l="l" t="t" r="r" b="b"/>
              <a:pathLst>
                <a:path w="307" h="307" extrusionOk="0">
                  <a:moveTo>
                    <a:pt x="153" y="307"/>
                  </a:moveTo>
                  <a:cubicBezTo>
                    <a:pt x="69" y="307"/>
                    <a:pt x="0" y="238"/>
                    <a:pt x="0" y="153"/>
                  </a:cubicBezTo>
                  <a:cubicBezTo>
                    <a:pt x="0" y="69"/>
                    <a:pt x="69" y="0"/>
                    <a:pt x="153" y="0"/>
                  </a:cubicBezTo>
                  <a:cubicBezTo>
                    <a:pt x="238" y="0"/>
                    <a:pt x="307" y="69"/>
                    <a:pt x="307" y="153"/>
                  </a:cubicBezTo>
                  <a:cubicBezTo>
                    <a:pt x="307" y="238"/>
                    <a:pt x="238" y="307"/>
                    <a:pt x="153" y="307"/>
                  </a:cubicBezTo>
                  <a:close/>
                  <a:moveTo>
                    <a:pt x="153" y="41"/>
                  </a:moveTo>
                  <a:cubicBezTo>
                    <a:pt x="92" y="41"/>
                    <a:pt x="41" y="92"/>
                    <a:pt x="41" y="153"/>
                  </a:cubicBezTo>
                  <a:cubicBezTo>
                    <a:pt x="41" y="215"/>
                    <a:pt x="92" y="265"/>
                    <a:pt x="153" y="265"/>
                  </a:cubicBezTo>
                  <a:cubicBezTo>
                    <a:pt x="215" y="265"/>
                    <a:pt x="265" y="215"/>
                    <a:pt x="265" y="153"/>
                  </a:cubicBezTo>
                  <a:cubicBezTo>
                    <a:pt x="265" y="92"/>
                    <a:pt x="215" y="41"/>
                    <a:pt x="153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6" name="Google Shape;964;p34"/>
            <p:cNvSpPr/>
            <p:nvPr/>
          </p:nvSpPr>
          <p:spPr>
            <a:xfrm>
              <a:off x="4945063" y="-7569200"/>
              <a:ext cx="1350963" cy="134937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595" y="1349"/>
                  </a:moveTo>
                  <a:cubicBezTo>
                    <a:pt x="585" y="1349"/>
                    <a:pt x="576" y="1342"/>
                    <a:pt x="574" y="1332"/>
                  </a:cubicBezTo>
                  <a:cubicBezTo>
                    <a:pt x="550" y="1212"/>
                    <a:pt x="550" y="1212"/>
                    <a:pt x="550" y="1212"/>
                  </a:cubicBezTo>
                  <a:cubicBezTo>
                    <a:pt x="547" y="1211"/>
                    <a:pt x="547" y="1211"/>
                    <a:pt x="547" y="1211"/>
                  </a:cubicBezTo>
                  <a:cubicBezTo>
                    <a:pt x="490" y="1198"/>
                    <a:pt x="436" y="1175"/>
                    <a:pt x="385" y="1144"/>
                  </a:cubicBezTo>
                  <a:cubicBezTo>
                    <a:pt x="382" y="1142"/>
                    <a:pt x="382" y="1142"/>
                    <a:pt x="382" y="1142"/>
                  </a:cubicBezTo>
                  <a:cubicBezTo>
                    <a:pt x="276" y="1215"/>
                    <a:pt x="276" y="1215"/>
                    <a:pt x="276" y="1215"/>
                  </a:cubicBezTo>
                  <a:cubicBezTo>
                    <a:pt x="272" y="1217"/>
                    <a:pt x="268" y="1218"/>
                    <a:pt x="264" y="1218"/>
                  </a:cubicBezTo>
                  <a:cubicBezTo>
                    <a:pt x="258" y="1218"/>
                    <a:pt x="253" y="1216"/>
                    <a:pt x="249" y="1212"/>
                  </a:cubicBezTo>
                  <a:cubicBezTo>
                    <a:pt x="136" y="1099"/>
                    <a:pt x="136" y="1099"/>
                    <a:pt x="136" y="1099"/>
                  </a:cubicBezTo>
                  <a:cubicBezTo>
                    <a:pt x="129" y="1092"/>
                    <a:pt x="128" y="1081"/>
                    <a:pt x="134" y="1073"/>
                  </a:cubicBezTo>
                  <a:cubicBezTo>
                    <a:pt x="206" y="967"/>
                    <a:pt x="206" y="967"/>
                    <a:pt x="206" y="967"/>
                  </a:cubicBezTo>
                  <a:cubicBezTo>
                    <a:pt x="204" y="963"/>
                    <a:pt x="204" y="963"/>
                    <a:pt x="204" y="963"/>
                  </a:cubicBezTo>
                  <a:cubicBezTo>
                    <a:pt x="173" y="913"/>
                    <a:pt x="151" y="859"/>
                    <a:pt x="137" y="802"/>
                  </a:cubicBezTo>
                  <a:cubicBezTo>
                    <a:pt x="136" y="798"/>
                    <a:pt x="136" y="798"/>
                    <a:pt x="136" y="798"/>
                  </a:cubicBezTo>
                  <a:cubicBezTo>
                    <a:pt x="17" y="774"/>
                    <a:pt x="17" y="774"/>
                    <a:pt x="17" y="774"/>
                  </a:cubicBezTo>
                  <a:cubicBezTo>
                    <a:pt x="7" y="772"/>
                    <a:pt x="0" y="764"/>
                    <a:pt x="0" y="754"/>
                  </a:cubicBezTo>
                  <a:cubicBezTo>
                    <a:pt x="0" y="594"/>
                    <a:pt x="0" y="594"/>
                    <a:pt x="0" y="594"/>
                  </a:cubicBezTo>
                  <a:cubicBezTo>
                    <a:pt x="0" y="585"/>
                    <a:pt x="7" y="576"/>
                    <a:pt x="17" y="574"/>
                  </a:cubicBezTo>
                  <a:cubicBezTo>
                    <a:pt x="136" y="550"/>
                    <a:pt x="136" y="550"/>
                    <a:pt x="136" y="550"/>
                  </a:cubicBezTo>
                  <a:cubicBezTo>
                    <a:pt x="137" y="546"/>
                    <a:pt x="137" y="546"/>
                    <a:pt x="137" y="546"/>
                  </a:cubicBezTo>
                  <a:cubicBezTo>
                    <a:pt x="150" y="490"/>
                    <a:pt x="173" y="435"/>
                    <a:pt x="204" y="385"/>
                  </a:cubicBezTo>
                  <a:cubicBezTo>
                    <a:pt x="206" y="381"/>
                    <a:pt x="206" y="381"/>
                    <a:pt x="206" y="381"/>
                  </a:cubicBezTo>
                  <a:cubicBezTo>
                    <a:pt x="134" y="275"/>
                    <a:pt x="134" y="275"/>
                    <a:pt x="134" y="275"/>
                  </a:cubicBezTo>
                  <a:cubicBezTo>
                    <a:pt x="128" y="267"/>
                    <a:pt x="129" y="256"/>
                    <a:pt x="136" y="249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53" y="132"/>
                    <a:pt x="258" y="130"/>
                    <a:pt x="264" y="130"/>
                  </a:cubicBezTo>
                  <a:cubicBezTo>
                    <a:pt x="268" y="130"/>
                    <a:pt x="272" y="131"/>
                    <a:pt x="276" y="134"/>
                  </a:cubicBezTo>
                  <a:cubicBezTo>
                    <a:pt x="305" y="154"/>
                    <a:pt x="382" y="206"/>
                    <a:pt x="382" y="206"/>
                  </a:cubicBezTo>
                  <a:cubicBezTo>
                    <a:pt x="385" y="204"/>
                    <a:pt x="385" y="204"/>
                    <a:pt x="385" y="204"/>
                  </a:cubicBezTo>
                  <a:cubicBezTo>
                    <a:pt x="435" y="173"/>
                    <a:pt x="490" y="150"/>
                    <a:pt x="547" y="137"/>
                  </a:cubicBezTo>
                  <a:cubicBezTo>
                    <a:pt x="550" y="136"/>
                    <a:pt x="550" y="136"/>
                    <a:pt x="550" y="136"/>
                  </a:cubicBezTo>
                  <a:cubicBezTo>
                    <a:pt x="574" y="16"/>
                    <a:pt x="574" y="16"/>
                    <a:pt x="574" y="16"/>
                  </a:cubicBezTo>
                  <a:cubicBezTo>
                    <a:pt x="576" y="7"/>
                    <a:pt x="585" y="0"/>
                    <a:pt x="595" y="0"/>
                  </a:cubicBezTo>
                  <a:cubicBezTo>
                    <a:pt x="754" y="0"/>
                    <a:pt x="754" y="0"/>
                    <a:pt x="754" y="0"/>
                  </a:cubicBezTo>
                  <a:cubicBezTo>
                    <a:pt x="764" y="0"/>
                    <a:pt x="773" y="7"/>
                    <a:pt x="774" y="16"/>
                  </a:cubicBezTo>
                  <a:cubicBezTo>
                    <a:pt x="798" y="136"/>
                    <a:pt x="798" y="136"/>
                    <a:pt x="798" y="136"/>
                  </a:cubicBezTo>
                  <a:cubicBezTo>
                    <a:pt x="802" y="137"/>
                    <a:pt x="802" y="137"/>
                    <a:pt x="802" y="137"/>
                  </a:cubicBezTo>
                  <a:cubicBezTo>
                    <a:pt x="859" y="150"/>
                    <a:pt x="913" y="173"/>
                    <a:pt x="964" y="204"/>
                  </a:cubicBezTo>
                  <a:cubicBezTo>
                    <a:pt x="967" y="206"/>
                    <a:pt x="967" y="206"/>
                    <a:pt x="967" y="206"/>
                  </a:cubicBezTo>
                  <a:cubicBezTo>
                    <a:pt x="970" y="204"/>
                    <a:pt x="970" y="204"/>
                    <a:pt x="970" y="204"/>
                  </a:cubicBezTo>
                  <a:cubicBezTo>
                    <a:pt x="996" y="186"/>
                    <a:pt x="1049" y="150"/>
                    <a:pt x="1073" y="134"/>
                  </a:cubicBezTo>
                  <a:cubicBezTo>
                    <a:pt x="1077" y="131"/>
                    <a:pt x="1081" y="130"/>
                    <a:pt x="1085" y="130"/>
                  </a:cubicBezTo>
                  <a:cubicBezTo>
                    <a:pt x="1090" y="130"/>
                    <a:pt x="1096" y="132"/>
                    <a:pt x="1100" y="136"/>
                  </a:cubicBezTo>
                  <a:cubicBezTo>
                    <a:pt x="1212" y="249"/>
                    <a:pt x="1212" y="249"/>
                    <a:pt x="1212" y="249"/>
                  </a:cubicBezTo>
                  <a:cubicBezTo>
                    <a:pt x="1219" y="256"/>
                    <a:pt x="1220" y="267"/>
                    <a:pt x="1215" y="275"/>
                  </a:cubicBezTo>
                  <a:cubicBezTo>
                    <a:pt x="1143" y="381"/>
                    <a:pt x="1143" y="381"/>
                    <a:pt x="1143" y="381"/>
                  </a:cubicBezTo>
                  <a:cubicBezTo>
                    <a:pt x="1145" y="385"/>
                    <a:pt x="1145" y="385"/>
                    <a:pt x="1145" y="385"/>
                  </a:cubicBezTo>
                  <a:cubicBezTo>
                    <a:pt x="1176" y="435"/>
                    <a:pt x="1198" y="490"/>
                    <a:pt x="1212" y="546"/>
                  </a:cubicBezTo>
                  <a:cubicBezTo>
                    <a:pt x="1213" y="550"/>
                    <a:pt x="1213" y="550"/>
                    <a:pt x="1213" y="550"/>
                  </a:cubicBezTo>
                  <a:cubicBezTo>
                    <a:pt x="1332" y="574"/>
                    <a:pt x="1332" y="574"/>
                    <a:pt x="1332" y="574"/>
                  </a:cubicBezTo>
                  <a:cubicBezTo>
                    <a:pt x="1342" y="576"/>
                    <a:pt x="1349" y="585"/>
                    <a:pt x="1349" y="594"/>
                  </a:cubicBezTo>
                  <a:cubicBezTo>
                    <a:pt x="1349" y="754"/>
                    <a:pt x="1349" y="754"/>
                    <a:pt x="1349" y="754"/>
                  </a:cubicBezTo>
                  <a:cubicBezTo>
                    <a:pt x="1349" y="764"/>
                    <a:pt x="1342" y="772"/>
                    <a:pt x="1332" y="774"/>
                  </a:cubicBezTo>
                  <a:cubicBezTo>
                    <a:pt x="1213" y="798"/>
                    <a:pt x="1213" y="798"/>
                    <a:pt x="1213" y="798"/>
                  </a:cubicBezTo>
                  <a:cubicBezTo>
                    <a:pt x="1212" y="802"/>
                    <a:pt x="1212" y="802"/>
                    <a:pt x="1212" y="802"/>
                  </a:cubicBezTo>
                  <a:cubicBezTo>
                    <a:pt x="1198" y="859"/>
                    <a:pt x="1176" y="913"/>
                    <a:pt x="1144" y="963"/>
                  </a:cubicBezTo>
                  <a:cubicBezTo>
                    <a:pt x="1142" y="967"/>
                    <a:pt x="1142" y="967"/>
                    <a:pt x="1142" y="967"/>
                  </a:cubicBezTo>
                  <a:cubicBezTo>
                    <a:pt x="1215" y="1073"/>
                    <a:pt x="1215" y="1073"/>
                    <a:pt x="1215" y="1073"/>
                  </a:cubicBezTo>
                  <a:cubicBezTo>
                    <a:pt x="1220" y="1081"/>
                    <a:pt x="1219" y="1092"/>
                    <a:pt x="1212" y="1099"/>
                  </a:cubicBezTo>
                  <a:cubicBezTo>
                    <a:pt x="1100" y="1212"/>
                    <a:pt x="1100" y="1212"/>
                    <a:pt x="1100" y="1212"/>
                  </a:cubicBezTo>
                  <a:cubicBezTo>
                    <a:pt x="1096" y="1216"/>
                    <a:pt x="1090" y="1218"/>
                    <a:pt x="1085" y="1218"/>
                  </a:cubicBezTo>
                  <a:cubicBezTo>
                    <a:pt x="1085" y="1218"/>
                    <a:pt x="1085" y="1218"/>
                    <a:pt x="1085" y="1218"/>
                  </a:cubicBezTo>
                  <a:cubicBezTo>
                    <a:pt x="1081" y="1218"/>
                    <a:pt x="1077" y="1217"/>
                    <a:pt x="1073" y="1215"/>
                  </a:cubicBezTo>
                  <a:cubicBezTo>
                    <a:pt x="967" y="1142"/>
                    <a:pt x="967" y="1142"/>
                    <a:pt x="967" y="1142"/>
                  </a:cubicBezTo>
                  <a:cubicBezTo>
                    <a:pt x="964" y="1144"/>
                    <a:pt x="964" y="1144"/>
                    <a:pt x="964" y="1144"/>
                  </a:cubicBezTo>
                  <a:cubicBezTo>
                    <a:pt x="913" y="1175"/>
                    <a:pt x="859" y="1198"/>
                    <a:pt x="802" y="1211"/>
                  </a:cubicBezTo>
                  <a:cubicBezTo>
                    <a:pt x="798" y="1212"/>
                    <a:pt x="798" y="1212"/>
                    <a:pt x="798" y="1212"/>
                  </a:cubicBezTo>
                  <a:cubicBezTo>
                    <a:pt x="774" y="1332"/>
                    <a:pt x="774" y="1332"/>
                    <a:pt x="774" y="1332"/>
                  </a:cubicBezTo>
                  <a:cubicBezTo>
                    <a:pt x="773" y="1342"/>
                    <a:pt x="764" y="1349"/>
                    <a:pt x="754" y="1349"/>
                  </a:cubicBezTo>
                  <a:lnTo>
                    <a:pt x="595" y="1349"/>
                  </a:lnTo>
                  <a:close/>
                  <a:moveTo>
                    <a:pt x="381" y="1097"/>
                  </a:moveTo>
                  <a:cubicBezTo>
                    <a:pt x="385" y="1097"/>
                    <a:pt x="389" y="1098"/>
                    <a:pt x="393" y="1100"/>
                  </a:cubicBezTo>
                  <a:cubicBezTo>
                    <a:pt x="448" y="1137"/>
                    <a:pt x="509" y="1162"/>
                    <a:pt x="572" y="1175"/>
                  </a:cubicBezTo>
                  <a:cubicBezTo>
                    <a:pt x="580" y="1176"/>
                    <a:pt x="587" y="1183"/>
                    <a:pt x="588" y="1191"/>
                  </a:cubicBezTo>
                  <a:cubicBezTo>
                    <a:pt x="612" y="1307"/>
                    <a:pt x="612" y="1307"/>
                    <a:pt x="612" y="1307"/>
                  </a:cubicBezTo>
                  <a:cubicBezTo>
                    <a:pt x="737" y="1307"/>
                    <a:pt x="737" y="1307"/>
                    <a:pt x="737" y="1307"/>
                  </a:cubicBezTo>
                  <a:cubicBezTo>
                    <a:pt x="760" y="1191"/>
                    <a:pt x="760" y="1191"/>
                    <a:pt x="760" y="1191"/>
                  </a:cubicBezTo>
                  <a:cubicBezTo>
                    <a:pt x="762" y="1183"/>
                    <a:pt x="768" y="1176"/>
                    <a:pt x="777" y="1175"/>
                  </a:cubicBezTo>
                  <a:cubicBezTo>
                    <a:pt x="840" y="1162"/>
                    <a:pt x="901" y="1136"/>
                    <a:pt x="956" y="1100"/>
                  </a:cubicBezTo>
                  <a:cubicBezTo>
                    <a:pt x="959" y="1098"/>
                    <a:pt x="963" y="1097"/>
                    <a:pt x="967" y="1097"/>
                  </a:cubicBezTo>
                  <a:cubicBezTo>
                    <a:pt x="971" y="1097"/>
                    <a:pt x="975" y="1098"/>
                    <a:pt x="978" y="1100"/>
                  </a:cubicBezTo>
                  <a:cubicBezTo>
                    <a:pt x="979" y="1100"/>
                    <a:pt x="987" y="1106"/>
                    <a:pt x="1078" y="1168"/>
                  </a:cubicBezTo>
                  <a:cubicBezTo>
                    <a:pt x="1082" y="1171"/>
                    <a:pt x="1082" y="1171"/>
                    <a:pt x="1082" y="1171"/>
                  </a:cubicBezTo>
                  <a:cubicBezTo>
                    <a:pt x="1171" y="1082"/>
                    <a:pt x="1171" y="1082"/>
                    <a:pt x="1171" y="1082"/>
                  </a:cubicBezTo>
                  <a:cubicBezTo>
                    <a:pt x="1168" y="1078"/>
                    <a:pt x="1168" y="1078"/>
                    <a:pt x="1168" y="1078"/>
                  </a:cubicBezTo>
                  <a:cubicBezTo>
                    <a:pt x="1105" y="986"/>
                    <a:pt x="1100" y="978"/>
                    <a:pt x="1100" y="978"/>
                  </a:cubicBezTo>
                  <a:cubicBezTo>
                    <a:pt x="1096" y="971"/>
                    <a:pt x="1096" y="962"/>
                    <a:pt x="1100" y="955"/>
                  </a:cubicBezTo>
                  <a:cubicBezTo>
                    <a:pt x="1137" y="900"/>
                    <a:pt x="1162" y="840"/>
                    <a:pt x="1175" y="776"/>
                  </a:cubicBezTo>
                  <a:cubicBezTo>
                    <a:pt x="1176" y="768"/>
                    <a:pt x="1183" y="762"/>
                    <a:pt x="1191" y="760"/>
                  </a:cubicBezTo>
                  <a:cubicBezTo>
                    <a:pt x="1307" y="737"/>
                    <a:pt x="1307" y="737"/>
                    <a:pt x="1307" y="737"/>
                  </a:cubicBezTo>
                  <a:cubicBezTo>
                    <a:pt x="1307" y="611"/>
                    <a:pt x="1307" y="611"/>
                    <a:pt x="1307" y="611"/>
                  </a:cubicBezTo>
                  <a:cubicBezTo>
                    <a:pt x="1191" y="588"/>
                    <a:pt x="1191" y="588"/>
                    <a:pt x="1191" y="588"/>
                  </a:cubicBezTo>
                  <a:cubicBezTo>
                    <a:pt x="1183" y="587"/>
                    <a:pt x="1176" y="580"/>
                    <a:pt x="1175" y="572"/>
                  </a:cubicBezTo>
                  <a:cubicBezTo>
                    <a:pt x="1162" y="509"/>
                    <a:pt x="1137" y="448"/>
                    <a:pt x="1100" y="392"/>
                  </a:cubicBezTo>
                  <a:cubicBezTo>
                    <a:pt x="1096" y="385"/>
                    <a:pt x="1096" y="376"/>
                    <a:pt x="1101" y="369"/>
                  </a:cubicBezTo>
                  <a:cubicBezTo>
                    <a:pt x="1171" y="266"/>
                    <a:pt x="1171" y="266"/>
                    <a:pt x="1171" y="266"/>
                  </a:cubicBezTo>
                  <a:cubicBezTo>
                    <a:pt x="1082" y="178"/>
                    <a:pt x="1082" y="178"/>
                    <a:pt x="1082" y="178"/>
                  </a:cubicBezTo>
                  <a:cubicBezTo>
                    <a:pt x="1078" y="180"/>
                    <a:pt x="1078" y="180"/>
                    <a:pt x="1078" y="180"/>
                  </a:cubicBezTo>
                  <a:cubicBezTo>
                    <a:pt x="984" y="245"/>
                    <a:pt x="978" y="249"/>
                    <a:pt x="977" y="249"/>
                  </a:cubicBezTo>
                  <a:cubicBezTo>
                    <a:pt x="974" y="251"/>
                    <a:pt x="971" y="252"/>
                    <a:pt x="967" y="252"/>
                  </a:cubicBezTo>
                  <a:cubicBezTo>
                    <a:pt x="963" y="252"/>
                    <a:pt x="959" y="251"/>
                    <a:pt x="956" y="248"/>
                  </a:cubicBezTo>
                  <a:cubicBezTo>
                    <a:pt x="901" y="212"/>
                    <a:pt x="840" y="187"/>
                    <a:pt x="777" y="174"/>
                  </a:cubicBezTo>
                  <a:cubicBezTo>
                    <a:pt x="768" y="172"/>
                    <a:pt x="762" y="166"/>
                    <a:pt x="760" y="157"/>
                  </a:cubicBezTo>
                  <a:cubicBezTo>
                    <a:pt x="737" y="41"/>
                    <a:pt x="737" y="41"/>
                    <a:pt x="737" y="41"/>
                  </a:cubicBezTo>
                  <a:cubicBezTo>
                    <a:pt x="612" y="41"/>
                    <a:pt x="612" y="41"/>
                    <a:pt x="612" y="41"/>
                  </a:cubicBezTo>
                  <a:cubicBezTo>
                    <a:pt x="588" y="157"/>
                    <a:pt x="588" y="157"/>
                    <a:pt x="588" y="157"/>
                  </a:cubicBezTo>
                  <a:cubicBezTo>
                    <a:pt x="587" y="166"/>
                    <a:pt x="580" y="172"/>
                    <a:pt x="572" y="174"/>
                  </a:cubicBezTo>
                  <a:cubicBezTo>
                    <a:pt x="508" y="187"/>
                    <a:pt x="448" y="212"/>
                    <a:pt x="393" y="248"/>
                  </a:cubicBezTo>
                  <a:cubicBezTo>
                    <a:pt x="390" y="251"/>
                    <a:pt x="386" y="252"/>
                    <a:pt x="382" y="252"/>
                  </a:cubicBezTo>
                  <a:cubicBezTo>
                    <a:pt x="378" y="252"/>
                    <a:pt x="374" y="251"/>
                    <a:pt x="371" y="249"/>
                  </a:cubicBezTo>
                  <a:cubicBezTo>
                    <a:pt x="370" y="248"/>
                    <a:pt x="364" y="244"/>
                    <a:pt x="270" y="180"/>
                  </a:cubicBezTo>
                  <a:cubicBezTo>
                    <a:pt x="266" y="178"/>
                    <a:pt x="266" y="178"/>
                    <a:pt x="266" y="178"/>
                  </a:cubicBezTo>
                  <a:cubicBezTo>
                    <a:pt x="178" y="266"/>
                    <a:pt x="178" y="266"/>
                    <a:pt x="178" y="266"/>
                  </a:cubicBezTo>
                  <a:cubicBezTo>
                    <a:pt x="248" y="369"/>
                    <a:pt x="248" y="369"/>
                    <a:pt x="248" y="369"/>
                  </a:cubicBezTo>
                  <a:cubicBezTo>
                    <a:pt x="253" y="376"/>
                    <a:pt x="253" y="385"/>
                    <a:pt x="248" y="392"/>
                  </a:cubicBezTo>
                  <a:cubicBezTo>
                    <a:pt x="212" y="448"/>
                    <a:pt x="187" y="508"/>
                    <a:pt x="174" y="572"/>
                  </a:cubicBezTo>
                  <a:cubicBezTo>
                    <a:pt x="172" y="580"/>
                    <a:pt x="166" y="587"/>
                    <a:pt x="158" y="588"/>
                  </a:cubicBezTo>
                  <a:cubicBezTo>
                    <a:pt x="41" y="611"/>
                    <a:pt x="41" y="611"/>
                    <a:pt x="41" y="611"/>
                  </a:cubicBezTo>
                  <a:cubicBezTo>
                    <a:pt x="41" y="737"/>
                    <a:pt x="41" y="737"/>
                    <a:pt x="41" y="737"/>
                  </a:cubicBezTo>
                  <a:cubicBezTo>
                    <a:pt x="158" y="760"/>
                    <a:pt x="158" y="760"/>
                    <a:pt x="158" y="760"/>
                  </a:cubicBezTo>
                  <a:cubicBezTo>
                    <a:pt x="166" y="762"/>
                    <a:pt x="172" y="768"/>
                    <a:pt x="174" y="776"/>
                  </a:cubicBezTo>
                  <a:cubicBezTo>
                    <a:pt x="187" y="840"/>
                    <a:pt x="212" y="900"/>
                    <a:pt x="249" y="955"/>
                  </a:cubicBezTo>
                  <a:cubicBezTo>
                    <a:pt x="253" y="962"/>
                    <a:pt x="253" y="971"/>
                    <a:pt x="249" y="978"/>
                  </a:cubicBezTo>
                  <a:cubicBezTo>
                    <a:pt x="249" y="978"/>
                    <a:pt x="245" y="983"/>
                    <a:pt x="181" y="1078"/>
                  </a:cubicBezTo>
                  <a:cubicBezTo>
                    <a:pt x="178" y="1082"/>
                    <a:pt x="178" y="1082"/>
                    <a:pt x="178" y="1082"/>
                  </a:cubicBezTo>
                  <a:cubicBezTo>
                    <a:pt x="266" y="1171"/>
                    <a:pt x="266" y="1171"/>
                    <a:pt x="266" y="1171"/>
                  </a:cubicBezTo>
                  <a:cubicBezTo>
                    <a:pt x="370" y="1100"/>
                    <a:pt x="370" y="1100"/>
                    <a:pt x="370" y="1100"/>
                  </a:cubicBezTo>
                  <a:cubicBezTo>
                    <a:pt x="373" y="1098"/>
                    <a:pt x="377" y="1097"/>
                    <a:pt x="381" y="109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7" name="Google Shape;965;p34"/>
            <p:cNvSpPr/>
            <p:nvPr/>
          </p:nvSpPr>
          <p:spPr>
            <a:xfrm>
              <a:off x="5222876" y="-7273925"/>
              <a:ext cx="790575" cy="773113"/>
            </a:xfrm>
            <a:custGeom>
              <a:avLst/>
              <a:gdLst/>
              <a:ahLst/>
              <a:cxnLst/>
              <a:rect l="l" t="t" r="r" b="b"/>
              <a:pathLst>
                <a:path w="790" h="771" extrusionOk="0">
                  <a:moveTo>
                    <a:pt x="397" y="771"/>
                  </a:moveTo>
                  <a:cubicBezTo>
                    <a:pt x="291" y="771"/>
                    <a:pt x="187" y="726"/>
                    <a:pt x="113" y="649"/>
                  </a:cubicBezTo>
                  <a:cubicBezTo>
                    <a:pt x="38" y="571"/>
                    <a:pt x="0" y="468"/>
                    <a:pt x="5" y="360"/>
                  </a:cubicBezTo>
                  <a:cubicBezTo>
                    <a:pt x="13" y="191"/>
                    <a:pt x="126" y="47"/>
                    <a:pt x="286" y="1"/>
                  </a:cubicBezTo>
                  <a:cubicBezTo>
                    <a:pt x="288" y="1"/>
                    <a:pt x="290" y="0"/>
                    <a:pt x="292" y="0"/>
                  </a:cubicBezTo>
                  <a:cubicBezTo>
                    <a:pt x="301" y="0"/>
                    <a:pt x="310" y="7"/>
                    <a:pt x="312" y="15"/>
                  </a:cubicBezTo>
                  <a:cubicBezTo>
                    <a:pt x="314" y="21"/>
                    <a:pt x="313" y="26"/>
                    <a:pt x="310" y="31"/>
                  </a:cubicBezTo>
                  <a:cubicBezTo>
                    <a:pt x="308" y="36"/>
                    <a:pt x="303" y="40"/>
                    <a:pt x="298" y="41"/>
                  </a:cubicBezTo>
                  <a:cubicBezTo>
                    <a:pt x="155" y="82"/>
                    <a:pt x="54" y="211"/>
                    <a:pt x="46" y="362"/>
                  </a:cubicBezTo>
                  <a:cubicBezTo>
                    <a:pt x="42" y="468"/>
                    <a:pt x="84" y="569"/>
                    <a:pt x="163" y="639"/>
                  </a:cubicBezTo>
                  <a:cubicBezTo>
                    <a:pt x="170" y="645"/>
                    <a:pt x="170" y="645"/>
                    <a:pt x="170" y="645"/>
                  </a:cubicBezTo>
                  <a:cubicBezTo>
                    <a:pt x="172" y="636"/>
                    <a:pt x="172" y="636"/>
                    <a:pt x="172" y="636"/>
                  </a:cubicBezTo>
                  <a:cubicBezTo>
                    <a:pt x="199" y="535"/>
                    <a:pt x="292" y="464"/>
                    <a:pt x="397" y="464"/>
                  </a:cubicBezTo>
                  <a:cubicBezTo>
                    <a:pt x="503" y="464"/>
                    <a:pt x="595" y="535"/>
                    <a:pt x="623" y="636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32" y="639"/>
                    <a:pt x="632" y="639"/>
                    <a:pt x="632" y="639"/>
                  </a:cubicBezTo>
                  <a:cubicBezTo>
                    <a:pt x="706" y="572"/>
                    <a:pt x="749" y="477"/>
                    <a:pt x="749" y="378"/>
                  </a:cubicBezTo>
                  <a:cubicBezTo>
                    <a:pt x="749" y="204"/>
                    <a:pt x="619" y="75"/>
                    <a:pt x="497" y="41"/>
                  </a:cubicBezTo>
                  <a:cubicBezTo>
                    <a:pt x="486" y="38"/>
                    <a:pt x="480" y="27"/>
                    <a:pt x="483" y="16"/>
                  </a:cubicBezTo>
                  <a:cubicBezTo>
                    <a:pt x="485" y="7"/>
                    <a:pt x="493" y="0"/>
                    <a:pt x="503" y="0"/>
                  </a:cubicBezTo>
                  <a:cubicBezTo>
                    <a:pt x="504" y="0"/>
                    <a:pt x="506" y="1"/>
                    <a:pt x="508" y="1"/>
                  </a:cubicBezTo>
                  <a:cubicBezTo>
                    <a:pt x="584" y="22"/>
                    <a:pt x="655" y="70"/>
                    <a:pt x="707" y="137"/>
                  </a:cubicBezTo>
                  <a:cubicBezTo>
                    <a:pt x="761" y="207"/>
                    <a:pt x="790" y="292"/>
                    <a:pt x="790" y="378"/>
                  </a:cubicBezTo>
                  <a:cubicBezTo>
                    <a:pt x="790" y="484"/>
                    <a:pt x="749" y="582"/>
                    <a:pt x="675" y="656"/>
                  </a:cubicBezTo>
                  <a:cubicBezTo>
                    <a:pt x="601" y="730"/>
                    <a:pt x="502" y="771"/>
                    <a:pt x="397" y="771"/>
                  </a:cubicBezTo>
                  <a:close/>
                  <a:moveTo>
                    <a:pt x="397" y="505"/>
                  </a:moveTo>
                  <a:cubicBezTo>
                    <a:pt x="303" y="505"/>
                    <a:pt x="221" y="576"/>
                    <a:pt x="208" y="669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10" y="675"/>
                    <a:pt x="210" y="675"/>
                    <a:pt x="210" y="675"/>
                  </a:cubicBezTo>
                  <a:cubicBezTo>
                    <a:pt x="267" y="711"/>
                    <a:pt x="331" y="729"/>
                    <a:pt x="397" y="729"/>
                  </a:cubicBezTo>
                  <a:cubicBezTo>
                    <a:pt x="464" y="729"/>
                    <a:pt x="528" y="711"/>
                    <a:pt x="585" y="675"/>
                  </a:cubicBezTo>
                  <a:cubicBezTo>
                    <a:pt x="588" y="673"/>
                    <a:pt x="588" y="673"/>
                    <a:pt x="588" y="673"/>
                  </a:cubicBezTo>
                  <a:cubicBezTo>
                    <a:pt x="587" y="670"/>
                    <a:pt x="587" y="670"/>
                    <a:pt x="587" y="670"/>
                  </a:cubicBezTo>
                  <a:cubicBezTo>
                    <a:pt x="574" y="576"/>
                    <a:pt x="492" y="505"/>
                    <a:pt x="397" y="50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78" name="Google Shape;966;p34"/>
          <p:cNvGrpSpPr/>
          <p:nvPr/>
        </p:nvGrpSpPr>
        <p:grpSpPr>
          <a:xfrm>
            <a:off x="4672122" y="5077827"/>
            <a:ext cx="432229" cy="434292"/>
            <a:chOff x="4862513" y="-1984375"/>
            <a:chExt cx="1330325" cy="1336675"/>
          </a:xfrm>
          <a:solidFill>
            <a:schemeClr val="bg1">
              <a:lumMod val="75000"/>
            </a:schemeClr>
          </a:solidFill>
        </p:grpSpPr>
        <p:sp>
          <p:nvSpPr>
            <p:cNvPr id="279" name="Google Shape;967;p34"/>
            <p:cNvSpPr/>
            <p:nvPr/>
          </p:nvSpPr>
          <p:spPr>
            <a:xfrm>
              <a:off x="5940426" y="-904875"/>
              <a:ext cx="136525" cy="136525"/>
            </a:xfrm>
            <a:custGeom>
              <a:avLst/>
              <a:gdLst/>
              <a:ahLst/>
              <a:cxnLst/>
              <a:rect l="l" t="t" r="r" b="b"/>
              <a:pathLst>
                <a:path w="136" h="136" extrusionOk="0">
                  <a:moveTo>
                    <a:pt x="136" y="68"/>
                  </a:moveTo>
                  <a:cubicBezTo>
                    <a:pt x="136" y="30"/>
                    <a:pt x="105" y="0"/>
                    <a:pt x="68" y="0"/>
                  </a:cubicBezTo>
                  <a:cubicBezTo>
                    <a:pt x="31" y="0"/>
                    <a:pt x="0" y="30"/>
                    <a:pt x="0" y="68"/>
                  </a:cubicBezTo>
                  <a:cubicBezTo>
                    <a:pt x="0" y="105"/>
                    <a:pt x="31" y="136"/>
                    <a:pt x="68" y="136"/>
                  </a:cubicBezTo>
                  <a:cubicBezTo>
                    <a:pt x="105" y="136"/>
                    <a:pt x="136" y="105"/>
                    <a:pt x="136" y="68"/>
                  </a:cubicBezTo>
                  <a:close/>
                  <a:moveTo>
                    <a:pt x="40" y="68"/>
                  </a:moveTo>
                  <a:cubicBezTo>
                    <a:pt x="40" y="53"/>
                    <a:pt x="53" y="40"/>
                    <a:pt x="68" y="40"/>
                  </a:cubicBezTo>
                  <a:cubicBezTo>
                    <a:pt x="83" y="40"/>
                    <a:pt x="96" y="53"/>
                    <a:pt x="96" y="68"/>
                  </a:cubicBezTo>
                  <a:cubicBezTo>
                    <a:pt x="96" y="83"/>
                    <a:pt x="83" y="96"/>
                    <a:pt x="68" y="96"/>
                  </a:cubicBezTo>
                  <a:cubicBezTo>
                    <a:pt x="53" y="96"/>
                    <a:pt x="40" y="83"/>
                    <a:pt x="40" y="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0" name="Google Shape;968;p34"/>
            <p:cNvSpPr/>
            <p:nvPr/>
          </p:nvSpPr>
          <p:spPr>
            <a:xfrm>
              <a:off x="4862513" y="-1984375"/>
              <a:ext cx="1330325" cy="1336675"/>
            </a:xfrm>
            <a:custGeom>
              <a:avLst/>
              <a:gdLst/>
              <a:ahLst/>
              <a:cxnLst/>
              <a:rect l="l" t="t" r="r" b="b"/>
              <a:pathLst>
                <a:path w="1328" h="1336" extrusionOk="0">
                  <a:moveTo>
                    <a:pt x="1327" y="1143"/>
                  </a:moveTo>
                  <a:cubicBezTo>
                    <a:pt x="1326" y="1094"/>
                    <a:pt x="1305" y="1048"/>
                    <a:pt x="1268" y="1015"/>
                  </a:cubicBezTo>
                  <a:cubicBezTo>
                    <a:pt x="863" y="649"/>
                    <a:pt x="863" y="649"/>
                    <a:pt x="863" y="649"/>
                  </a:cubicBezTo>
                  <a:cubicBezTo>
                    <a:pt x="1221" y="291"/>
                    <a:pt x="1221" y="291"/>
                    <a:pt x="1221" y="291"/>
                  </a:cubicBezTo>
                  <a:cubicBezTo>
                    <a:pt x="1223" y="291"/>
                    <a:pt x="1225" y="290"/>
                    <a:pt x="1228" y="289"/>
                  </a:cubicBezTo>
                  <a:cubicBezTo>
                    <a:pt x="1305" y="248"/>
                    <a:pt x="1305" y="248"/>
                    <a:pt x="1305" y="248"/>
                  </a:cubicBezTo>
                  <a:cubicBezTo>
                    <a:pt x="1316" y="242"/>
                    <a:pt x="1323" y="232"/>
                    <a:pt x="1325" y="220"/>
                  </a:cubicBezTo>
                  <a:cubicBezTo>
                    <a:pt x="1327" y="208"/>
                    <a:pt x="1323" y="196"/>
                    <a:pt x="1314" y="188"/>
                  </a:cubicBezTo>
                  <a:cubicBezTo>
                    <a:pt x="1227" y="100"/>
                    <a:pt x="1227" y="100"/>
                    <a:pt x="1227" y="100"/>
                  </a:cubicBezTo>
                  <a:cubicBezTo>
                    <a:pt x="1218" y="92"/>
                    <a:pt x="1207" y="88"/>
                    <a:pt x="1195" y="90"/>
                  </a:cubicBezTo>
                  <a:cubicBezTo>
                    <a:pt x="1183" y="92"/>
                    <a:pt x="1173" y="99"/>
                    <a:pt x="1167" y="109"/>
                  </a:cubicBezTo>
                  <a:cubicBezTo>
                    <a:pt x="1126" y="187"/>
                    <a:pt x="1126" y="187"/>
                    <a:pt x="1126" y="187"/>
                  </a:cubicBezTo>
                  <a:cubicBezTo>
                    <a:pt x="1125" y="189"/>
                    <a:pt x="1124" y="192"/>
                    <a:pt x="1123" y="194"/>
                  </a:cubicBezTo>
                  <a:cubicBezTo>
                    <a:pt x="954" y="363"/>
                    <a:pt x="954" y="363"/>
                    <a:pt x="954" y="363"/>
                  </a:cubicBezTo>
                  <a:cubicBezTo>
                    <a:pt x="946" y="371"/>
                    <a:pt x="946" y="384"/>
                    <a:pt x="954" y="391"/>
                  </a:cubicBezTo>
                  <a:cubicBezTo>
                    <a:pt x="962" y="399"/>
                    <a:pt x="975" y="399"/>
                    <a:pt x="983" y="391"/>
                  </a:cubicBezTo>
                  <a:cubicBezTo>
                    <a:pt x="1138" y="236"/>
                    <a:pt x="1138" y="236"/>
                    <a:pt x="1138" y="236"/>
                  </a:cubicBezTo>
                  <a:cubicBezTo>
                    <a:pt x="1178" y="277"/>
                    <a:pt x="1178" y="277"/>
                    <a:pt x="1178" y="277"/>
                  </a:cubicBezTo>
                  <a:cubicBezTo>
                    <a:pt x="782" y="674"/>
                    <a:pt x="782" y="674"/>
                    <a:pt x="782" y="674"/>
                  </a:cubicBezTo>
                  <a:cubicBezTo>
                    <a:pt x="741" y="633"/>
                    <a:pt x="741" y="633"/>
                    <a:pt x="741" y="633"/>
                  </a:cubicBezTo>
                  <a:cubicBezTo>
                    <a:pt x="914" y="460"/>
                    <a:pt x="914" y="460"/>
                    <a:pt x="914" y="460"/>
                  </a:cubicBezTo>
                  <a:cubicBezTo>
                    <a:pt x="922" y="452"/>
                    <a:pt x="922" y="439"/>
                    <a:pt x="914" y="431"/>
                  </a:cubicBezTo>
                  <a:cubicBezTo>
                    <a:pt x="906" y="424"/>
                    <a:pt x="894" y="424"/>
                    <a:pt x="886" y="431"/>
                  </a:cubicBezTo>
                  <a:cubicBezTo>
                    <a:pt x="760" y="557"/>
                    <a:pt x="760" y="557"/>
                    <a:pt x="760" y="557"/>
                  </a:cubicBezTo>
                  <a:cubicBezTo>
                    <a:pt x="623" y="434"/>
                    <a:pt x="623" y="434"/>
                    <a:pt x="623" y="434"/>
                  </a:cubicBezTo>
                  <a:cubicBezTo>
                    <a:pt x="662" y="322"/>
                    <a:pt x="634" y="198"/>
                    <a:pt x="550" y="114"/>
                  </a:cubicBezTo>
                  <a:cubicBezTo>
                    <a:pt x="464" y="28"/>
                    <a:pt x="335" y="0"/>
                    <a:pt x="221" y="44"/>
                  </a:cubicBezTo>
                  <a:cubicBezTo>
                    <a:pt x="215" y="46"/>
                    <a:pt x="210" y="52"/>
                    <a:pt x="209" y="59"/>
                  </a:cubicBezTo>
                  <a:cubicBezTo>
                    <a:pt x="207" y="65"/>
                    <a:pt x="209" y="72"/>
                    <a:pt x="214" y="77"/>
                  </a:cubicBezTo>
                  <a:cubicBezTo>
                    <a:pt x="372" y="235"/>
                    <a:pt x="372" y="235"/>
                    <a:pt x="372" y="235"/>
                  </a:cubicBezTo>
                  <a:cubicBezTo>
                    <a:pt x="377" y="240"/>
                    <a:pt x="379" y="246"/>
                    <a:pt x="379" y="252"/>
                  </a:cubicBezTo>
                  <a:cubicBezTo>
                    <a:pt x="379" y="259"/>
                    <a:pt x="377" y="265"/>
                    <a:pt x="372" y="270"/>
                  </a:cubicBezTo>
                  <a:cubicBezTo>
                    <a:pt x="269" y="372"/>
                    <a:pt x="269" y="372"/>
                    <a:pt x="269" y="372"/>
                  </a:cubicBezTo>
                  <a:cubicBezTo>
                    <a:pt x="265" y="377"/>
                    <a:pt x="258" y="380"/>
                    <a:pt x="252" y="380"/>
                  </a:cubicBezTo>
                  <a:cubicBezTo>
                    <a:pt x="245" y="380"/>
                    <a:pt x="239" y="377"/>
                    <a:pt x="234" y="372"/>
                  </a:cubicBezTo>
                  <a:cubicBezTo>
                    <a:pt x="76" y="215"/>
                    <a:pt x="76" y="215"/>
                    <a:pt x="76" y="215"/>
                  </a:cubicBezTo>
                  <a:cubicBezTo>
                    <a:pt x="72" y="210"/>
                    <a:pt x="65" y="208"/>
                    <a:pt x="58" y="209"/>
                  </a:cubicBezTo>
                  <a:cubicBezTo>
                    <a:pt x="51" y="211"/>
                    <a:pt x="46" y="215"/>
                    <a:pt x="43" y="222"/>
                  </a:cubicBezTo>
                  <a:cubicBezTo>
                    <a:pt x="0" y="335"/>
                    <a:pt x="27" y="465"/>
                    <a:pt x="113" y="551"/>
                  </a:cubicBezTo>
                  <a:cubicBezTo>
                    <a:pt x="195" y="633"/>
                    <a:pt x="317" y="662"/>
                    <a:pt x="427" y="626"/>
                  </a:cubicBezTo>
                  <a:cubicBezTo>
                    <a:pt x="533" y="742"/>
                    <a:pt x="533" y="742"/>
                    <a:pt x="533" y="742"/>
                  </a:cubicBezTo>
                  <a:cubicBezTo>
                    <a:pt x="527" y="752"/>
                    <a:pt x="521" y="761"/>
                    <a:pt x="513" y="769"/>
                  </a:cubicBezTo>
                  <a:cubicBezTo>
                    <a:pt x="482" y="799"/>
                    <a:pt x="437" y="809"/>
                    <a:pt x="396" y="793"/>
                  </a:cubicBezTo>
                  <a:cubicBezTo>
                    <a:pt x="389" y="791"/>
                    <a:pt x="381" y="792"/>
                    <a:pt x="375" y="798"/>
                  </a:cubicBezTo>
                  <a:cubicBezTo>
                    <a:pt x="129" y="1044"/>
                    <a:pt x="129" y="1044"/>
                    <a:pt x="129" y="1044"/>
                  </a:cubicBezTo>
                  <a:cubicBezTo>
                    <a:pt x="62" y="1111"/>
                    <a:pt x="62" y="1219"/>
                    <a:pt x="129" y="1286"/>
                  </a:cubicBezTo>
                  <a:cubicBezTo>
                    <a:pt x="161" y="1318"/>
                    <a:pt x="204" y="1336"/>
                    <a:pt x="250" y="1336"/>
                  </a:cubicBezTo>
                  <a:cubicBezTo>
                    <a:pt x="295" y="1336"/>
                    <a:pt x="338" y="1318"/>
                    <a:pt x="370" y="1286"/>
                  </a:cubicBezTo>
                  <a:cubicBezTo>
                    <a:pt x="617" y="1040"/>
                    <a:pt x="617" y="1040"/>
                    <a:pt x="617" y="1040"/>
                  </a:cubicBezTo>
                  <a:cubicBezTo>
                    <a:pt x="622" y="1034"/>
                    <a:pt x="624" y="1026"/>
                    <a:pt x="621" y="1018"/>
                  </a:cubicBezTo>
                  <a:cubicBezTo>
                    <a:pt x="606" y="978"/>
                    <a:pt x="615" y="932"/>
                    <a:pt x="646" y="902"/>
                  </a:cubicBezTo>
                  <a:cubicBezTo>
                    <a:pt x="676" y="871"/>
                    <a:pt x="722" y="862"/>
                    <a:pt x="762" y="877"/>
                  </a:cubicBezTo>
                  <a:cubicBezTo>
                    <a:pt x="769" y="880"/>
                    <a:pt x="778" y="879"/>
                    <a:pt x="783" y="873"/>
                  </a:cubicBezTo>
                  <a:cubicBezTo>
                    <a:pt x="830" y="826"/>
                    <a:pt x="830" y="826"/>
                    <a:pt x="830" y="826"/>
                  </a:cubicBezTo>
                  <a:cubicBezTo>
                    <a:pt x="844" y="813"/>
                    <a:pt x="852" y="794"/>
                    <a:pt x="852" y="774"/>
                  </a:cubicBezTo>
                  <a:cubicBezTo>
                    <a:pt x="852" y="754"/>
                    <a:pt x="844" y="736"/>
                    <a:pt x="830" y="722"/>
                  </a:cubicBezTo>
                  <a:cubicBezTo>
                    <a:pt x="810" y="702"/>
                    <a:pt x="810" y="702"/>
                    <a:pt x="810" y="702"/>
                  </a:cubicBezTo>
                  <a:cubicBezTo>
                    <a:pt x="834" y="678"/>
                    <a:pt x="834" y="678"/>
                    <a:pt x="834" y="678"/>
                  </a:cubicBezTo>
                  <a:cubicBezTo>
                    <a:pt x="1241" y="1045"/>
                    <a:pt x="1241" y="1045"/>
                    <a:pt x="1241" y="1045"/>
                  </a:cubicBezTo>
                  <a:cubicBezTo>
                    <a:pt x="1269" y="1070"/>
                    <a:pt x="1286" y="1106"/>
                    <a:pt x="1287" y="1144"/>
                  </a:cubicBezTo>
                  <a:cubicBezTo>
                    <a:pt x="1288" y="1183"/>
                    <a:pt x="1273" y="1219"/>
                    <a:pt x="1246" y="1246"/>
                  </a:cubicBezTo>
                  <a:cubicBezTo>
                    <a:pt x="1219" y="1274"/>
                    <a:pt x="1183" y="1288"/>
                    <a:pt x="1144" y="1287"/>
                  </a:cubicBezTo>
                  <a:cubicBezTo>
                    <a:pt x="1106" y="1286"/>
                    <a:pt x="1070" y="1270"/>
                    <a:pt x="1045" y="1242"/>
                  </a:cubicBezTo>
                  <a:cubicBezTo>
                    <a:pt x="742" y="912"/>
                    <a:pt x="742" y="912"/>
                    <a:pt x="742" y="912"/>
                  </a:cubicBezTo>
                  <a:cubicBezTo>
                    <a:pt x="735" y="903"/>
                    <a:pt x="722" y="903"/>
                    <a:pt x="714" y="910"/>
                  </a:cubicBezTo>
                  <a:cubicBezTo>
                    <a:pt x="706" y="918"/>
                    <a:pt x="705" y="930"/>
                    <a:pt x="713" y="939"/>
                  </a:cubicBezTo>
                  <a:cubicBezTo>
                    <a:pt x="1015" y="1269"/>
                    <a:pt x="1015" y="1269"/>
                    <a:pt x="1015" y="1269"/>
                  </a:cubicBezTo>
                  <a:cubicBezTo>
                    <a:pt x="1048" y="1306"/>
                    <a:pt x="1094" y="1326"/>
                    <a:pt x="1143" y="1327"/>
                  </a:cubicBezTo>
                  <a:cubicBezTo>
                    <a:pt x="1145" y="1327"/>
                    <a:pt x="1146" y="1327"/>
                    <a:pt x="1148" y="1327"/>
                  </a:cubicBezTo>
                  <a:cubicBezTo>
                    <a:pt x="1195" y="1327"/>
                    <a:pt x="1240" y="1309"/>
                    <a:pt x="1274" y="1275"/>
                  </a:cubicBezTo>
                  <a:cubicBezTo>
                    <a:pt x="1309" y="1240"/>
                    <a:pt x="1328" y="1193"/>
                    <a:pt x="1327" y="1143"/>
                  </a:cubicBezTo>
                  <a:close/>
                  <a:moveTo>
                    <a:pt x="448" y="589"/>
                  </a:moveTo>
                  <a:cubicBezTo>
                    <a:pt x="442" y="583"/>
                    <a:pt x="433" y="581"/>
                    <a:pt x="426" y="584"/>
                  </a:cubicBezTo>
                  <a:cubicBezTo>
                    <a:pt x="327" y="621"/>
                    <a:pt x="216" y="596"/>
                    <a:pt x="142" y="522"/>
                  </a:cubicBezTo>
                  <a:cubicBezTo>
                    <a:pt x="74" y="455"/>
                    <a:pt x="48" y="357"/>
                    <a:pt x="71" y="266"/>
                  </a:cubicBezTo>
                  <a:cubicBezTo>
                    <a:pt x="206" y="401"/>
                    <a:pt x="206" y="401"/>
                    <a:pt x="206" y="401"/>
                  </a:cubicBezTo>
                  <a:cubicBezTo>
                    <a:pt x="218" y="413"/>
                    <a:pt x="234" y="420"/>
                    <a:pt x="252" y="420"/>
                  </a:cubicBezTo>
                  <a:cubicBezTo>
                    <a:pt x="269" y="420"/>
                    <a:pt x="285" y="413"/>
                    <a:pt x="298" y="401"/>
                  </a:cubicBezTo>
                  <a:cubicBezTo>
                    <a:pt x="400" y="298"/>
                    <a:pt x="400" y="298"/>
                    <a:pt x="400" y="298"/>
                  </a:cubicBezTo>
                  <a:cubicBezTo>
                    <a:pt x="413" y="286"/>
                    <a:pt x="419" y="270"/>
                    <a:pt x="419" y="252"/>
                  </a:cubicBezTo>
                  <a:cubicBezTo>
                    <a:pt x="419" y="235"/>
                    <a:pt x="413" y="219"/>
                    <a:pt x="400" y="206"/>
                  </a:cubicBezTo>
                  <a:cubicBezTo>
                    <a:pt x="266" y="72"/>
                    <a:pt x="266" y="72"/>
                    <a:pt x="266" y="72"/>
                  </a:cubicBezTo>
                  <a:cubicBezTo>
                    <a:pt x="357" y="49"/>
                    <a:pt x="454" y="75"/>
                    <a:pt x="522" y="142"/>
                  </a:cubicBezTo>
                  <a:cubicBezTo>
                    <a:pt x="598" y="218"/>
                    <a:pt x="621" y="332"/>
                    <a:pt x="581" y="432"/>
                  </a:cubicBezTo>
                  <a:cubicBezTo>
                    <a:pt x="578" y="440"/>
                    <a:pt x="580" y="449"/>
                    <a:pt x="586" y="454"/>
                  </a:cubicBezTo>
                  <a:cubicBezTo>
                    <a:pt x="732" y="585"/>
                    <a:pt x="732" y="585"/>
                    <a:pt x="732" y="585"/>
                  </a:cubicBezTo>
                  <a:cubicBezTo>
                    <a:pt x="713" y="604"/>
                    <a:pt x="713" y="604"/>
                    <a:pt x="713" y="604"/>
                  </a:cubicBezTo>
                  <a:cubicBezTo>
                    <a:pt x="693" y="585"/>
                    <a:pt x="693" y="585"/>
                    <a:pt x="693" y="585"/>
                  </a:cubicBezTo>
                  <a:cubicBezTo>
                    <a:pt x="679" y="571"/>
                    <a:pt x="660" y="563"/>
                    <a:pt x="641" y="563"/>
                  </a:cubicBezTo>
                  <a:cubicBezTo>
                    <a:pt x="621" y="563"/>
                    <a:pt x="602" y="571"/>
                    <a:pt x="588" y="585"/>
                  </a:cubicBezTo>
                  <a:cubicBezTo>
                    <a:pt x="542" y="631"/>
                    <a:pt x="542" y="631"/>
                    <a:pt x="542" y="631"/>
                  </a:cubicBezTo>
                  <a:cubicBezTo>
                    <a:pt x="536" y="637"/>
                    <a:pt x="534" y="645"/>
                    <a:pt x="537" y="653"/>
                  </a:cubicBezTo>
                  <a:cubicBezTo>
                    <a:pt x="543" y="666"/>
                    <a:pt x="545" y="681"/>
                    <a:pt x="544" y="695"/>
                  </a:cubicBezTo>
                  <a:lnTo>
                    <a:pt x="448" y="589"/>
                  </a:lnTo>
                  <a:close/>
                  <a:moveTo>
                    <a:pt x="802" y="798"/>
                  </a:moveTo>
                  <a:cubicBezTo>
                    <a:pt x="764" y="836"/>
                    <a:pt x="764" y="836"/>
                    <a:pt x="764" y="836"/>
                  </a:cubicBezTo>
                  <a:cubicBezTo>
                    <a:pt x="712" y="821"/>
                    <a:pt x="656" y="835"/>
                    <a:pt x="617" y="873"/>
                  </a:cubicBezTo>
                  <a:cubicBezTo>
                    <a:pt x="617" y="873"/>
                    <a:pt x="617" y="873"/>
                    <a:pt x="617" y="873"/>
                  </a:cubicBezTo>
                  <a:cubicBezTo>
                    <a:pt x="579" y="912"/>
                    <a:pt x="565" y="968"/>
                    <a:pt x="579" y="1020"/>
                  </a:cubicBezTo>
                  <a:cubicBezTo>
                    <a:pt x="342" y="1258"/>
                    <a:pt x="342" y="1258"/>
                    <a:pt x="342" y="1258"/>
                  </a:cubicBezTo>
                  <a:cubicBezTo>
                    <a:pt x="317" y="1282"/>
                    <a:pt x="284" y="1296"/>
                    <a:pt x="250" y="1296"/>
                  </a:cubicBezTo>
                  <a:cubicBezTo>
                    <a:pt x="215" y="1296"/>
                    <a:pt x="182" y="1282"/>
                    <a:pt x="157" y="1258"/>
                  </a:cubicBezTo>
                  <a:cubicBezTo>
                    <a:pt x="106" y="1207"/>
                    <a:pt x="106" y="1124"/>
                    <a:pt x="157" y="1073"/>
                  </a:cubicBezTo>
                  <a:cubicBezTo>
                    <a:pt x="395" y="835"/>
                    <a:pt x="395" y="835"/>
                    <a:pt x="395" y="835"/>
                  </a:cubicBezTo>
                  <a:cubicBezTo>
                    <a:pt x="446" y="850"/>
                    <a:pt x="503" y="836"/>
                    <a:pt x="541" y="797"/>
                  </a:cubicBezTo>
                  <a:cubicBezTo>
                    <a:pt x="580" y="759"/>
                    <a:pt x="594" y="703"/>
                    <a:pt x="579" y="651"/>
                  </a:cubicBezTo>
                  <a:cubicBezTo>
                    <a:pt x="617" y="613"/>
                    <a:pt x="617" y="613"/>
                    <a:pt x="617" y="613"/>
                  </a:cubicBezTo>
                  <a:cubicBezTo>
                    <a:pt x="630" y="600"/>
                    <a:pt x="651" y="600"/>
                    <a:pt x="664" y="613"/>
                  </a:cubicBezTo>
                  <a:cubicBezTo>
                    <a:pt x="698" y="647"/>
                    <a:pt x="698" y="647"/>
                    <a:pt x="698" y="647"/>
                  </a:cubicBezTo>
                  <a:cubicBezTo>
                    <a:pt x="768" y="716"/>
                    <a:pt x="768" y="716"/>
                    <a:pt x="768" y="716"/>
                  </a:cubicBezTo>
                  <a:cubicBezTo>
                    <a:pt x="802" y="750"/>
                    <a:pt x="802" y="750"/>
                    <a:pt x="802" y="750"/>
                  </a:cubicBezTo>
                  <a:cubicBezTo>
                    <a:pt x="815" y="763"/>
                    <a:pt x="815" y="785"/>
                    <a:pt x="802" y="798"/>
                  </a:cubicBezTo>
                  <a:close/>
                  <a:moveTo>
                    <a:pt x="1201" y="131"/>
                  </a:moveTo>
                  <a:cubicBezTo>
                    <a:pt x="1283" y="214"/>
                    <a:pt x="1283" y="214"/>
                    <a:pt x="1283" y="214"/>
                  </a:cubicBezTo>
                  <a:cubicBezTo>
                    <a:pt x="1210" y="252"/>
                    <a:pt x="1210" y="252"/>
                    <a:pt x="1210" y="252"/>
                  </a:cubicBezTo>
                  <a:cubicBezTo>
                    <a:pt x="1162" y="204"/>
                    <a:pt x="1162" y="204"/>
                    <a:pt x="1162" y="204"/>
                  </a:cubicBezTo>
                  <a:lnTo>
                    <a:pt x="1201" y="1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1" name="Google Shape;969;p34"/>
            <p:cNvSpPr/>
            <p:nvPr/>
          </p:nvSpPr>
          <p:spPr>
            <a:xfrm>
              <a:off x="5070476" y="-1081088"/>
              <a:ext cx="236538" cy="233363"/>
            </a:xfrm>
            <a:custGeom>
              <a:avLst/>
              <a:gdLst/>
              <a:ahLst/>
              <a:cxnLst/>
              <a:rect l="l" t="t" r="r" b="b"/>
              <a:pathLst>
                <a:path w="235" h="233" extrusionOk="0">
                  <a:moveTo>
                    <a:pt x="227" y="8"/>
                  </a:moveTo>
                  <a:cubicBezTo>
                    <a:pt x="219" y="0"/>
                    <a:pt x="206" y="0"/>
                    <a:pt x="198" y="8"/>
                  </a:cubicBezTo>
                  <a:cubicBezTo>
                    <a:pt x="8" y="199"/>
                    <a:pt x="8" y="199"/>
                    <a:pt x="8" y="199"/>
                  </a:cubicBezTo>
                  <a:cubicBezTo>
                    <a:pt x="0" y="207"/>
                    <a:pt x="0" y="219"/>
                    <a:pt x="8" y="227"/>
                  </a:cubicBezTo>
                  <a:cubicBezTo>
                    <a:pt x="12" y="231"/>
                    <a:pt x="17" y="233"/>
                    <a:pt x="22" y="233"/>
                  </a:cubicBezTo>
                  <a:cubicBezTo>
                    <a:pt x="27" y="233"/>
                    <a:pt x="32" y="231"/>
                    <a:pt x="36" y="227"/>
                  </a:cubicBezTo>
                  <a:cubicBezTo>
                    <a:pt x="227" y="37"/>
                    <a:pt x="227" y="37"/>
                    <a:pt x="227" y="37"/>
                  </a:cubicBezTo>
                  <a:cubicBezTo>
                    <a:pt x="235" y="29"/>
                    <a:pt x="235" y="16"/>
                    <a:pt x="227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2" name="Google Shape;970;p34"/>
            <p:cNvSpPr/>
            <p:nvPr/>
          </p:nvSpPr>
          <p:spPr>
            <a:xfrm>
              <a:off x="5141913" y="-1009650"/>
              <a:ext cx="234950" cy="231775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199" y="8"/>
                  </a:moveTo>
                  <a:cubicBezTo>
                    <a:pt x="8" y="198"/>
                    <a:pt x="8" y="198"/>
                    <a:pt x="8" y="198"/>
                  </a:cubicBezTo>
                  <a:cubicBezTo>
                    <a:pt x="0" y="206"/>
                    <a:pt x="0" y="219"/>
                    <a:pt x="8" y="227"/>
                  </a:cubicBezTo>
                  <a:cubicBezTo>
                    <a:pt x="12" y="230"/>
                    <a:pt x="17" y="232"/>
                    <a:pt x="22" y="232"/>
                  </a:cubicBezTo>
                  <a:cubicBezTo>
                    <a:pt x="28" y="232"/>
                    <a:pt x="33" y="230"/>
                    <a:pt x="37" y="227"/>
                  </a:cubicBezTo>
                  <a:cubicBezTo>
                    <a:pt x="227" y="36"/>
                    <a:pt x="227" y="36"/>
                    <a:pt x="227" y="36"/>
                  </a:cubicBezTo>
                  <a:cubicBezTo>
                    <a:pt x="235" y="28"/>
                    <a:pt x="235" y="15"/>
                    <a:pt x="227" y="8"/>
                  </a:cubicBezTo>
                  <a:cubicBezTo>
                    <a:pt x="219" y="0"/>
                    <a:pt x="207" y="0"/>
                    <a:pt x="199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83" name="Google Shape;971;p34"/>
          <p:cNvGrpSpPr/>
          <p:nvPr/>
        </p:nvGrpSpPr>
        <p:grpSpPr>
          <a:xfrm>
            <a:off x="5438978" y="528443"/>
            <a:ext cx="472976" cy="500313"/>
            <a:chOff x="6888163" y="-9509125"/>
            <a:chExt cx="1455738" cy="1539875"/>
          </a:xfrm>
          <a:solidFill>
            <a:schemeClr val="bg1">
              <a:lumMod val="75000"/>
            </a:schemeClr>
          </a:solidFill>
        </p:grpSpPr>
        <p:sp>
          <p:nvSpPr>
            <p:cNvPr id="284" name="Google Shape;972;p34"/>
            <p:cNvSpPr/>
            <p:nvPr/>
          </p:nvSpPr>
          <p:spPr>
            <a:xfrm>
              <a:off x="6888163" y="-9063038"/>
              <a:ext cx="1455738" cy="1093788"/>
            </a:xfrm>
            <a:custGeom>
              <a:avLst/>
              <a:gdLst/>
              <a:ahLst/>
              <a:cxnLst/>
              <a:rect l="l" t="t" r="r" b="b"/>
              <a:pathLst>
                <a:path w="1454" h="1092" extrusionOk="0">
                  <a:moveTo>
                    <a:pt x="20" y="1092"/>
                  </a:moveTo>
                  <a:cubicBezTo>
                    <a:pt x="9" y="1092"/>
                    <a:pt x="0" y="1082"/>
                    <a:pt x="0" y="1071"/>
                  </a:cubicBezTo>
                  <a:cubicBezTo>
                    <a:pt x="0" y="1059"/>
                    <a:pt x="9" y="1050"/>
                    <a:pt x="20" y="1050"/>
                  </a:cubicBezTo>
                  <a:cubicBezTo>
                    <a:pt x="100" y="1050"/>
                    <a:pt x="100" y="1050"/>
                    <a:pt x="100" y="1050"/>
                  </a:cubicBezTo>
                  <a:cubicBezTo>
                    <a:pt x="100" y="766"/>
                    <a:pt x="100" y="766"/>
                    <a:pt x="100" y="766"/>
                  </a:cubicBezTo>
                  <a:cubicBezTo>
                    <a:pt x="100" y="726"/>
                    <a:pt x="133" y="694"/>
                    <a:pt x="172" y="694"/>
                  </a:cubicBezTo>
                  <a:cubicBezTo>
                    <a:pt x="321" y="694"/>
                    <a:pt x="321" y="694"/>
                    <a:pt x="321" y="694"/>
                  </a:cubicBezTo>
                  <a:cubicBezTo>
                    <a:pt x="361" y="694"/>
                    <a:pt x="394" y="726"/>
                    <a:pt x="394" y="766"/>
                  </a:cubicBezTo>
                  <a:cubicBezTo>
                    <a:pt x="394" y="1050"/>
                    <a:pt x="394" y="1050"/>
                    <a:pt x="394" y="1050"/>
                  </a:cubicBezTo>
                  <a:cubicBezTo>
                    <a:pt x="582" y="1050"/>
                    <a:pt x="582" y="1050"/>
                    <a:pt x="582" y="1050"/>
                  </a:cubicBezTo>
                  <a:cubicBezTo>
                    <a:pt x="582" y="511"/>
                    <a:pt x="582" y="511"/>
                    <a:pt x="582" y="511"/>
                  </a:cubicBezTo>
                  <a:cubicBezTo>
                    <a:pt x="582" y="471"/>
                    <a:pt x="614" y="439"/>
                    <a:pt x="654" y="439"/>
                  </a:cubicBezTo>
                  <a:cubicBezTo>
                    <a:pt x="803" y="439"/>
                    <a:pt x="803" y="439"/>
                    <a:pt x="803" y="439"/>
                  </a:cubicBezTo>
                  <a:cubicBezTo>
                    <a:pt x="843" y="439"/>
                    <a:pt x="875" y="471"/>
                    <a:pt x="875" y="511"/>
                  </a:cubicBezTo>
                  <a:cubicBezTo>
                    <a:pt x="875" y="1050"/>
                    <a:pt x="875" y="1050"/>
                    <a:pt x="875" y="1050"/>
                  </a:cubicBezTo>
                  <a:cubicBezTo>
                    <a:pt x="1064" y="1050"/>
                    <a:pt x="1064" y="1050"/>
                    <a:pt x="1064" y="1050"/>
                  </a:cubicBezTo>
                  <a:cubicBezTo>
                    <a:pt x="1064" y="72"/>
                    <a:pt x="1064" y="72"/>
                    <a:pt x="1064" y="72"/>
                  </a:cubicBezTo>
                  <a:cubicBezTo>
                    <a:pt x="1064" y="32"/>
                    <a:pt x="1096" y="0"/>
                    <a:pt x="1136" y="0"/>
                  </a:cubicBezTo>
                  <a:cubicBezTo>
                    <a:pt x="1285" y="0"/>
                    <a:pt x="1285" y="0"/>
                    <a:pt x="1285" y="0"/>
                  </a:cubicBezTo>
                  <a:cubicBezTo>
                    <a:pt x="1325" y="0"/>
                    <a:pt x="1357" y="32"/>
                    <a:pt x="1357" y="72"/>
                  </a:cubicBezTo>
                  <a:cubicBezTo>
                    <a:pt x="1357" y="1050"/>
                    <a:pt x="1357" y="1050"/>
                    <a:pt x="1357" y="1050"/>
                  </a:cubicBezTo>
                  <a:cubicBezTo>
                    <a:pt x="1434" y="1050"/>
                    <a:pt x="1434" y="1050"/>
                    <a:pt x="1434" y="1050"/>
                  </a:cubicBezTo>
                  <a:cubicBezTo>
                    <a:pt x="1445" y="1050"/>
                    <a:pt x="1454" y="1059"/>
                    <a:pt x="1454" y="1071"/>
                  </a:cubicBezTo>
                  <a:cubicBezTo>
                    <a:pt x="1454" y="1082"/>
                    <a:pt x="1445" y="1092"/>
                    <a:pt x="1434" y="1092"/>
                  </a:cubicBezTo>
                  <a:lnTo>
                    <a:pt x="20" y="1092"/>
                  </a:lnTo>
                  <a:close/>
                  <a:moveTo>
                    <a:pt x="1136" y="42"/>
                  </a:moveTo>
                  <a:cubicBezTo>
                    <a:pt x="1119" y="42"/>
                    <a:pt x="1106" y="55"/>
                    <a:pt x="1106" y="72"/>
                  </a:cubicBezTo>
                  <a:cubicBezTo>
                    <a:pt x="1106" y="1050"/>
                    <a:pt x="1106" y="1050"/>
                    <a:pt x="1106" y="1050"/>
                  </a:cubicBezTo>
                  <a:cubicBezTo>
                    <a:pt x="1316" y="1050"/>
                    <a:pt x="1316" y="1050"/>
                    <a:pt x="1316" y="1050"/>
                  </a:cubicBezTo>
                  <a:cubicBezTo>
                    <a:pt x="1316" y="72"/>
                    <a:pt x="1316" y="72"/>
                    <a:pt x="1316" y="72"/>
                  </a:cubicBezTo>
                  <a:cubicBezTo>
                    <a:pt x="1316" y="55"/>
                    <a:pt x="1302" y="42"/>
                    <a:pt x="1285" y="42"/>
                  </a:cubicBezTo>
                  <a:lnTo>
                    <a:pt x="1136" y="42"/>
                  </a:lnTo>
                  <a:close/>
                  <a:moveTo>
                    <a:pt x="654" y="480"/>
                  </a:moveTo>
                  <a:cubicBezTo>
                    <a:pt x="637" y="480"/>
                    <a:pt x="624" y="494"/>
                    <a:pt x="624" y="511"/>
                  </a:cubicBezTo>
                  <a:cubicBezTo>
                    <a:pt x="624" y="1050"/>
                    <a:pt x="624" y="1050"/>
                    <a:pt x="624" y="1050"/>
                  </a:cubicBezTo>
                  <a:cubicBezTo>
                    <a:pt x="834" y="1050"/>
                    <a:pt x="834" y="1050"/>
                    <a:pt x="834" y="1050"/>
                  </a:cubicBezTo>
                  <a:cubicBezTo>
                    <a:pt x="834" y="511"/>
                    <a:pt x="834" y="511"/>
                    <a:pt x="834" y="511"/>
                  </a:cubicBezTo>
                  <a:cubicBezTo>
                    <a:pt x="834" y="494"/>
                    <a:pt x="820" y="480"/>
                    <a:pt x="803" y="480"/>
                  </a:cubicBezTo>
                  <a:lnTo>
                    <a:pt x="654" y="480"/>
                  </a:lnTo>
                  <a:close/>
                  <a:moveTo>
                    <a:pt x="172" y="736"/>
                  </a:moveTo>
                  <a:cubicBezTo>
                    <a:pt x="156" y="736"/>
                    <a:pt x="142" y="749"/>
                    <a:pt x="142" y="766"/>
                  </a:cubicBezTo>
                  <a:cubicBezTo>
                    <a:pt x="142" y="1050"/>
                    <a:pt x="142" y="1050"/>
                    <a:pt x="142" y="1050"/>
                  </a:cubicBezTo>
                  <a:cubicBezTo>
                    <a:pt x="352" y="1050"/>
                    <a:pt x="352" y="1050"/>
                    <a:pt x="352" y="1050"/>
                  </a:cubicBezTo>
                  <a:cubicBezTo>
                    <a:pt x="352" y="766"/>
                    <a:pt x="352" y="766"/>
                    <a:pt x="352" y="766"/>
                  </a:cubicBezTo>
                  <a:cubicBezTo>
                    <a:pt x="352" y="749"/>
                    <a:pt x="338" y="736"/>
                    <a:pt x="321" y="736"/>
                  </a:cubicBezTo>
                  <a:lnTo>
                    <a:pt x="172" y="7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5" name="Google Shape;973;p34"/>
            <p:cNvSpPr/>
            <p:nvPr/>
          </p:nvSpPr>
          <p:spPr>
            <a:xfrm>
              <a:off x="7148513" y="-9509125"/>
              <a:ext cx="1096963" cy="828675"/>
            </a:xfrm>
            <a:custGeom>
              <a:avLst/>
              <a:gdLst/>
              <a:ahLst/>
              <a:cxnLst/>
              <a:rect l="l" t="t" r="r" b="b"/>
              <a:pathLst>
                <a:path w="1097" h="827" extrusionOk="0">
                  <a:moveTo>
                    <a:pt x="21" y="827"/>
                  </a:moveTo>
                  <a:cubicBezTo>
                    <a:pt x="16" y="827"/>
                    <a:pt x="10" y="825"/>
                    <a:pt x="6" y="821"/>
                  </a:cubicBezTo>
                  <a:cubicBezTo>
                    <a:pt x="2" y="817"/>
                    <a:pt x="0" y="812"/>
                    <a:pt x="0" y="807"/>
                  </a:cubicBezTo>
                  <a:cubicBezTo>
                    <a:pt x="0" y="801"/>
                    <a:pt x="2" y="796"/>
                    <a:pt x="6" y="792"/>
                  </a:cubicBezTo>
                  <a:cubicBezTo>
                    <a:pt x="553" y="245"/>
                    <a:pt x="553" y="245"/>
                    <a:pt x="553" y="245"/>
                  </a:cubicBezTo>
                  <a:cubicBezTo>
                    <a:pt x="557" y="241"/>
                    <a:pt x="562" y="239"/>
                    <a:pt x="568" y="239"/>
                  </a:cubicBezTo>
                  <a:cubicBezTo>
                    <a:pt x="573" y="239"/>
                    <a:pt x="578" y="241"/>
                    <a:pt x="582" y="245"/>
                  </a:cubicBezTo>
                  <a:cubicBezTo>
                    <a:pt x="702" y="365"/>
                    <a:pt x="702" y="365"/>
                    <a:pt x="702" y="365"/>
                  </a:cubicBezTo>
                  <a:cubicBezTo>
                    <a:pt x="1026" y="42"/>
                    <a:pt x="1026" y="42"/>
                    <a:pt x="1026" y="42"/>
                  </a:cubicBezTo>
                  <a:cubicBezTo>
                    <a:pt x="889" y="42"/>
                    <a:pt x="889" y="42"/>
                    <a:pt x="889" y="42"/>
                  </a:cubicBezTo>
                  <a:cubicBezTo>
                    <a:pt x="878" y="42"/>
                    <a:pt x="869" y="32"/>
                    <a:pt x="869" y="21"/>
                  </a:cubicBezTo>
                  <a:cubicBezTo>
                    <a:pt x="869" y="9"/>
                    <a:pt x="878" y="0"/>
                    <a:pt x="889" y="0"/>
                  </a:cubicBezTo>
                  <a:cubicBezTo>
                    <a:pt x="1073" y="0"/>
                    <a:pt x="1073" y="0"/>
                    <a:pt x="1073" y="0"/>
                  </a:cubicBezTo>
                  <a:cubicBezTo>
                    <a:pt x="1075" y="0"/>
                    <a:pt x="1075" y="0"/>
                    <a:pt x="1075" y="0"/>
                  </a:cubicBezTo>
                  <a:cubicBezTo>
                    <a:pt x="1075" y="0"/>
                    <a:pt x="1076" y="0"/>
                    <a:pt x="1076" y="0"/>
                  </a:cubicBezTo>
                  <a:cubicBezTo>
                    <a:pt x="1082" y="0"/>
                    <a:pt x="1087" y="2"/>
                    <a:pt x="1091" y="6"/>
                  </a:cubicBezTo>
                  <a:cubicBezTo>
                    <a:pt x="1095" y="10"/>
                    <a:pt x="1097" y="16"/>
                    <a:pt x="1097" y="22"/>
                  </a:cubicBezTo>
                  <a:cubicBezTo>
                    <a:pt x="1097" y="22"/>
                    <a:pt x="1097" y="22"/>
                    <a:pt x="1097" y="22"/>
                  </a:cubicBezTo>
                  <a:cubicBezTo>
                    <a:pt x="1097" y="24"/>
                    <a:pt x="1097" y="24"/>
                    <a:pt x="1097" y="24"/>
                  </a:cubicBezTo>
                  <a:cubicBezTo>
                    <a:pt x="1097" y="197"/>
                    <a:pt x="1097" y="197"/>
                    <a:pt x="1097" y="197"/>
                  </a:cubicBezTo>
                  <a:cubicBezTo>
                    <a:pt x="1097" y="209"/>
                    <a:pt x="1088" y="218"/>
                    <a:pt x="1076" y="218"/>
                  </a:cubicBezTo>
                  <a:cubicBezTo>
                    <a:pt x="1065" y="218"/>
                    <a:pt x="1056" y="209"/>
                    <a:pt x="1056" y="197"/>
                  </a:cubicBezTo>
                  <a:cubicBezTo>
                    <a:pt x="1056" y="71"/>
                    <a:pt x="1056" y="71"/>
                    <a:pt x="1056" y="71"/>
                  </a:cubicBezTo>
                  <a:cubicBezTo>
                    <a:pt x="717" y="410"/>
                    <a:pt x="717" y="410"/>
                    <a:pt x="717" y="410"/>
                  </a:cubicBezTo>
                  <a:cubicBezTo>
                    <a:pt x="713" y="413"/>
                    <a:pt x="708" y="416"/>
                    <a:pt x="702" y="416"/>
                  </a:cubicBezTo>
                  <a:cubicBezTo>
                    <a:pt x="697" y="416"/>
                    <a:pt x="692" y="413"/>
                    <a:pt x="688" y="410"/>
                  </a:cubicBezTo>
                  <a:cubicBezTo>
                    <a:pt x="568" y="289"/>
                    <a:pt x="568" y="289"/>
                    <a:pt x="568" y="289"/>
                  </a:cubicBezTo>
                  <a:cubicBezTo>
                    <a:pt x="36" y="821"/>
                    <a:pt x="36" y="821"/>
                    <a:pt x="36" y="821"/>
                  </a:cubicBezTo>
                  <a:cubicBezTo>
                    <a:pt x="32" y="825"/>
                    <a:pt x="27" y="827"/>
                    <a:pt x="21" y="8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6" name="Google Shape;974;p34"/>
            <p:cNvSpPr/>
            <p:nvPr/>
          </p:nvSpPr>
          <p:spPr>
            <a:xfrm>
              <a:off x="7045326" y="-8615363"/>
              <a:ext cx="41275" cy="39688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87" name="Google Shape;975;p34"/>
          <p:cNvGrpSpPr/>
          <p:nvPr/>
        </p:nvGrpSpPr>
        <p:grpSpPr>
          <a:xfrm>
            <a:off x="5524147" y="5145242"/>
            <a:ext cx="361050" cy="360535"/>
            <a:chOff x="8828088" y="-7491413"/>
            <a:chExt cx="1111250" cy="1109663"/>
          </a:xfrm>
          <a:solidFill>
            <a:schemeClr val="bg1">
              <a:lumMod val="75000"/>
            </a:schemeClr>
          </a:solidFill>
        </p:grpSpPr>
        <p:sp>
          <p:nvSpPr>
            <p:cNvPr id="288" name="Google Shape;976;p34"/>
            <p:cNvSpPr/>
            <p:nvPr/>
          </p:nvSpPr>
          <p:spPr>
            <a:xfrm>
              <a:off x="8828088" y="-7491413"/>
              <a:ext cx="1111250" cy="1109663"/>
            </a:xfrm>
            <a:custGeom>
              <a:avLst/>
              <a:gdLst/>
              <a:ahLst/>
              <a:cxnLst/>
              <a:rect l="l" t="t" r="r" b="b"/>
              <a:pathLst>
                <a:path w="1109" h="1109" extrusionOk="0">
                  <a:moveTo>
                    <a:pt x="554" y="1109"/>
                  </a:moveTo>
                  <a:cubicBezTo>
                    <a:pt x="407" y="1109"/>
                    <a:pt x="268" y="1051"/>
                    <a:pt x="163" y="946"/>
                  </a:cubicBezTo>
                  <a:cubicBezTo>
                    <a:pt x="58" y="841"/>
                    <a:pt x="0" y="702"/>
                    <a:pt x="0" y="554"/>
                  </a:cubicBezTo>
                  <a:cubicBezTo>
                    <a:pt x="0" y="407"/>
                    <a:pt x="58" y="268"/>
                    <a:pt x="163" y="163"/>
                  </a:cubicBezTo>
                  <a:cubicBezTo>
                    <a:pt x="268" y="58"/>
                    <a:pt x="407" y="0"/>
                    <a:pt x="554" y="0"/>
                  </a:cubicBezTo>
                  <a:cubicBezTo>
                    <a:pt x="702" y="0"/>
                    <a:pt x="841" y="58"/>
                    <a:pt x="946" y="163"/>
                  </a:cubicBezTo>
                  <a:cubicBezTo>
                    <a:pt x="1051" y="268"/>
                    <a:pt x="1109" y="407"/>
                    <a:pt x="1109" y="554"/>
                  </a:cubicBezTo>
                  <a:cubicBezTo>
                    <a:pt x="1109" y="702"/>
                    <a:pt x="1051" y="841"/>
                    <a:pt x="946" y="946"/>
                  </a:cubicBezTo>
                  <a:cubicBezTo>
                    <a:pt x="841" y="1051"/>
                    <a:pt x="702" y="1109"/>
                    <a:pt x="554" y="1109"/>
                  </a:cubicBezTo>
                  <a:close/>
                  <a:moveTo>
                    <a:pt x="554" y="41"/>
                  </a:moveTo>
                  <a:cubicBezTo>
                    <a:pt x="272" y="41"/>
                    <a:pt x="41" y="272"/>
                    <a:pt x="41" y="554"/>
                  </a:cubicBezTo>
                  <a:cubicBezTo>
                    <a:pt x="41" y="837"/>
                    <a:pt x="272" y="1067"/>
                    <a:pt x="554" y="1067"/>
                  </a:cubicBezTo>
                  <a:cubicBezTo>
                    <a:pt x="837" y="1067"/>
                    <a:pt x="1067" y="837"/>
                    <a:pt x="1067" y="554"/>
                  </a:cubicBezTo>
                  <a:cubicBezTo>
                    <a:pt x="1067" y="272"/>
                    <a:pt x="837" y="41"/>
                    <a:pt x="554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9" name="Google Shape;977;p34"/>
            <p:cNvSpPr/>
            <p:nvPr/>
          </p:nvSpPr>
          <p:spPr>
            <a:xfrm>
              <a:off x="8964613" y="-7356475"/>
              <a:ext cx="839788" cy="839788"/>
            </a:xfrm>
            <a:custGeom>
              <a:avLst/>
              <a:gdLst/>
              <a:ahLst/>
              <a:cxnLst/>
              <a:rect l="l" t="t" r="r" b="b"/>
              <a:pathLst>
                <a:path w="839" h="839" extrusionOk="0">
                  <a:moveTo>
                    <a:pt x="419" y="839"/>
                  </a:moveTo>
                  <a:cubicBezTo>
                    <a:pt x="188" y="839"/>
                    <a:pt x="0" y="651"/>
                    <a:pt x="0" y="419"/>
                  </a:cubicBezTo>
                  <a:cubicBezTo>
                    <a:pt x="0" y="188"/>
                    <a:pt x="188" y="0"/>
                    <a:pt x="419" y="0"/>
                  </a:cubicBezTo>
                  <a:cubicBezTo>
                    <a:pt x="651" y="0"/>
                    <a:pt x="839" y="188"/>
                    <a:pt x="839" y="419"/>
                  </a:cubicBezTo>
                  <a:cubicBezTo>
                    <a:pt x="839" y="651"/>
                    <a:pt x="651" y="839"/>
                    <a:pt x="419" y="839"/>
                  </a:cubicBezTo>
                  <a:close/>
                  <a:moveTo>
                    <a:pt x="419" y="42"/>
                  </a:moveTo>
                  <a:cubicBezTo>
                    <a:pt x="211" y="42"/>
                    <a:pt x="42" y="211"/>
                    <a:pt x="42" y="419"/>
                  </a:cubicBezTo>
                  <a:cubicBezTo>
                    <a:pt x="42" y="628"/>
                    <a:pt x="211" y="797"/>
                    <a:pt x="419" y="797"/>
                  </a:cubicBezTo>
                  <a:cubicBezTo>
                    <a:pt x="628" y="797"/>
                    <a:pt x="797" y="628"/>
                    <a:pt x="797" y="419"/>
                  </a:cubicBezTo>
                  <a:cubicBezTo>
                    <a:pt x="797" y="211"/>
                    <a:pt x="628" y="42"/>
                    <a:pt x="419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0" name="Google Shape;978;p34"/>
            <p:cNvSpPr/>
            <p:nvPr/>
          </p:nvSpPr>
          <p:spPr>
            <a:xfrm>
              <a:off x="9229726" y="-7223125"/>
              <a:ext cx="307975" cy="573088"/>
            </a:xfrm>
            <a:custGeom>
              <a:avLst/>
              <a:gdLst/>
              <a:ahLst/>
              <a:cxnLst/>
              <a:rect l="l" t="t" r="r" b="b"/>
              <a:pathLst>
                <a:path w="307" h="573" extrusionOk="0">
                  <a:moveTo>
                    <a:pt x="153" y="573"/>
                  </a:moveTo>
                  <a:cubicBezTo>
                    <a:pt x="142" y="573"/>
                    <a:pt x="133" y="564"/>
                    <a:pt x="133" y="552"/>
                  </a:cubicBezTo>
                  <a:cubicBezTo>
                    <a:pt x="133" y="505"/>
                    <a:pt x="133" y="505"/>
                    <a:pt x="133" y="505"/>
                  </a:cubicBezTo>
                  <a:cubicBezTo>
                    <a:pt x="122" y="504"/>
                    <a:pt x="122" y="504"/>
                    <a:pt x="122" y="504"/>
                  </a:cubicBezTo>
                  <a:cubicBezTo>
                    <a:pt x="94" y="499"/>
                    <a:pt x="68" y="488"/>
                    <a:pt x="47" y="473"/>
                  </a:cubicBezTo>
                  <a:cubicBezTo>
                    <a:pt x="17" y="450"/>
                    <a:pt x="0" y="419"/>
                    <a:pt x="0" y="386"/>
                  </a:cubicBezTo>
                  <a:cubicBezTo>
                    <a:pt x="0" y="374"/>
                    <a:pt x="9" y="365"/>
                    <a:pt x="21" y="365"/>
                  </a:cubicBezTo>
                  <a:cubicBezTo>
                    <a:pt x="32" y="365"/>
                    <a:pt x="41" y="374"/>
                    <a:pt x="41" y="386"/>
                  </a:cubicBezTo>
                  <a:cubicBezTo>
                    <a:pt x="41" y="419"/>
                    <a:pt x="72" y="449"/>
                    <a:pt x="117" y="460"/>
                  </a:cubicBezTo>
                  <a:cubicBezTo>
                    <a:pt x="133" y="464"/>
                    <a:pt x="133" y="464"/>
                    <a:pt x="133" y="464"/>
                  </a:cubicBezTo>
                  <a:cubicBezTo>
                    <a:pt x="133" y="306"/>
                    <a:pt x="133" y="306"/>
                    <a:pt x="133" y="306"/>
                  </a:cubicBezTo>
                  <a:cubicBezTo>
                    <a:pt x="122" y="304"/>
                    <a:pt x="122" y="304"/>
                    <a:pt x="122" y="304"/>
                  </a:cubicBezTo>
                  <a:cubicBezTo>
                    <a:pt x="94" y="300"/>
                    <a:pt x="68" y="289"/>
                    <a:pt x="47" y="273"/>
                  </a:cubicBezTo>
                  <a:cubicBezTo>
                    <a:pt x="17" y="251"/>
                    <a:pt x="0" y="219"/>
                    <a:pt x="0" y="186"/>
                  </a:cubicBezTo>
                  <a:cubicBezTo>
                    <a:pt x="0" y="154"/>
                    <a:pt x="17" y="122"/>
                    <a:pt x="47" y="99"/>
                  </a:cubicBezTo>
                  <a:cubicBezTo>
                    <a:pt x="68" y="84"/>
                    <a:pt x="94" y="73"/>
                    <a:pt x="122" y="69"/>
                  </a:cubicBezTo>
                  <a:cubicBezTo>
                    <a:pt x="133" y="67"/>
                    <a:pt x="133" y="67"/>
                    <a:pt x="133" y="67"/>
                  </a:cubicBezTo>
                  <a:cubicBezTo>
                    <a:pt x="133" y="20"/>
                    <a:pt x="133" y="20"/>
                    <a:pt x="133" y="20"/>
                  </a:cubicBezTo>
                  <a:cubicBezTo>
                    <a:pt x="133" y="9"/>
                    <a:pt x="142" y="0"/>
                    <a:pt x="153" y="0"/>
                  </a:cubicBezTo>
                  <a:cubicBezTo>
                    <a:pt x="165" y="0"/>
                    <a:pt x="174" y="9"/>
                    <a:pt x="174" y="20"/>
                  </a:cubicBezTo>
                  <a:cubicBezTo>
                    <a:pt x="174" y="67"/>
                    <a:pt x="174" y="67"/>
                    <a:pt x="174" y="67"/>
                  </a:cubicBezTo>
                  <a:cubicBezTo>
                    <a:pt x="185" y="69"/>
                    <a:pt x="185" y="69"/>
                    <a:pt x="185" y="69"/>
                  </a:cubicBezTo>
                  <a:cubicBezTo>
                    <a:pt x="213" y="73"/>
                    <a:pt x="239" y="84"/>
                    <a:pt x="260" y="99"/>
                  </a:cubicBezTo>
                  <a:cubicBezTo>
                    <a:pt x="290" y="122"/>
                    <a:pt x="307" y="154"/>
                    <a:pt x="307" y="186"/>
                  </a:cubicBezTo>
                  <a:cubicBezTo>
                    <a:pt x="307" y="198"/>
                    <a:pt x="298" y="207"/>
                    <a:pt x="286" y="207"/>
                  </a:cubicBezTo>
                  <a:cubicBezTo>
                    <a:pt x="275" y="207"/>
                    <a:pt x="266" y="198"/>
                    <a:pt x="266" y="186"/>
                  </a:cubicBezTo>
                  <a:cubicBezTo>
                    <a:pt x="266" y="153"/>
                    <a:pt x="235" y="123"/>
                    <a:pt x="190" y="112"/>
                  </a:cubicBezTo>
                  <a:cubicBezTo>
                    <a:pt x="174" y="108"/>
                    <a:pt x="174" y="108"/>
                    <a:pt x="174" y="108"/>
                  </a:cubicBezTo>
                  <a:cubicBezTo>
                    <a:pt x="174" y="266"/>
                    <a:pt x="174" y="266"/>
                    <a:pt x="174" y="266"/>
                  </a:cubicBezTo>
                  <a:cubicBezTo>
                    <a:pt x="185" y="268"/>
                    <a:pt x="185" y="268"/>
                    <a:pt x="185" y="268"/>
                  </a:cubicBezTo>
                  <a:cubicBezTo>
                    <a:pt x="213" y="272"/>
                    <a:pt x="239" y="283"/>
                    <a:pt x="260" y="299"/>
                  </a:cubicBezTo>
                  <a:cubicBezTo>
                    <a:pt x="290" y="321"/>
                    <a:pt x="307" y="353"/>
                    <a:pt x="307" y="386"/>
                  </a:cubicBezTo>
                  <a:cubicBezTo>
                    <a:pt x="307" y="419"/>
                    <a:pt x="290" y="450"/>
                    <a:pt x="260" y="473"/>
                  </a:cubicBezTo>
                  <a:cubicBezTo>
                    <a:pt x="239" y="488"/>
                    <a:pt x="213" y="499"/>
                    <a:pt x="185" y="504"/>
                  </a:cubicBezTo>
                  <a:cubicBezTo>
                    <a:pt x="174" y="505"/>
                    <a:pt x="174" y="505"/>
                    <a:pt x="174" y="505"/>
                  </a:cubicBezTo>
                  <a:cubicBezTo>
                    <a:pt x="174" y="552"/>
                    <a:pt x="174" y="552"/>
                    <a:pt x="174" y="552"/>
                  </a:cubicBezTo>
                  <a:cubicBezTo>
                    <a:pt x="174" y="564"/>
                    <a:pt x="165" y="573"/>
                    <a:pt x="153" y="573"/>
                  </a:cubicBezTo>
                  <a:close/>
                  <a:moveTo>
                    <a:pt x="174" y="464"/>
                  </a:moveTo>
                  <a:cubicBezTo>
                    <a:pt x="190" y="460"/>
                    <a:pt x="190" y="460"/>
                    <a:pt x="190" y="460"/>
                  </a:cubicBezTo>
                  <a:cubicBezTo>
                    <a:pt x="235" y="449"/>
                    <a:pt x="266" y="419"/>
                    <a:pt x="266" y="386"/>
                  </a:cubicBezTo>
                  <a:cubicBezTo>
                    <a:pt x="266" y="352"/>
                    <a:pt x="235" y="322"/>
                    <a:pt x="190" y="311"/>
                  </a:cubicBezTo>
                  <a:cubicBezTo>
                    <a:pt x="174" y="307"/>
                    <a:pt x="174" y="307"/>
                    <a:pt x="174" y="307"/>
                  </a:cubicBezTo>
                  <a:lnTo>
                    <a:pt x="174" y="464"/>
                  </a:lnTo>
                  <a:close/>
                  <a:moveTo>
                    <a:pt x="117" y="112"/>
                  </a:moveTo>
                  <a:cubicBezTo>
                    <a:pt x="72" y="123"/>
                    <a:pt x="41" y="153"/>
                    <a:pt x="41" y="186"/>
                  </a:cubicBezTo>
                  <a:cubicBezTo>
                    <a:pt x="41" y="220"/>
                    <a:pt x="72" y="250"/>
                    <a:pt x="117" y="261"/>
                  </a:cubicBezTo>
                  <a:cubicBezTo>
                    <a:pt x="133" y="265"/>
                    <a:pt x="133" y="265"/>
                    <a:pt x="133" y="265"/>
                  </a:cubicBezTo>
                  <a:cubicBezTo>
                    <a:pt x="133" y="108"/>
                    <a:pt x="133" y="108"/>
                    <a:pt x="133" y="108"/>
                  </a:cubicBezTo>
                  <a:lnTo>
                    <a:pt x="117" y="1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91" name="Google Shape;979;p34"/>
          <p:cNvGrpSpPr/>
          <p:nvPr/>
        </p:nvGrpSpPr>
        <p:grpSpPr>
          <a:xfrm>
            <a:off x="5469901" y="5867401"/>
            <a:ext cx="474008" cy="425524"/>
            <a:chOff x="8647113" y="-9302750"/>
            <a:chExt cx="1458913" cy="1309688"/>
          </a:xfrm>
          <a:solidFill>
            <a:schemeClr val="bg1">
              <a:lumMod val="75000"/>
            </a:schemeClr>
          </a:solidFill>
        </p:grpSpPr>
        <p:sp>
          <p:nvSpPr>
            <p:cNvPr id="292" name="Google Shape;980;p34"/>
            <p:cNvSpPr/>
            <p:nvPr/>
          </p:nvSpPr>
          <p:spPr>
            <a:xfrm>
              <a:off x="8942388" y="-8207375"/>
              <a:ext cx="42863" cy="41275"/>
            </a:xfrm>
            <a:custGeom>
              <a:avLst/>
              <a:gdLst/>
              <a:ahLst/>
              <a:cxnLst/>
              <a:rect l="l" t="t" r="r" b="b"/>
              <a:pathLst>
                <a:path w="42" h="42" extrusionOk="0">
                  <a:moveTo>
                    <a:pt x="21" y="42"/>
                  </a:moveTo>
                  <a:cubicBezTo>
                    <a:pt x="9" y="42"/>
                    <a:pt x="0" y="33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32" y="0"/>
                    <a:pt x="41" y="9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33"/>
                    <a:pt x="32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3" name="Google Shape;981;p34"/>
            <p:cNvSpPr/>
            <p:nvPr/>
          </p:nvSpPr>
          <p:spPr>
            <a:xfrm>
              <a:off x="8647113" y="-9302750"/>
              <a:ext cx="1458913" cy="1309688"/>
            </a:xfrm>
            <a:custGeom>
              <a:avLst/>
              <a:gdLst/>
              <a:ahLst/>
              <a:cxnLst/>
              <a:rect l="l" t="t" r="r" b="b"/>
              <a:pathLst>
                <a:path w="1458" h="1309" extrusionOk="0">
                  <a:moveTo>
                    <a:pt x="1149" y="1309"/>
                  </a:moveTo>
                  <a:cubicBezTo>
                    <a:pt x="1119" y="1309"/>
                    <a:pt x="1089" y="1304"/>
                    <a:pt x="1059" y="1295"/>
                  </a:cubicBezTo>
                  <a:cubicBezTo>
                    <a:pt x="1058" y="1295"/>
                    <a:pt x="1058" y="1295"/>
                    <a:pt x="1058" y="1295"/>
                  </a:cubicBezTo>
                  <a:cubicBezTo>
                    <a:pt x="1056" y="1295"/>
                    <a:pt x="1056" y="1295"/>
                    <a:pt x="1056" y="1295"/>
                  </a:cubicBezTo>
                  <a:cubicBezTo>
                    <a:pt x="1014" y="1304"/>
                    <a:pt x="960" y="1309"/>
                    <a:pt x="910" y="1309"/>
                  </a:cubicBezTo>
                  <a:cubicBezTo>
                    <a:pt x="783" y="1309"/>
                    <a:pt x="668" y="1277"/>
                    <a:pt x="619" y="1229"/>
                  </a:cubicBezTo>
                  <a:cubicBezTo>
                    <a:pt x="613" y="1224"/>
                    <a:pt x="613" y="1224"/>
                    <a:pt x="613" y="1224"/>
                  </a:cubicBezTo>
                  <a:cubicBezTo>
                    <a:pt x="608" y="1229"/>
                    <a:pt x="608" y="1229"/>
                    <a:pt x="608" y="1229"/>
                  </a:cubicBezTo>
                  <a:cubicBezTo>
                    <a:pt x="559" y="1277"/>
                    <a:pt x="444" y="1309"/>
                    <a:pt x="317" y="1309"/>
                  </a:cubicBezTo>
                  <a:cubicBezTo>
                    <a:pt x="161" y="1309"/>
                    <a:pt x="0" y="1258"/>
                    <a:pt x="0" y="1173"/>
                  </a:cubicBezTo>
                  <a:cubicBezTo>
                    <a:pt x="0" y="482"/>
                    <a:pt x="0" y="482"/>
                    <a:pt x="0" y="482"/>
                  </a:cubicBezTo>
                  <a:cubicBezTo>
                    <a:pt x="0" y="397"/>
                    <a:pt x="161" y="346"/>
                    <a:pt x="317" y="346"/>
                  </a:cubicBezTo>
                  <a:cubicBezTo>
                    <a:pt x="422" y="346"/>
                    <a:pt x="523" y="368"/>
                    <a:pt x="580" y="404"/>
                  </a:cubicBezTo>
                  <a:cubicBezTo>
                    <a:pt x="593" y="412"/>
                    <a:pt x="593" y="412"/>
                    <a:pt x="593" y="412"/>
                  </a:cubicBezTo>
                  <a:cubicBezTo>
                    <a:pt x="593" y="136"/>
                    <a:pt x="593" y="136"/>
                    <a:pt x="593" y="136"/>
                  </a:cubicBezTo>
                  <a:cubicBezTo>
                    <a:pt x="593" y="51"/>
                    <a:pt x="754" y="0"/>
                    <a:pt x="910" y="0"/>
                  </a:cubicBezTo>
                  <a:cubicBezTo>
                    <a:pt x="1066" y="0"/>
                    <a:pt x="1227" y="51"/>
                    <a:pt x="1227" y="136"/>
                  </a:cubicBezTo>
                  <a:cubicBezTo>
                    <a:pt x="1227" y="701"/>
                    <a:pt x="1227" y="701"/>
                    <a:pt x="1227" y="701"/>
                  </a:cubicBezTo>
                  <a:cubicBezTo>
                    <a:pt x="1233" y="703"/>
                    <a:pt x="1233" y="703"/>
                    <a:pt x="1233" y="703"/>
                  </a:cubicBezTo>
                  <a:cubicBezTo>
                    <a:pt x="1365" y="740"/>
                    <a:pt x="1458" y="862"/>
                    <a:pt x="1458" y="1000"/>
                  </a:cubicBezTo>
                  <a:cubicBezTo>
                    <a:pt x="1458" y="1170"/>
                    <a:pt x="1319" y="1309"/>
                    <a:pt x="1149" y="1309"/>
                  </a:cubicBezTo>
                  <a:close/>
                  <a:moveTo>
                    <a:pt x="1149" y="733"/>
                  </a:moveTo>
                  <a:cubicBezTo>
                    <a:pt x="1002" y="733"/>
                    <a:pt x="882" y="853"/>
                    <a:pt x="882" y="1000"/>
                  </a:cubicBezTo>
                  <a:cubicBezTo>
                    <a:pt x="882" y="1147"/>
                    <a:pt x="1002" y="1267"/>
                    <a:pt x="1149" y="1267"/>
                  </a:cubicBezTo>
                  <a:cubicBezTo>
                    <a:pt x="1296" y="1267"/>
                    <a:pt x="1416" y="1147"/>
                    <a:pt x="1416" y="1000"/>
                  </a:cubicBezTo>
                  <a:cubicBezTo>
                    <a:pt x="1416" y="853"/>
                    <a:pt x="1296" y="733"/>
                    <a:pt x="1149" y="733"/>
                  </a:cubicBezTo>
                  <a:close/>
                  <a:moveTo>
                    <a:pt x="634" y="1173"/>
                  </a:moveTo>
                  <a:cubicBezTo>
                    <a:pt x="634" y="1193"/>
                    <a:pt x="662" y="1217"/>
                    <a:pt x="710" y="1235"/>
                  </a:cubicBezTo>
                  <a:cubicBezTo>
                    <a:pt x="763" y="1255"/>
                    <a:pt x="836" y="1267"/>
                    <a:pt x="910" y="1267"/>
                  </a:cubicBezTo>
                  <a:cubicBezTo>
                    <a:pt x="928" y="1267"/>
                    <a:pt x="946" y="1266"/>
                    <a:pt x="965" y="1265"/>
                  </a:cubicBezTo>
                  <a:cubicBezTo>
                    <a:pt x="987" y="1264"/>
                    <a:pt x="987" y="1264"/>
                    <a:pt x="987" y="1264"/>
                  </a:cubicBezTo>
                  <a:cubicBezTo>
                    <a:pt x="969" y="1251"/>
                    <a:pt x="969" y="1251"/>
                    <a:pt x="969" y="1251"/>
                  </a:cubicBezTo>
                  <a:cubicBezTo>
                    <a:pt x="928" y="1222"/>
                    <a:pt x="895" y="1183"/>
                    <a:pt x="873" y="1138"/>
                  </a:cubicBezTo>
                  <a:cubicBezTo>
                    <a:pt x="871" y="1134"/>
                    <a:pt x="871" y="1134"/>
                    <a:pt x="871" y="1134"/>
                  </a:cubicBezTo>
                  <a:cubicBezTo>
                    <a:pt x="866" y="1134"/>
                    <a:pt x="866" y="1134"/>
                    <a:pt x="866" y="1134"/>
                  </a:cubicBezTo>
                  <a:cubicBezTo>
                    <a:pt x="777" y="1128"/>
                    <a:pt x="696" y="1106"/>
                    <a:pt x="646" y="1075"/>
                  </a:cubicBezTo>
                  <a:cubicBezTo>
                    <a:pt x="634" y="1068"/>
                    <a:pt x="634" y="1068"/>
                    <a:pt x="634" y="1068"/>
                  </a:cubicBezTo>
                  <a:lnTo>
                    <a:pt x="634" y="1173"/>
                  </a:lnTo>
                  <a:close/>
                  <a:moveTo>
                    <a:pt x="41" y="1173"/>
                  </a:moveTo>
                  <a:cubicBezTo>
                    <a:pt x="41" y="1193"/>
                    <a:pt x="69" y="1217"/>
                    <a:pt x="116" y="1235"/>
                  </a:cubicBezTo>
                  <a:cubicBezTo>
                    <a:pt x="170" y="1255"/>
                    <a:pt x="243" y="1267"/>
                    <a:pt x="317" y="1267"/>
                  </a:cubicBezTo>
                  <a:cubicBezTo>
                    <a:pt x="391" y="1267"/>
                    <a:pt x="464" y="1255"/>
                    <a:pt x="517" y="1235"/>
                  </a:cubicBezTo>
                  <a:cubicBezTo>
                    <a:pt x="564" y="1217"/>
                    <a:pt x="593" y="1193"/>
                    <a:pt x="593" y="1173"/>
                  </a:cubicBezTo>
                  <a:cubicBezTo>
                    <a:pt x="593" y="1069"/>
                    <a:pt x="593" y="1069"/>
                    <a:pt x="593" y="1069"/>
                  </a:cubicBezTo>
                  <a:cubicBezTo>
                    <a:pt x="580" y="1076"/>
                    <a:pt x="580" y="1076"/>
                    <a:pt x="580" y="1076"/>
                  </a:cubicBezTo>
                  <a:cubicBezTo>
                    <a:pt x="531" y="1107"/>
                    <a:pt x="462" y="1121"/>
                    <a:pt x="435" y="1126"/>
                  </a:cubicBezTo>
                  <a:cubicBezTo>
                    <a:pt x="434" y="1126"/>
                    <a:pt x="433" y="1126"/>
                    <a:pt x="432" y="1126"/>
                  </a:cubicBezTo>
                  <a:cubicBezTo>
                    <a:pt x="422" y="1126"/>
                    <a:pt x="413" y="1119"/>
                    <a:pt x="411" y="1109"/>
                  </a:cubicBezTo>
                  <a:cubicBezTo>
                    <a:pt x="410" y="1104"/>
                    <a:pt x="411" y="1098"/>
                    <a:pt x="415" y="1094"/>
                  </a:cubicBezTo>
                  <a:cubicBezTo>
                    <a:pt x="418" y="1089"/>
                    <a:pt x="423" y="1086"/>
                    <a:pt x="428" y="1085"/>
                  </a:cubicBezTo>
                  <a:cubicBezTo>
                    <a:pt x="530" y="1067"/>
                    <a:pt x="588" y="1031"/>
                    <a:pt x="592" y="1004"/>
                  </a:cubicBezTo>
                  <a:cubicBezTo>
                    <a:pt x="593" y="1003"/>
                    <a:pt x="593" y="1003"/>
                    <a:pt x="593" y="1003"/>
                  </a:cubicBezTo>
                  <a:cubicBezTo>
                    <a:pt x="593" y="1001"/>
                    <a:pt x="593" y="1001"/>
                    <a:pt x="593" y="1001"/>
                  </a:cubicBezTo>
                  <a:cubicBezTo>
                    <a:pt x="593" y="1001"/>
                    <a:pt x="593" y="1000"/>
                    <a:pt x="593" y="1000"/>
                  </a:cubicBezTo>
                  <a:cubicBezTo>
                    <a:pt x="593" y="897"/>
                    <a:pt x="593" y="897"/>
                    <a:pt x="593" y="897"/>
                  </a:cubicBezTo>
                  <a:cubicBezTo>
                    <a:pt x="580" y="905"/>
                    <a:pt x="580" y="905"/>
                    <a:pt x="580" y="905"/>
                  </a:cubicBezTo>
                  <a:cubicBezTo>
                    <a:pt x="523" y="941"/>
                    <a:pt x="422" y="963"/>
                    <a:pt x="317" y="963"/>
                  </a:cubicBezTo>
                  <a:cubicBezTo>
                    <a:pt x="212" y="963"/>
                    <a:pt x="111" y="941"/>
                    <a:pt x="53" y="905"/>
                  </a:cubicBezTo>
                  <a:cubicBezTo>
                    <a:pt x="41" y="897"/>
                    <a:pt x="41" y="897"/>
                    <a:pt x="41" y="897"/>
                  </a:cubicBezTo>
                  <a:cubicBezTo>
                    <a:pt x="41" y="1000"/>
                    <a:pt x="41" y="1000"/>
                    <a:pt x="41" y="1000"/>
                  </a:cubicBezTo>
                  <a:cubicBezTo>
                    <a:pt x="41" y="1000"/>
                    <a:pt x="41" y="1001"/>
                    <a:pt x="41" y="1001"/>
                  </a:cubicBezTo>
                  <a:cubicBezTo>
                    <a:pt x="41" y="1003"/>
                    <a:pt x="41" y="1003"/>
                    <a:pt x="41" y="1003"/>
                  </a:cubicBezTo>
                  <a:cubicBezTo>
                    <a:pt x="41" y="1004"/>
                    <a:pt x="41" y="1004"/>
                    <a:pt x="41" y="1004"/>
                  </a:cubicBezTo>
                  <a:cubicBezTo>
                    <a:pt x="46" y="1031"/>
                    <a:pt x="104" y="1067"/>
                    <a:pt x="206" y="1085"/>
                  </a:cubicBezTo>
                  <a:cubicBezTo>
                    <a:pt x="217" y="1087"/>
                    <a:pt x="225" y="1098"/>
                    <a:pt x="223" y="1109"/>
                  </a:cubicBezTo>
                  <a:cubicBezTo>
                    <a:pt x="221" y="1119"/>
                    <a:pt x="212" y="1126"/>
                    <a:pt x="202" y="1126"/>
                  </a:cubicBezTo>
                  <a:cubicBezTo>
                    <a:pt x="201" y="1126"/>
                    <a:pt x="200" y="1126"/>
                    <a:pt x="199" y="1126"/>
                  </a:cubicBezTo>
                  <a:cubicBezTo>
                    <a:pt x="171" y="1121"/>
                    <a:pt x="103" y="1107"/>
                    <a:pt x="53" y="1076"/>
                  </a:cubicBezTo>
                  <a:cubicBezTo>
                    <a:pt x="41" y="1069"/>
                    <a:pt x="41" y="1069"/>
                    <a:pt x="41" y="1069"/>
                  </a:cubicBezTo>
                  <a:lnTo>
                    <a:pt x="41" y="1173"/>
                  </a:lnTo>
                  <a:close/>
                  <a:moveTo>
                    <a:pt x="634" y="1000"/>
                  </a:moveTo>
                  <a:cubicBezTo>
                    <a:pt x="634" y="1018"/>
                    <a:pt x="661" y="1040"/>
                    <a:pt x="703" y="1057"/>
                  </a:cubicBezTo>
                  <a:cubicBezTo>
                    <a:pt x="741" y="1073"/>
                    <a:pt x="790" y="1084"/>
                    <a:pt x="842" y="1090"/>
                  </a:cubicBezTo>
                  <a:cubicBezTo>
                    <a:pt x="854" y="1091"/>
                    <a:pt x="854" y="1091"/>
                    <a:pt x="854" y="1091"/>
                  </a:cubicBezTo>
                  <a:cubicBezTo>
                    <a:pt x="851" y="1080"/>
                    <a:pt x="851" y="1080"/>
                    <a:pt x="851" y="1080"/>
                  </a:cubicBezTo>
                  <a:cubicBezTo>
                    <a:pt x="844" y="1054"/>
                    <a:pt x="840" y="1027"/>
                    <a:pt x="840" y="1000"/>
                  </a:cubicBezTo>
                  <a:cubicBezTo>
                    <a:pt x="840" y="989"/>
                    <a:pt x="841" y="978"/>
                    <a:pt x="842" y="967"/>
                  </a:cubicBezTo>
                  <a:cubicBezTo>
                    <a:pt x="843" y="959"/>
                    <a:pt x="843" y="959"/>
                    <a:pt x="843" y="959"/>
                  </a:cubicBezTo>
                  <a:cubicBezTo>
                    <a:pt x="835" y="958"/>
                    <a:pt x="835" y="958"/>
                    <a:pt x="835" y="958"/>
                  </a:cubicBezTo>
                  <a:cubicBezTo>
                    <a:pt x="758" y="950"/>
                    <a:pt x="690" y="929"/>
                    <a:pt x="646" y="902"/>
                  </a:cubicBezTo>
                  <a:cubicBezTo>
                    <a:pt x="634" y="895"/>
                    <a:pt x="634" y="895"/>
                    <a:pt x="634" y="895"/>
                  </a:cubicBezTo>
                  <a:lnTo>
                    <a:pt x="634" y="1000"/>
                  </a:lnTo>
                  <a:close/>
                  <a:moveTo>
                    <a:pt x="41" y="827"/>
                  </a:moveTo>
                  <a:cubicBezTo>
                    <a:pt x="41" y="848"/>
                    <a:pt x="69" y="871"/>
                    <a:pt x="116" y="889"/>
                  </a:cubicBezTo>
                  <a:cubicBezTo>
                    <a:pt x="170" y="910"/>
                    <a:pt x="243" y="922"/>
                    <a:pt x="317" y="922"/>
                  </a:cubicBezTo>
                  <a:cubicBezTo>
                    <a:pt x="391" y="922"/>
                    <a:pt x="464" y="910"/>
                    <a:pt x="517" y="889"/>
                  </a:cubicBezTo>
                  <a:cubicBezTo>
                    <a:pt x="564" y="871"/>
                    <a:pt x="593" y="848"/>
                    <a:pt x="593" y="827"/>
                  </a:cubicBezTo>
                  <a:cubicBezTo>
                    <a:pt x="593" y="724"/>
                    <a:pt x="593" y="724"/>
                    <a:pt x="593" y="724"/>
                  </a:cubicBezTo>
                  <a:cubicBezTo>
                    <a:pt x="580" y="732"/>
                    <a:pt x="580" y="732"/>
                    <a:pt x="580" y="732"/>
                  </a:cubicBezTo>
                  <a:cubicBezTo>
                    <a:pt x="523" y="768"/>
                    <a:pt x="422" y="790"/>
                    <a:pt x="317" y="790"/>
                  </a:cubicBezTo>
                  <a:cubicBezTo>
                    <a:pt x="212" y="790"/>
                    <a:pt x="111" y="768"/>
                    <a:pt x="53" y="732"/>
                  </a:cubicBezTo>
                  <a:cubicBezTo>
                    <a:pt x="41" y="724"/>
                    <a:pt x="41" y="724"/>
                    <a:pt x="41" y="724"/>
                  </a:cubicBezTo>
                  <a:lnTo>
                    <a:pt x="41" y="827"/>
                  </a:lnTo>
                  <a:close/>
                  <a:moveTo>
                    <a:pt x="634" y="827"/>
                  </a:moveTo>
                  <a:cubicBezTo>
                    <a:pt x="634" y="844"/>
                    <a:pt x="659" y="865"/>
                    <a:pt x="698" y="882"/>
                  </a:cubicBezTo>
                  <a:cubicBezTo>
                    <a:pt x="737" y="899"/>
                    <a:pt x="789" y="912"/>
                    <a:pt x="844" y="918"/>
                  </a:cubicBezTo>
                  <a:cubicBezTo>
                    <a:pt x="851" y="918"/>
                    <a:pt x="851" y="918"/>
                    <a:pt x="851" y="918"/>
                  </a:cubicBezTo>
                  <a:cubicBezTo>
                    <a:pt x="853" y="912"/>
                    <a:pt x="853" y="912"/>
                    <a:pt x="853" y="912"/>
                  </a:cubicBezTo>
                  <a:cubicBezTo>
                    <a:pt x="865" y="872"/>
                    <a:pt x="884" y="836"/>
                    <a:pt x="911" y="803"/>
                  </a:cubicBezTo>
                  <a:cubicBezTo>
                    <a:pt x="922" y="791"/>
                    <a:pt x="922" y="791"/>
                    <a:pt x="922" y="791"/>
                  </a:cubicBezTo>
                  <a:cubicBezTo>
                    <a:pt x="905" y="790"/>
                    <a:pt x="905" y="790"/>
                    <a:pt x="905" y="790"/>
                  </a:cubicBezTo>
                  <a:cubicBezTo>
                    <a:pt x="830" y="789"/>
                    <a:pt x="755" y="776"/>
                    <a:pt x="699" y="755"/>
                  </a:cubicBezTo>
                  <a:cubicBezTo>
                    <a:pt x="679" y="748"/>
                    <a:pt x="661" y="740"/>
                    <a:pt x="646" y="730"/>
                  </a:cubicBezTo>
                  <a:cubicBezTo>
                    <a:pt x="634" y="723"/>
                    <a:pt x="634" y="723"/>
                    <a:pt x="634" y="723"/>
                  </a:cubicBezTo>
                  <a:lnTo>
                    <a:pt x="634" y="827"/>
                  </a:lnTo>
                  <a:close/>
                  <a:moveTo>
                    <a:pt x="634" y="655"/>
                  </a:moveTo>
                  <a:cubicBezTo>
                    <a:pt x="634" y="675"/>
                    <a:pt x="665" y="698"/>
                    <a:pt x="714" y="716"/>
                  </a:cubicBezTo>
                  <a:cubicBezTo>
                    <a:pt x="769" y="737"/>
                    <a:pt x="844" y="749"/>
                    <a:pt x="919" y="749"/>
                  </a:cubicBezTo>
                  <a:cubicBezTo>
                    <a:pt x="936" y="749"/>
                    <a:pt x="953" y="748"/>
                    <a:pt x="970" y="747"/>
                  </a:cubicBezTo>
                  <a:cubicBezTo>
                    <a:pt x="972" y="747"/>
                    <a:pt x="972" y="747"/>
                    <a:pt x="972" y="747"/>
                  </a:cubicBezTo>
                  <a:cubicBezTo>
                    <a:pt x="974" y="746"/>
                    <a:pt x="974" y="746"/>
                    <a:pt x="974" y="746"/>
                  </a:cubicBezTo>
                  <a:cubicBezTo>
                    <a:pt x="1026" y="710"/>
                    <a:pt x="1086" y="691"/>
                    <a:pt x="1149" y="691"/>
                  </a:cubicBezTo>
                  <a:cubicBezTo>
                    <a:pt x="1152" y="691"/>
                    <a:pt x="1155" y="691"/>
                    <a:pt x="1158" y="691"/>
                  </a:cubicBezTo>
                  <a:cubicBezTo>
                    <a:pt x="1161" y="692"/>
                    <a:pt x="1161" y="692"/>
                    <a:pt x="1161" y="692"/>
                  </a:cubicBezTo>
                  <a:cubicBezTo>
                    <a:pt x="1163" y="690"/>
                    <a:pt x="1163" y="690"/>
                    <a:pt x="1163" y="690"/>
                  </a:cubicBezTo>
                  <a:cubicBezTo>
                    <a:pt x="1178" y="678"/>
                    <a:pt x="1186" y="666"/>
                    <a:pt x="1186" y="655"/>
                  </a:cubicBezTo>
                  <a:cubicBezTo>
                    <a:pt x="1186" y="552"/>
                    <a:pt x="1186" y="552"/>
                    <a:pt x="1186" y="552"/>
                  </a:cubicBezTo>
                  <a:cubicBezTo>
                    <a:pt x="1173" y="559"/>
                    <a:pt x="1173" y="559"/>
                    <a:pt x="1173" y="559"/>
                  </a:cubicBezTo>
                  <a:cubicBezTo>
                    <a:pt x="1116" y="595"/>
                    <a:pt x="1015" y="618"/>
                    <a:pt x="910" y="618"/>
                  </a:cubicBezTo>
                  <a:cubicBezTo>
                    <a:pt x="805" y="618"/>
                    <a:pt x="704" y="595"/>
                    <a:pt x="646" y="559"/>
                  </a:cubicBezTo>
                  <a:cubicBezTo>
                    <a:pt x="634" y="552"/>
                    <a:pt x="634" y="552"/>
                    <a:pt x="634" y="552"/>
                  </a:cubicBezTo>
                  <a:lnTo>
                    <a:pt x="634" y="655"/>
                  </a:lnTo>
                  <a:close/>
                  <a:moveTo>
                    <a:pt x="41" y="655"/>
                  </a:moveTo>
                  <a:cubicBezTo>
                    <a:pt x="41" y="675"/>
                    <a:pt x="69" y="698"/>
                    <a:pt x="116" y="717"/>
                  </a:cubicBezTo>
                  <a:cubicBezTo>
                    <a:pt x="170" y="737"/>
                    <a:pt x="243" y="749"/>
                    <a:pt x="317" y="749"/>
                  </a:cubicBezTo>
                  <a:cubicBezTo>
                    <a:pt x="391" y="749"/>
                    <a:pt x="464" y="737"/>
                    <a:pt x="517" y="717"/>
                  </a:cubicBezTo>
                  <a:cubicBezTo>
                    <a:pt x="564" y="698"/>
                    <a:pt x="593" y="675"/>
                    <a:pt x="593" y="655"/>
                  </a:cubicBezTo>
                  <a:cubicBezTo>
                    <a:pt x="593" y="552"/>
                    <a:pt x="593" y="552"/>
                    <a:pt x="593" y="552"/>
                  </a:cubicBezTo>
                  <a:cubicBezTo>
                    <a:pt x="580" y="559"/>
                    <a:pt x="580" y="559"/>
                    <a:pt x="580" y="559"/>
                  </a:cubicBezTo>
                  <a:cubicBezTo>
                    <a:pt x="523" y="595"/>
                    <a:pt x="422" y="618"/>
                    <a:pt x="317" y="618"/>
                  </a:cubicBezTo>
                  <a:cubicBezTo>
                    <a:pt x="212" y="618"/>
                    <a:pt x="111" y="595"/>
                    <a:pt x="53" y="559"/>
                  </a:cubicBezTo>
                  <a:cubicBezTo>
                    <a:pt x="41" y="552"/>
                    <a:pt x="41" y="552"/>
                    <a:pt x="41" y="552"/>
                  </a:cubicBezTo>
                  <a:lnTo>
                    <a:pt x="41" y="655"/>
                  </a:lnTo>
                  <a:close/>
                  <a:moveTo>
                    <a:pt x="634" y="482"/>
                  </a:moveTo>
                  <a:cubicBezTo>
                    <a:pt x="634" y="502"/>
                    <a:pt x="662" y="526"/>
                    <a:pt x="710" y="544"/>
                  </a:cubicBezTo>
                  <a:cubicBezTo>
                    <a:pt x="763" y="564"/>
                    <a:pt x="836" y="576"/>
                    <a:pt x="910" y="576"/>
                  </a:cubicBezTo>
                  <a:cubicBezTo>
                    <a:pt x="984" y="576"/>
                    <a:pt x="1057" y="564"/>
                    <a:pt x="1110" y="544"/>
                  </a:cubicBezTo>
                  <a:cubicBezTo>
                    <a:pt x="1158" y="526"/>
                    <a:pt x="1186" y="502"/>
                    <a:pt x="1186" y="482"/>
                  </a:cubicBezTo>
                  <a:cubicBezTo>
                    <a:pt x="1186" y="379"/>
                    <a:pt x="1186" y="379"/>
                    <a:pt x="1186" y="379"/>
                  </a:cubicBezTo>
                  <a:cubicBezTo>
                    <a:pt x="1173" y="387"/>
                    <a:pt x="1173" y="387"/>
                    <a:pt x="1173" y="387"/>
                  </a:cubicBezTo>
                  <a:cubicBezTo>
                    <a:pt x="1116" y="423"/>
                    <a:pt x="1015" y="445"/>
                    <a:pt x="910" y="445"/>
                  </a:cubicBezTo>
                  <a:cubicBezTo>
                    <a:pt x="805" y="445"/>
                    <a:pt x="704" y="423"/>
                    <a:pt x="646" y="387"/>
                  </a:cubicBezTo>
                  <a:cubicBezTo>
                    <a:pt x="634" y="379"/>
                    <a:pt x="634" y="379"/>
                    <a:pt x="634" y="379"/>
                  </a:cubicBezTo>
                  <a:lnTo>
                    <a:pt x="634" y="482"/>
                  </a:lnTo>
                  <a:close/>
                  <a:moveTo>
                    <a:pt x="317" y="387"/>
                  </a:moveTo>
                  <a:cubicBezTo>
                    <a:pt x="243" y="387"/>
                    <a:pt x="170" y="399"/>
                    <a:pt x="116" y="420"/>
                  </a:cubicBezTo>
                  <a:cubicBezTo>
                    <a:pt x="69" y="438"/>
                    <a:pt x="41" y="461"/>
                    <a:pt x="41" y="482"/>
                  </a:cubicBezTo>
                  <a:cubicBezTo>
                    <a:pt x="41" y="502"/>
                    <a:pt x="69" y="526"/>
                    <a:pt x="116" y="544"/>
                  </a:cubicBezTo>
                  <a:cubicBezTo>
                    <a:pt x="170" y="564"/>
                    <a:pt x="243" y="576"/>
                    <a:pt x="317" y="576"/>
                  </a:cubicBezTo>
                  <a:cubicBezTo>
                    <a:pt x="391" y="576"/>
                    <a:pt x="464" y="564"/>
                    <a:pt x="517" y="544"/>
                  </a:cubicBezTo>
                  <a:cubicBezTo>
                    <a:pt x="564" y="526"/>
                    <a:pt x="593" y="502"/>
                    <a:pt x="593" y="482"/>
                  </a:cubicBezTo>
                  <a:cubicBezTo>
                    <a:pt x="593" y="461"/>
                    <a:pt x="564" y="438"/>
                    <a:pt x="517" y="420"/>
                  </a:cubicBezTo>
                  <a:cubicBezTo>
                    <a:pt x="464" y="399"/>
                    <a:pt x="391" y="387"/>
                    <a:pt x="317" y="387"/>
                  </a:cubicBezTo>
                  <a:close/>
                  <a:moveTo>
                    <a:pt x="634" y="309"/>
                  </a:moveTo>
                  <a:cubicBezTo>
                    <a:pt x="634" y="330"/>
                    <a:pt x="662" y="353"/>
                    <a:pt x="710" y="371"/>
                  </a:cubicBezTo>
                  <a:cubicBezTo>
                    <a:pt x="763" y="392"/>
                    <a:pt x="836" y="403"/>
                    <a:pt x="910" y="403"/>
                  </a:cubicBezTo>
                  <a:cubicBezTo>
                    <a:pt x="984" y="403"/>
                    <a:pt x="1057" y="392"/>
                    <a:pt x="1110" y="371"/>
                  </a:cubicBezTo>
                  <a:cubicBezTo>
                    <a:pt x="1158" y="353"/>
                    <a:pt x="1186" y="330"/>
                    <a:pt x="1186" y="309"/>
                  </a:cubicBezTo>
                  <a:cubicBezTo>
                    <a:pt x="1186" y="206"/>
                    <a:pt x="1186" y="206"/>
                    <a:pt x="1186" y="206"/>
                  </a:cubicBezTo>
                  <a:cubicBezTo>
                    <a:pt x="1173" y="214"/>
                    <a:pt x="1173" y="214"/>
                    <a:pt x="1173" y="214"/>
                  </a:cubicBezTo>
                  <a:cubicBezTo>
                    <a:pt x="1116" y="250"/>
                    <a:pt x="1015" y="272"/>
                    <a:pt x="910" y="272"/>
                  </a:cubicBezTo>
                  <a:cubicBezTo>
                    <a:pt x="805" y="272"/>
                    <a:pt x="704" y="250"/>
                    <a:pt x="646" y="214"/>
                  </a:cubicBezTo>
                  <a:cubicBezTo>
                    <a:pt x="634" y="206"/>
                    <a:pt x="634" y="206"/>
                    <a:pt x="634" y="206"/>
                  </a:cubicBezTo>
                  <a:lnTo>
                    <a:pt x="634" y="309"/>
                  </a:lnTo>
                  <a:close/>
                  <a:moveTo>
                    <a:pt x="910" y="42"/>
                  </a:moveTo>
                  <a:cubicBezTo>
                    <a:pt x="836" y="42"/>
                    <a:pt x="763" y="54"/>
                    <a:pt x="710" y="74"/>
                  </a:cubicBezTo>
                  <a:cubicBezTo>
                    <a:pt x="662" y="92"/>
                    <a:pt x="634" y="116"/>
                    <a:pt x="634" y="136"/>
                  </a:cubicBezTo>
                  <a:cubicBezTo>
                    <a:pt x="634" y="157"/>
                    <a:pt x="662" y="180"/>
                    <a:pt x="710" y="198"/>
                  </a:cubicBezTo>
                  <a:cubicBezTo>
                    <a:pt x="763" y="219"/>
                    <a:pt x="836" y="231"/>
                    <a:pt x="910" y="231"/>
                  </a:cubicBezTo>
                  <a:cubicBezTo>
                    <a:pt x="984" y="231"/>
                    <a:pt x="1057" y="219"/>
                    <a:pt x="1110" y="198"/>
                  </a:cubicBezTo>
                  <a:cubicBezTo>
                    <a:pt x="1158" y="180"/>
                    <a:pt x="1186" y="157"/>
                    <a:pt x="1186" y="136"/>
                  </a:cubicBezTo>
                  <a:cubicBezTo>
                    <a:pt x="1186" y="116"/>
                    <a:pt x="1158" y="92"/>
                    <a:pt x="1110" y="74"/>
                  </a:cubicBezTo>
                  <a:cubicBezTo>
                    <a:pt x="1057" y="54"/>
                    <a:pt x="984" y="42"/>
                    <a:pt x="910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4" name="Google Shape;982;p34"/>
            <p:cNvSpPr/>
            <p:nvPr/>
          </p:nvSpPr>
          <p:spPr>
            <a:xfrm>
              <a:off x="9718676" y="-8496300"/>
              <a:ext cx="155575" cy="388938"/>
            </a:xfrm>
            <a:custGeom>
              <a:avLst/>
              <a:gdLst/>
              <a:ahLst/>
              <a:cxnLst/>
              <a:rect l="l" t="t" r="r" b="b"/>
              <a:pathLst>
                <a:path w="156" h="388" extrusionOk="0">
                  <a:moveTo>
                    <a:pt x="78" y="388"/>
                  </a:moveTo>
                  <a:cubicBezTo>
                    <a:pt x="66" y="388"/>
                    <a:pt x="57" y="378"/>
                    <a:pt x="57" y="367"/>
                  </a:cubicBezTo>
                  <a:cubicBezTo>
                    <a:pt x="57" y="327"/>
                    <a:pt x="57" y="327"/>
                    <a:pt x="57" y="327"/>
                  </a:cubicBezTo>
                  <a:cubicBezTo>
                    <a:pt x="52" y="325"/>
                    <a:pt x="52" y="325"/>
                    <a:pt x="52" y="325"/>
                  </a:cubicBezTo>
                  <a:cubicBezTo>
                    <a:pt x="41" y="322"/>
                    <a:pt x="31" y="315"/>
                    <a:pt x="23" y="307"/>
                  </a:cubicBezTo>
                  <a:cubicBezTo>
                    <a:pt x="14" y="299"/>
                    <a:pt x="14" y="286"/>
                    <a:pt x="23" y="278"/>
                  </a:cubicBezTo>
                  <a:cubicBezTo>
                    <a:pt x="26" y="274"/>
                    <a:pt x="32" y="271"/>
                    <a:pt x="37" y="271"/>
                  </a:cubicBezTo>
                  <a:cubicBezTo>
                    <a:pt x="43" y="271"/>
                    <a:pt x="48" y="274"/>
                    <a:pt x="52" y="278"/>
                  </a:cubicBezTo>
                  <a:cubicBezTo>
                    <a:pt x="59" y="284"/>
                    <a:pt x="68" y="288"/>
                    <a:pt x="78" y="288"/>
                  </a:cubicBezTo>
                  <a:cubicBezTo>
                    <a:pt x="98" y="288"/>
                    <a:pt x="115" y="272"/>
                    <a:pt x="115" y="252"/>
                  </a:cubicBezTo>
                  <a:cubicBezTo>
                    <a:pt x="115" y="231"/>
                    <a:pt x="98" y="215"/>
                    <a:pt x="78" y="215"/>
                  </a:cubicBezTo>
                  <a:cubicBezTo>
                    <a:pt x="35" y="215"/>
                    <a:pt x="0" y="180"/>
                    <a:pt x="0" y="136"/>
                  </a:cubicBezTo>
                  <a:cubicBezTo>
                    <a:pt x="0" y="103"/>
                    <a:pt x="21" y="74"/>
                    <a:pt x="52" y="63"/>
                  </a:cubicBezTo>
                  <a:cubicBezTo>
                    <a:pt x="57" y="61"/>
                    <a:pt x="57" y="61"/>
                    <a:pt x="57" y="61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10"/>
                    <a:pt x="66" y="0"/>
                    <a:pt x="78" y="0"/>
                  </a:cubicBezTo>
                  <a:cubicBezTo>
                    <a:pt x="89" y="0"/>
                    <a:pt x="99" y="10"/>
                    <a:pt x="99" y="21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15" y="66"/>
                    <a:pt x="125" y="73"/>
                    <a:pt x="133" y="81"/>
                  </a:cubicBezTo>
                  <a:cubicBezTo>
                    <a:pt x="137" y="85"/>
                    <a:pt x="139" y="90"/>
                    <a:pt x="139" y="96"/>
                  </a:cubicBezTo>
                  <a:cubicBezTo>
                    <a:pt x="139" y="101"/>
                    <a:pt x="137" y="106"/>
                    <a:pt x="133" y="110"/>
                  </a:cubicBezTo>
                  <a:cubicBezTo>
                    <a:pt x="129" y="114"/>
                    <a:pt x="124" y="116"/>
                    <a:pt x="119" y="116"/>
                  </a:cubicBezTo>
                  <a:cubicBezTo>
                    <a:pt x="113" y="116"/>
                    <a:pt x="108" y="114"/>
                    <a:pt x="104" y="110"/>
                  </a:cubicBezTo>
                  <a:cubicBezTo>
                    <a:pt x="97" y="103"/>
                    <a:pt x="88" y="100"/>
                    <a:pt x="78" y="100"/>
                  </a:cubicBezTo>
                  <a:cubicBezTo>
                    <a:pt x="58" y="100"/>
                    <a:pt x="41" y="116"/>
                    <a:pt x="41" y="136"/>
                  </a:cubicBezTo>
                  <a:cubicBezTo>
                    <a:pt x="41" y="157"/>
                    <a:pt x="58" y="173"/>
                    <a:pt x="78" y="173"/>
                  </a:cubicBezTo>
                  <a:cubicBezTo>
                    <a:pt x="121" y="173"/>
                    <a:pt x="156" y="208"/>
                    <a:pt x="156" y="252"/>
                  </a:cubicBezTo>
                  <a:cubicBezTo>
                    <a:pt x="156" y="285"/>
                    <a:pt x="135" y="314"/>
                    <a:pt x="104" y="325"/>
                  </a:cubicBezTo>
                  <a:cubicBezTo>
                    <a:pt x="99" y="327"/>
                    <a:pt x="99" y="327"/>
                    <a:pt x="99" y="327"/>
                  </a:cubicBezTo>
                  <a:cubicBezTo>
                    <a:pt x="99" y="367"/>
                    <a:pt x="99" y="367"/>
                    <a:pt x="99" y="367"/>
                  </a:cubicBezTo>
                  <a:cubicBezTo>
                    <a:pt x="99" y="378"/>
                    <a:pt x="89" y="388"/>
                    <a:pt x="78" y="38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95" name="Google Shape;983;p34"/>
          <p:cNvGrpSpPr/>
          <p:nvPr/>
        </p:nvGrpSpPr>
        <p:grpSpPr>
          <a:xfrm>
            <a:off x="5484072" y="4369761"/>
            <a:ext cx="439450" cy="347124"/>
            <a:chOff x="8680451" y="-3630613"/>
            <a:chExt cx="1352550" cy="1068388"/>
          </a:xfrm>
          <a:solidFill>
            <a:schemeClr val="bg1">
              <a:lumMod val="75000"/>
            </a:schemeClr>
          </a:solidFill>
        </p:grpSpPr>
        <p:sp>
          <p:nvSpPr>
            <p:cNvPr id="296" name="Google Shape;984;p34"/>
            <p:cNvSpPr/>
            <p:nvPr/>
          </p:nvSpPr>
          <p:spPr>
            <a:xfrm>
              <a:off x="8680451" y="-3630613"/>
              <a:ext cx="1352550" cy="1068388"/>
            </a:xfrm>
            <a:custGeom>
              <a:avLst/>
              <a:gdLst/>
              <a:ahLst/>
              <a:cxnLst/>
              <a:rect l="l" t="t" r="r" b="b"/>
              <a:pathLst>
                <a:path w="1351" h="1067" extrusionOk="0">
                  <a:moveTo>
                    <a:pt x="97" y="1067"/>
                  </a:moveTo>
                  <a:cubicBezTo>
                    <a:pt x="43" y="1067"/>
                    <a:pt x="0" y="1024"/>
                    <a:pt x="0" y="971"/>
                  </a:cubicBezTo>
                  <a:cubicBezTo>
                    <a:pt x="0" y="371"/>
                    <a:pt x="0" y="371"/>
                    <a:pt x="0" y="371"/>
                  </a:cubicBezTo>
                  <a:cubicBezTo>
                    <a:pt x="0" y="318"/>
                    <a:pt x="43" y="275"/>
                    <a:pt x="97" y="275"/>
                  </a:cubicBezTo>
                  <a:cubicBezTo>
                    <a:pt x="179" y="275"/>
                    <a:pt x="179" y="275"/>
                    <a:pt x="179" y="275"/>
                  </a:cubicBezTo>
                  <a:cubicBezTo>
                    <a:pt x="199" y="89"/>
                    <a:pt x="199" y="89"/>
                    <a:pt x="199" y="89"/>
                  </a:cubicBezTo>
                  <a:cubicBezTo>
                    <a:pt x="201" y="63"/>
                    <a:pt x="213" y="40"/>
                    <a:pt x="232" y="23"/>
                  </a:cubicBezTo>
                  <a:cubicBezTo>
                    <a:pt x="250" y="8"/>
                    <a:pt x="272" y="0"/>
                    <a:pt x="295" y="0"/>
                  </a:cubicBezTo>
                  <a:cubicBezTo>
                    <a:pt x="297" y="0"/>
                    <a:pt x="300" y="0"/>
                    <a:pt x="303" y="1"/>
                  </a:cubicBezTo>
                  <a:cubicBezTo>
                    <a:pt x="1261" y="81"/>
                    <a:pt x="1261" y="81"/>
                    <a:pt x="1261" y="81"/>
                  </a:cubicBezTo>
                  <a:cubicBezTo>
                    <a:pt x="1287" y="83"/>
                    <a:pt x="1310" y="95"/>
                    <a:pt x="1327" y="114"/>
                  </a:cubicBezTo>
                  <a:cubicBezTo>
                    <a:pt x="1343" y="134"/>
                    <a:pt x="1351" y="159"/>
                    <a:pt x="1349" y="185"/>
                  </a:cubicBezTo>
                  <a:cubicBezTo>
                    <a:pt x="1299" y="783"/>
                    <a:pt x="1299" y="783"/>
                    <a:pt x="1299" y="783"/>
                  </a:cubicBezTo>
                  <a:cubicBezTo>
                    <a:pt x="1295" y="832"/>
                    <a:pt x="1253" y="871"/>
                    <a:pt x="1203" y="871"/>
                  </a:cubicBezTo>
                  <a:cubicBezTo>
                    <a:pt x="1200" y="871"/>
                    <a:pt x="1198" y="871"/>
                    <a:pt x="1195" y="871"/>
                  </a:cubicBezTo>
                  <a:cubicBezTo>
                    <a:pt x="1155" y="867"/>
                    <a:pt x="1155" y="867"/>
                    <a:pt x="1155" y="867"/>
                  </a:cubicBezTo>
                  <a:cubicBezTo>
                    <a:pt x="1155" y="971"/>
                    <a:pt x="1155" y="971"/>
                    <a:pt x="1155" y="971"/>
                  </a:cubicBezTo>
                  <a:cubicBezTo>
                    <a:pt x="1155" y="1024"/>
                    <a:pt x="1111" y="1067"/>
                    <a:pt x="1058" y="1067"/>
                  </a:cubicBezTo>
                  <a:lnTo>
                    <a:pt x="97" y="1067"/>
                  </a:lnTo>
                  <a:close/>
                  <a:moveTo>
                    <a:pt x="42" y="971"/>
                  </a:moveTo>
                  <a:cubicBezTo>
                    <a:pt x="42" y="1001"/>
                    <a:pt x="66" y="1026"/>
                    <a:pt x="97" y="1026"/>
                  </a:cubicBezTo>
                  <a:cubicBezTo>
                    <a:pt x="1058" y="1026"/>
                    <a:pt x="1058" y="1026"/>
                    <a:pt x="1058" y="1026"/>
                  </a:cubicBezTo>
                  <a:cubicBezTo>
                    <a:pt x="1088" y="1026"/>
                    <a:pt x="1113" y="1001"/>
                    <a:pt x="1113" y="971"/>
                  </a:cubicBezTo>
                  <a:cubicBezTo>
                    <a:pt x="1113" y="637"/>
                    <a:pt x="1113" y="637"/>
                    <a:pt x="1113" y="637"/>
                  </a:cubicBezTo>
                  <a:cubicBezTo>
                    <a:pt x="42" y="637"/>
                    <a:pt x="42" y="637"/>
                    <a:pt x="42" y="637"/>
                  </a:cubicBezTo>
                  <a:lnTo>
                    <a:pt x="42" y="971"/>
                  </a:lnTo>
                  <a:close/>
                  <a:moveTo>
                    <a:pt x="295" y="42"/>
                  </a:moveTo>
                  <a:cubicBezTo>
                    <a:pt x="266" y="42"/>
                    <a:pt x="243" y="64"/>
                    <a:pt x="240" y="92"/>
                  </a:cubicBezTo>
                  <a:cubicBezTo>
                    <a:pt x="221" y="275"/>
                    <a:pt x="221" y="275"/>
                    <a:pt x="221" y="275"/>
                  </a:cubicBezTo>
                  <a:cubicBezTo>
                    <a:pt x="1058" y="275"/>
                    <a:pt x="1058" y="275"/>
                    <a:pt x="1058" y="275"/>
                  </a:cubicBezTo>
                  <a:cubicBezTo>
                    <a:pt x="1111" y="275"/>
                    <a:pt x="1155" y="318"/>
                    <a:pt x="1155" y="371"/>
                  </a:cubicBezTo>
                  <a:cubicBezTo>
                    <a:pt x="1155" y="825"/>
                    <a:pt x="1155" y="825"/>
                    <a:pt x="1155" y="825"/>
                  </a:cubicBezTo>
                  <a:cubicBezTo>
                    <a:pt x="1198" y="829"/>
                    <a:pt x="1198" y="829"/>
                    <a:pt x="1198" y="829"/>
                  </a:cubicBezTo>
                  <a:cubicBezTo>
                    <a:pt x="1200" y="829"/>
                    <a:pt x="1201" y="829"/>
                    <a:pt x="1203" y="829"/>
                  </a:cubicBezTo>
                  <a:cubicBezTo>
                    <a:pt x="1231" y="829"/>
                    <a:pt x="1255" y="807"/>
                    <a:pt x="1257" y="779"/>
                  </a:cubicBezTo>
                  <a:cubicBezTo>
                    <a:pt x="1307" y="181"/>
                    <a:pt x="1307" y="181"/>
                    <a:pt x="1307" y="181"/>
                  </a:cubicBezTo>
                  <a:cubicBezTo>
                    <a:pt x="1309" y="167"/>
                    <a:pt x="1304" y="153"/>
                    <a:pt x="1295" y="141"/>
                  </a:cubicBezTo>
                  <a:cubicBezTo>
                    <a:pt x="1285" y="130"/>
                    <a:pt x="1272" y="124"/>
                    <a:pt x="1257" y="122"/>
                  </a:cubicBezTo>
                  <a:cubicBezTo>
                    <a:pt x="299" y="42"/>
                    <a:pt x="299" y="42"/>
                    <a:pt x="299" y="42"/>
                  </a:cubicBezTo>
                  <a:cubicBezTo>
                    <a:pt x="298" y="42"/>
                    <a:pt x="296" y="42"/>
                    <a:pt x="295" y="42"/>
                  </a:cubicBezTo>
                  <a:close/>
                  <a:moveTo>
                    <a:pt x="42" y="595"/>
                  </a:moveTo>
                  <a:cubicBezTo>
                    <a:pt x="1113" y="595"/>
                    <a:pt x="1113" y="595"/>
                    <a:pt x="1113" y="595"/>
                  </a:cubicBezTo>
                  <a:cubicBezTo>
                    <a:pt x="1113" y="473"/>
                    <a:pt x="1113" y="473"/>
                    <a:pt x="1113" y="473"/>
                  </a:cubicBezTo>
                  <a:cubicBezTo>
                    <a:pt x="42" y="473"/>
                    <a:pt x="42" y="473"/>
                    <a:pt x="42" y="473"/>
                  </a:cubicBezTo>
                  <a:lnTo>
                    <a:pt x="42" y="595"/>
                  </a:lnTo>
                  <a:close/>
                  <a:moveTo>
                    <a:pt x="97" y="316"/>
                  </a:moveTo>
                  <a:cubicBezTo>
                    <a:pt x="66" y="316"/>
                    <a:pt x="42" y="341"/>
                    <a:pt x="42" y="371"/>
                  </a:cubicBezTo>
                  <a:cubicBezTo>
                    <a:pt x="42" y="431"/>
                    <a:pt x="42" y="431"/>
                    <a:pt x="42" y="431"/>
                  </a:cubicBezTo>
                  <a:cubicBezTo>
                    <a:pt x="1113" y="431"/>
                    <a:pt x="1113" y="431"/>
                    <a:pt x="1113" y="431"/>
                  </a:cubicBezTo>
                  <a:cubicBezTo>
                    <a:pt x="1113" y="371"/>
                    <a:pt x="1113" y="371"/>
                    <a:pt x="1113" y="371"/>
                  </a:cubicBezTo>
                  <a:cubicBezTo>
                    <a:pt x="1113" y="341"/>
                    <a:pt x="1088" y="316"/>
                    <a:pt x="1058" y="316"/>
                  </a:cubicBezTo>
                  <a:lnTo>
                    <a:pt x="97" y="3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7" name="Google Shape;985;p34"/>
            <p:cNvSpPr/>
            <p:nvPr/>
          </p:nvSpPr>
          <p:spPr>
            <a:xfrm>
              <a:off x="9399588" y="-2903538"/>
              <a:ext cx="298450" cy="209550"/>
            </a:xfrm>
            <a:custGeom>
              <a:avLst/>
              <a:gdLst/>
              <a:ahLst/>
              <a:cxnLst/>
              <a:rect l="l" t="t" r="r" b="b"/>
              <a:pathLst>
                <a:path w="298" h="209" extrusionOk="0">
                  <a:moveTo>
                    <a:pt x="21" y="209"/>
                  </a:moveTo>
                  <a:cubicBezTo>
                    <a:pt x="10" y="209"/>
                    <a:pt x="0" y="199"/>
                    <a:pt x="0" y="18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277" y="0"/>
                    <a:pt x="277" y="0"/>
                    <a:pt x="277" y="0"/>
                  </a:cubicBezTo>
                  <a:cubicBezTo>
                    <a:pt x="289" y="0"/>
                    <a:pt x="298" y="9"/>
                    <a:pt x="298" y="21"/>
                  </a:cubicBezTo>
                  <a:cubicBezTo>
                    <a:pt x="298" y="188"/>
                    <a:pt x="298" y="188"/>
                    <a:pt x="298" y="188"/>
                  </a:cubicBezTo>
                  <a:cubicBezTo>
                    <a:pt x="298" y="199"/>
                    <a:pt x="289" y="209"/>
                    <a:pt x="277" y="209"/>
                  </a:cubicBezTo>
                  <a:lnTo>
                    <a:pt x="21" y="209"/>
                  </a:lnTo>
                  <a:close/>
                  <a:moveTo>
                    <a:pt x="42" y="167"/>
                  </a:moveTo>
                  <a:cubicBezTo>
                    <a:pt x="256" y="167"/>
                    <a:pt x="256" y="167"/>
                    <a:pt x="256" y="167"/>
                  </a:cubicBezTo>
                  <a:cubicBezTo>
                    <a:pt x="256" y="42"/>
                    <a:pt x="256" y="42"/>
                    <a:pt x="256" y="42"/>
                  </a:cubicBezTo>
                  <a:cubicBezTo>
                    <a:pt x="42" y="42"/>
                    <a:pt x="42" y="42"/>
                    <a:pt x="42" y="42"/>
                  </a:cubicBezTo>
                  <a:lnTo>
                    <a:pt x="42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98" name="Google Shape;986;p34"/>
          <p:cNvGrpSpPr/>
          <p:nvPr/>
        </p:nvGrpSpPr>
        <p:grpSpPr>
          <a:xfrm>
            <a:off x="5413189" y="3626225"/>
            <a:ext cx="498765" cy="360018"/>
            <a:chOff x="8645525" y="-5702300"/>
            <a:chExt cx="1535113" cy="1108074"/>
          </a:xfrm>
          <a:solidFill>
            <a:schemeClr val="bg1">
              <a:lumMod val="75000"/>
            </a:schemeClr>
          </a:solidFill>
        </p:grpSpPr>
        <p:sp>
          <p:nvSpPr>
            <p:cNvPr id="299" name="Google Shape;987;p34"/>
            <p:cNvSpPr/>
            <p:nvPr/>
          </p:nvSpPr>
          <p:spPr>
            <a:xfrm>
              <a:off x="8647113" y="-5702300"/>
              <a:ext cx="1533525" cy="1106487"/>
            </a:xfrm>
            <a:custGeom>
              <a:avLst/>
              <a:gdLst/>
              <a:ahLst/>
              <a:cxnLst/>
              <a:rect l="l" t="t" r="r" b="b"/>
              <a:pathLst>
                <a:path w="1533" h="1105" extrusionOk="0">
                  <a:moveTo>
                    <a:pt x="1370" y="1105"/>
                  </a:moveTo>
                  <a:cubicBezTo>
                    <a:pt x="1359" y="1105"/>
                    <a:pt x="1349" y="1095"/>
                    <a:pt x="1349" y="1084"/>
                  </a:cubicBezTo>
                  <a:cubicBezTo>
                    <a:pt x="1349" y="1072"/>
                    <a:pt x="1359" y="1063"/>
                    <a:pt x="1370" y="1063"/>
                  </a:cubicBezTo>
                  <a:cubicBezTo>
                    <a:pt x="1491" y="1063"/>
                    <a:pt x="1491" y="1063"/>
                    <a:pt x="1491" y="1063"/>
                  </a:cubicBezTo>
                  <a:cubicBezTo>
                    <a:pt x="1491" y="322"/>
                    <a:pt x="1491" y="322"/>
                    <a:pt x="1491" y="322"/>
                  </a:cubicBezTo>
                  <a:cubicBezTo>
                    <a:pt x="42" y="322"/>
                    <a:pt x="42" y="322"/>
                    <a:pt x="42" y="322"/>
                  </a:cubicBezTo>
                  <a:cubicBezTo>
                    <a:pt x="42" y="677"/>
                    <a:pt x="42" y="677"/>
                    <a:pt x="42" y="677"/>
                  </a:cubicBezTo>
                  <a:cubicBezTo>
                    <a:pt x="42" y="688"/>
                    <a:pt x="33" y="698"/>
                    <a:pt x="21" y="698"/>
                  </a:cubicBezTo>
                  <a:cubicBezTo>
                    <a:pt x="10" y="698"/>
                    <a:pt x="0" y="688"/>
                    <a:pt x="0" y="677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0" y="296"/>
                    <a:pt x="17" y="280"/>
                    <a:pt x="36" y="280"/>
                  </a:cubicBezTo>
                  <a:cubicBezTo>
                    <a:pt x="152" y="280"/>
                    <a:pt x="152" y="280"/>
                    <a:pt x="152" y="280"/>
                  </a:cubicBezTo>
                  <a:cubicBezTo>
                    <a:pt x="230" y="25"/>
                    <a:pt x="230" y="25"/>
                    <a:pt x="230" y="25"/>
                  </a:cubicBezTo>
                  <a:cubicBezTo>
                    <a:pt x="234" y="10"/>
                    <a:pt x="249" y="0"/>
                    <a:pt x="264" y="0"/>
                  </a:cubicBezTo>
                  <a:cubicBezTo>
                    <a:pt x="268" y="0"/>
                    <a:pt x="271" y="0"/>
                    <a:pt x="275" y="2"/>
                  </a:cubicBezTo>
                  <a:cubicBezTo>
                    <a:pt x="374" y="32"/>
                    <a:pt x="374" y="32"/>
                    <a:pt x="374" y="32"/>
                  </a:cubicBezTo>
                  <a:cubicBezTo>
                    <a:pt x="385" y="35"/>
                    <a:pt x="391" y="47"/>
                    <a:pt x="387" y="58"/>
                  </a:cubicBezTo>
                  <a:cubicBezTo>
                    <a:pt x="385" y="66"/>
                    <a:pt x="377" y="72"/>
                    <a:pt x="368" y="72"/>
                  </a:cubicBezTo>
                  <a:cubicBezTo>
                    <a:pt x="366" y="72"/>
                    <a:pt x="363" y="72"/>
                    <a:pt x="361" y="71"/>
                  </a:cubicBezTo>
                  <a:cubicBezTo>
                    <a:pt x="268" y="43"/>
                    <a:pt x="268" y="43"/>
                    <a:pt x="268" y="43"/>
                  </a:cubicBezTo>
                  <a:cubicBezTo>
                    <a:pt x="196" y="280"/>
                    <a:pt x="196" y="280"/>
                    <a:pt x="196" y="280"/>
                  </a:cubicBezTo>
                  <a:cubicBezTo>
                    <a:pt x="246" y="280"/>
                    <a:pt x="246" y="280"/>
                    <a:pt x="246" y="280"/>
                  </a:cubicBezTo>
                  <a:cubicBezTo>
                    <a:pt x="266" y="216"/>
                    <a:pt x="266" y="216"/>
                    <a:pt x="266" y="216"/>
                  </a:cubicBezTo>
                  <a:cubicBezTo>
                    <a:pt x="269" y="205"/>
                    <a:pt x="278" y="198"/>
                    <a:pt x="289" y="195"/>
                  </a:cubicBezTo>
                  <a:cubicBezTo>
                    <a:pt x="325" y="188"/>
                    <a:pt x="357" y="171"/>
                    <a:pt x="383" y="145"/>
                  </a:cubicBezTo>
                  <a:cubicBezTo>
                    <a:pt x="389" y="140"/>
                    <a:pt x="396" y="136"/>
                    <a:pt x="404" y="136"/>
                  </a:cubicBezTo>
                  <a:cubicBezTo>
                    <a:pt x="407" y="136"/>
                    <a:pt x="410" y="137"/>
                    <a:pt x="413" y="138"/>
                  </a:cubicBezTo>
                  <a:cubicBezTo>
                    <a:pt x="880" y="280"/>
                    <a:pt x="880" y="280"/>
                    <a:pt x="880" y="280"/>
                  </a:cubicBezTo>
                  <a:cubicBezTo>
                    <a:pt x="1035" y="280"/>
                    <a:pt x="1035" y="280"/>
                    <a:pt x="1035" y="280"/>
                  </a:cubicBezTo>
                  <a:cubicBezTo>
                    <a:pt x="1035" y="277"/>
                    <a:pt x="1035" y="277"/>
                    <a:pt x="1035" y="277"/>
                  </a:cubicBezTo>
                  <a:cubicBezTo>
                    <a:pt x="462" y="102"/>
                    <a:pt x="462" y="102"/>
                    <a:pt x="462" y="102"/>
                  </a:cubicBezTo>
                  <a:cubicBezTo>
                    <a:pt x="457" y="100"/>
                    <a:pt x="452" y="97"/>
                    <a:pt x="450" y="92"/>
                  </a:cubicBezTo>
                  <a:cubicBezTo>
                    <a:pt x="447" y="87"/>
                    <a:pt x="447" y="81"/>
                    <a:pt x="448" y="76"/>
                  </a:cubicBezTo>
                  <a:cubicBezTo>
                    <a:pt x="451" y="67"/>
                    <a:pt x="459" y="61"/>
                    <a:pt x="468" y="61"/>
                  </a:cubicBezTo>
                  <a:cubicBezTo>
                    <a:pt x="470" y="61"/>
                    <a:pt x="472" y="62"/>
                    <a:pt x="474" y="62"/>
                  </a:cubicBezTo>
                  <a:cubicBezTo>
                    <a:pt x="1189" y="280"/>
                    <a:pt x="1189" y="280"/>
                    <a:pt x="1189" y="280"/>
                  </a:cubicBezTo>
                  <a:cubicBezTo>
                    <a:pt x="1497" y="280"/>
                    <a:pt x="1497" y="280"/>
                    <a:pt x="1497" y="280"/>
                  </a:cubicBezTo>
                  <a:cubicBezTo>
                    <a:pt x="1517" y="280"/>
                    <a:pt x="1533" y="296"/>
                    <a:pt x="1533" y="316"/>
                  </a:cubicBezTo>
                  <a:cubicBezTo>
                    <a:pt x="1533" y="1069"/>
                    <a:pt x="1533" y="1069"/>
                    <a:pt x="1533" y="1069"/>
                  </a:cubicBezTo>
                  <a:cubicBezTo>
                    <a:pt x="1533" y="1089"/>
                    <a:pt x="1517" y="1105"/>
                    <a:pt x="1497" y="1105"/>
                  </a:cubicBezTo>
                  <a:lnTo>
                    <a:pt x="1370" y="1105"/>
                  </a:lnTo>
                  <a:close/>
                  <a:moveTo>
                    <a:pt x="407" y="180"/>
                  </a:moveTo>
                  <a:cubicBezTo>
                    <a:pt x="378" y="207"/>
                    <a:pt x="343" y="226"/>
                    <a:pt x="305" y="235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0" y="280"/>
                    <a:pt x="290" y="280"/>
                    <a:pt x="290" y="280"/>
                  </a:cubicBezTo>
                  <a:cubicBezTo>
                    <a:pt x="726" y="280"/>
                    <a:pt x="726" y="280"/>
                    <a:pt x="726" y="280"/>
                  </a:cubicBezTo>
                  <a:cubicBezTo>
                    <a:pt x="726" y="277"/>
                    <a:pt x="726" y="277"/>
                    <a:pt x="726" y="277"/>
                  </a:cubicBezTo>
                  <a:cubicBezTo>
                    <a:pt x="407" y="180"/>
                    <a:pt x="407" y="180"/>
                    <a:pt x="407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0" name="Google Shape;988;p34"/>
            <p:cNvSpPr/>
            <p:nvPr/>
          </p:nvSpPr>
          <p:spPr>
            <a:xfrm>
              <a:off x="8645525" y="-4941888"/>
              <a:ext cx="1290638" cy="347662"/>
            </a:xfrm>
            <a:custGeom>
              <a:avLst/>
              <a:gdLst/>
              <a:ahLst/>
              <a:cxnLst/>
              <a:rect l="l" t="t" r="r" b="b"/>
              <a:pathLst>
                <a:path w="1289" h="347" extrusionOk="0">
                  <a:moveTo>
                    <a:pt x="1266" y="302"/>
                  </a:moveTo>
                  <a:cubicBezTo>
                    <a:pt x="45" y="302"/>
                    <a:pt x="45" y="302"/>
                    <a:pt x="45" y="30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10"/>
                    <a:pt x="35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10"/>
                    <a:pt x="0" y="310"/>
                    <a:pt x="0" y="310"/>
                  </a:cubicBezTo>
                  <a:cubicBezTo>
                    <a:pt x="0" y="330"/>
                    <a:pt x="17" y="347"/>
                    <a:pt x="37" y="347"/>
                  </a:cubicBezTo>
                  <a:cubicBezTo>
                    <a:pt x="1266" y="347"/>
                    <a:pt x="1266" y="347"/>
                    <a:pt x="1266" y="347"/>
                  </a:cubicBezTo>
                  <a:cubicBezTo>
                    <a:pt x="1279" y="347"/>
                    <a:pt x="1289" y="337"/>
                    <a:pt x="1289" y="325"/>
                  </a:cubicBezTo>
                  <a:cubicBezTo>
                    <a:pt x="1289" y="312"/>
                    <a:pt x="1279" y="302"/>
                    <a:pt x="1266" y="302"/>
                  </a:cubicBezTo>
                  <a:close/>
                  <a:moveTo>
                    <a:pt x="1266" y="302"/>
                  </a:moveTo>
                  <a:cubicBezTo>
                    <a:pt x="1266" y="302"/>
                    <a:pt x="1266" y="302"/>
                    <a:pt x="1266" y="30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1" name="Google Shape;989;p34"/>
            <p:cNvSpPr/>
            <p:nvPr/>
          </p:nvSpPr>
          <p:spPr>
            <a:xfrm>
              <a:off x="8647113" y="-4940300"/>
              <a:ext cx="1287463" cy="344487"/>
            </a:xfrm>
            <a:custGeom>
              <a:avLst/>
              <a:gdLst/>
              <a:ahLst/>
              <a:cxnLst/>
              <a:rect l="l" t="t" r="r" b="b"/>
              <a:pathLst>
                <a:path w="1286" h="344" extrusionOk="0">
                  <a:moveTo>
                    <a:pt x="36" y="344"/>
                  </a:moveTo>
                  <a:cubicBezTo>
                    <a:pt x="17" y="344"/>
                    <a:pt x="0" y="328"/>
                    <a:pt x="0" y="30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33" y="0"/>
                    <a:pt x="42" y="9"/>
                    <a:pt x="42" y="21"/>
                  </a:cubicBezTo>
                  <a:cubicBezTo>
                    <a:pt x="42" y="302"/>
                    <a:pt x="42" y="302"/>
                    <a:pt x="42" y="302"/>
                  </a:cubicBezTo>
                  <a:cubicBezTo>
                    <a:pt x="1265" y="302"/>
                    <a:pt x="1265" y="302"/>
                    <a:pt x="1265" y="302"/>
                  </a:cubicBezTo>
                  <a:cubicBezTo>
                    <a:pt x="1277" y="302"/>
                    <a:pt x="1286" y="311"/>
                    <a:pt x="1286" y="323"/>
                  </a:cubicBezTo>
                  <a:cubicBezTo>
                    <a:pt x="1286" y="334"/>
                    <a:pt x="1277" y="344"/>
                    <a:pt x="1265" y="344"/>
                  </a:cubicBezTo>
                  <a:lnTo>
                    <a:pt x="36" y="3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2" name="Google Shape;990;p34"/>
            <p:cNvSpPr/>
            <p:nvPr/>
          </p:nvSpPr>
          <p:spPr>
            <a:xfrm>
              <a:off x="8736013" y="-5327650"/>
              <a:ext cx="1355725" cy="639762"/>
            </a:xfrm>
            <a:custGeom>
              <a:avLst/>
              <a:gdLst/>
              <a:ahLst/>
              <a:cxnLst/>
              <a:rect l="l" t="t" r="r" b="b"/>
              <a:pathLst>
                <a:path w="1353" h="639" extrusionOk="0">
                  <a:moveTo>
                    <a:pt x="680" y="639"/>
                  </a:moveTo>
                  <a:cubicBezTo>
                    <a:pt x="647" y="639"/>
                    <a:pt x="615" y="631"/>
                    <a:pt x="585" y="617"/>
                  </a:cubicBezTo>
                  <a:cubicBezTo>
                    <a:pt x="584" y="617"/>
                    <a:pt x="584" y="617"/>
                    <a:pt x="584" y="617"/>
                  </a:cubicBezTo>
                  <a:cubicBezTo>
                    <a:pt x="118" y="617"/>
                    <a:pt x="118" y="617"/>
                    <a:pt x="118" y="617"/>
                  </a:cubicBezTo>
                  <a:cubicBezTo>
                    <a:pt x="107" y="617"/>
                    <a:pt x="97" y="611"/>
                    <a:pt x="92" y="601"/>
                  </a:cubicBezTo>
                  <a:cubicBezTo>
                    <a:pt x="75" y="568"/>
                    <a:pt x="49" y="542"/>
                    <a:pt x="16" y="525"/>
                  </a:cubicBezTo>
                  <a:cubicBezTo>
                    <a:pt x="7" y="520"/>
                    <a:pt x="0" y="510"/>
                    <a:pt x="0" y="499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27"/>
                    <a:pt x="7" y="117"/>
                    <a:pt x="16" y="111"/>
                  </a:cubicBezTo>
                  <a:cubicBezTo>
                    <a:pt x="49" y="94"/>
                    <a:pt x="75" y="68"/>
                    <a:pt x="92" y="36"/>
                  </a:cubicBezTo>
                  <a:cubicBezTo>
                    <a:pt x="97" y="26"/>
                    <a:pt x="107" y="20"/>
                    <a:pt x="118" y="20"/>
                  </a:cubicBezTo>
                  <a:cubicBezTo>
                    <a:pt x="588" y="20"/>
                    <a:pt x="588" y="20"/>
                    <a:pt x="588" y="20"/>
                  </a:cubicBezTo>
                  <a:cubicBezTo>
                    <a:pt x="588" y="20"/>
                    <a:pt x="588" y="20"/>
                    <a:pt x="588" y="20"/>
                  </a:cubicBezTo>
                  <a:cubicBezTo>
                    <a:pt x="617" y="7"/>
                    <a:pt x="648" y="0"/>
                    <a:pt x="679" y="0"/>
                  </a:cubicBezTo>
                  <a:cubicBezTo>
                    <a:pt x="711" y="0"/>
                    <a:pt x="741" y="7"/>
                    <a:pt x="770" y="20"/>
                  </a:cubicBezTo>
                  <a:cubicBezTo>
                    <a:pt x="771" y="20"/>
                    <a:pt x="771" y="20"/>
                    <a:pt x="771" y="20"/>
                  </a:cubicBezTo>
                  <a:cubicBezTo>
                    <a:pt x="1235" y="20"/>
                    <a:pt x="1235" y="20"/>
                    <a:pt x="1235" y="20"/>
                  </a:cubicBezTo>
                  <a:cubicBezTo>
                    <a:pt x="1246" y="20"/>
                    <a:pt x="1257" y="26"/>
                    <a:pt x="1262" y="36"/>
                  </a:cubicBezTo>
                  <a:cubicBezTo>
                    <a:pt x="1279" y="68"/>
                    <a:pt x="1305" y="94"/>
                    <a:pt x="1337" y="111"/>
                  </a:cubicBezTo>
                  <a:cubicBezTo>
                    <a:pt x="1347" y="117"/>
                    <a:pt x="1353" y="127"/>
                    <a:pt x="1353" y="138"/>
                  </a:cubicBezTo>
                  <a:cubicBezTo>
                    <a:pt x="1353" y="499"/>
                    <a:pt x="1353" y="499"/>
                    <a:pt x="1353" y="499"/>
                  </a:cubicBezTo>
                  <a:cubicBezTo>
                    <a:pt x="1353" y="510"/>
                    <a:pt x="1347" y="520"/>
                    <a:pt x="1337" y="525"/>
                  </a:cubicBezTo>
                  <a:cubicBezTo>
                    <a:pt x="1305" y="542"/>
                    <a:pt x="1279" y="568"/>
                    <a:pt x="1262" y="601"/>
                  </a:cubicBezTo>
                  <a:cubicBezTo>
                    <a:pt x="1257" y="611"/>
                    <a:pt x="1246" y="617"/>
                    <a:pt x="1235" y="617"/>
                  </a:cubicBezTo>
                  <a:cubicBezTo>
                    <a:pt x="776" y="617"/>
                    <a:pt x="776" y="617"/>
                    <a:pt x="776" y="617"/>
                  </a:cubicBezTo>
                  <a:cubicBezTo>
                    <a:pt x="775" y="617"/>
                    <a:pt x="775" y="617"/>
                    <a:pt x="775" y="617"/>
                  </a:cubicBezTo>
                  <a:cubicBezTo>
                    <a:pt x="745" y="631"/>
                    <a:pt x="713" y="639"/>
                    <a:pt x="680" y="639"/>
                  </a:cubicBezTo>
                  <a:close/>
                  <a:moveTo>
                    <a:pt x="680" y="42"/>
                  </a:moveTo>
                  <a:cubicBezTo>
                    <a:pt x="628" y="42"/>
                    <a:pt x="580" y="63"/>
                    <a:pt x="541" y="104"/>
                  </a:cubicBezTo>
                  <a:cubicBezTo>
                    <a:pt x="489" y="157"/>
                    <a:pt x="458" y="240"/>
                    <a:pt x="459" y="319"/>
                  </a:cubicBezTo>
                  <a:cubicBezTo>
                    <a:pt x="462" y="476"/>
                    <a:pt x="554" y="593"/>
                    <a:pt x="680" y="597"/>
                  </a:cubicBezTo>
                  <a:cubicBezTo>
                    <a:pt x="786" y="593"/>
                    <a:pt x="865" y="515"/>
                    <a:pt x="893" y="389"/>
                  </a:cubicBezTo>
                  <a:cubicBezTo>
                    <a:pt x="895" y="379"/>
                    <a:pt x="904" y="372"/>
                    <a:pt x="914" y="372"/>
                  </a:cubicBezTo>
                  <a:cubicBezTo>
                    <a:pt x="915" y="372"/>
                    <a:pt x="916" y="372"/>
                    <a:pt x="918" y="373"/>
                  </a:cubicBezTo>
                  <a:cubicBezTo>
                    <a:pt x="929" y="375"/>
                    <a:pt x="936" y="386"/>
                    <a:pt x="934" y="397"/>
                  </a:cubicBezTo>
                  <a:cubicBezTo>
                    <a:pt x="920" y="466"/>
                    <a:pt x="887" y="529"/>
                    <a:pt x="840" y="572"/>
                  </a:cubicBezTo>
                  <a:cubicBezTo>
                    <a:pt x="837" y="575"/>
                    <a:pt x="837" y="575"/>
                    <a:pt x="837" y="575"/>
                  </a:cubicBezTo>
                  <a:cubicBezTo>
                    <a:pt x="1228" y="575"/>
                    <a:pt x="1228" y="575"/>
                    <a:pt x="1228" y="575"/>
                  </a:cubicBezTo>
                  <a:cubicBezTo>
                    <a:pt x="1229" y="574"/>
                    <a:pt x="1229" y="574"/>
                    <a:pt x="1229" y="574"/>
                  </a:cubicBezTo>
                  <a:cubicBezTo>
                    <a:pt x="1248" y="540"/>
                    <a:pt x="1277" y="512"/>
                    <a:pt x="1311" y="492"/>
                  </a:cubicBezTo>
                  <a:cubicBezTo>
                    <a:pt x="1311" y="492"/>
                    <a:pt x="1311" y="492"/>
                    <a:pt x="1311" y="492"/>
                  </a:cubicBezTo>
                  <a:cubicBezTo>
                    <a:pt x="1311" y="145"/>
                    <a:pt x="1311" y="145"/>
                    <a:pt x="1311" y="145"/>
                  </a:cubicBezTo>
                  <a:cubicBezTo>
                    <a:pt x="1311" y="144"/>
                    <a:pt x="1311" y="144"/>
                    <a:pt x="1311" y="144"/>
                  </a:cubicBezTo>
                  <a:cubicBezTo>
                    <a:pt x="1277" y="125"/>
                    <a:pt x="1248" y="96"/>
                    <a:pt x="1229" y="62"/>
                  </a:cubicBezTo>
                  <a:cubicBezTo>
                    <a:pt x="1228" y="62"/>
                    <a:pt x="1228" y="62"/>
                    <a:pt x="1228" y="62"/>
                  </a:cubicBezTo>
                  <a:cubicBezTo>
                    <a:pt x="835" y="62"/>
                    <a:pt x="835" y="62"/>
                    <a:pt x="835" y="62"/>
                  </a:cubicBezTo>
                  <a:cubicBezTo>
                    <a:pt x="838" y="65"/>
                    <a:pt x="838" y="65"/>
                    <a:pt x="838" y="65"/>
                  </a:cubicBezTo>
                  <a:cubicBezTo>
                    <a:pt x="887" y="111"/>
                    <a:pt x="922" y="177"/>
                    <a:pt x="936" y="251"/>
                  </a:cubicBezTo>
                  <a:cubicBezTo>
                    <a:pt x="937" y="256"/>
                    <a:pt x="935" y="262"/>
                    <a:pt x="932" y="266"/>
                  </a:cubicBezTo>
                  <a:cubicBezTo>
                    <a:pt x="929" y="271"/>
                    <a:pt x="924" y="274"/>
                    <a:pt x="919" y="275"/>
                  </a:cubicBezTo>
                  <a:cubicBezTo>
                    <a:pt x="918" y="275"/>
                    <a:pt x="916" y="275"/>
                    <a:pt x="915" y="275"/>
                  </a:cubicBezTo>
                  <a:cubicBezTo>
                    <a:pt x="905" y="275"/>
                    <a:pt x="897" y="268"/>
                    <a:pt x="895" y="258"/>
                  </a:cubicBezTo>
                  <a:cubicBezTo>
                    <a:pt x="872" y="133"/>
                    <a:pt x="782" y="42"/>
                    <a:pt x="680" y="42"/>
                  </a:cubicBezTo>
                  <a:close/>
                  <a:moveTo>
                    <a:pt x="125" y="62"/>
                  </a:moveTo>
                  <a:cubicBezTo>
                    <a:pt x="105" y="96"/>
                    <a:pt x="77" y="125"/>
                    <a:pt x="43" y="144"/>
                  </a:cubicBezTo>
                  <a:cubicBezTo>
                    <a:pt x="42" y="145"/>
                    <a:pt x="42" y="145"/>
                    <a:pt x="42" y="145"/>
                  </a:cubicBezTo>
                  <a:cubicBezTo>
                    <a:pt x="42" y="492"/>
                    <a:pt x="42" y="492"/>
                    <a:pt x="42" y="492"/>
                  </a:cubicBezTo>
                  <a:cubicBezTo>
                    <a:pt x="43" y="492"/>
                    <a:pt x="43" y="492"/>
                    <a:pt x="43" y="492"/>
                  </a:cubicBezTo>
                  <a:cubicBezTo>
                    <a:pt x="77" y="512"/>
                    <a:pt x="105" y="540"/>
                    <a:pt x="125" y="574"/>
                  </a:cubicBezTo>
                  <a:cubicBezTo>
                    <a:pt x="125" y="575"/>
                    <a:pt x="125" y="575"/>
                    <a:pt x="125" y="575"/>
                  </a:cubicBezTo>
                  <a:cubicBezTo>
                    <a:pt x="523" y="575"/>
                    <a:pt x="523" y="575"/>
                    <a:pt x="523" y="575"/>
                  </a:cubicBezTo>
                  <a:cubicBezTo>
                    <a:pt x="520" y="572"/>
                    <a:pt x="520" y="572"/>
                    <a:pt x="520" y="572"/>
                  </a:cubicBezTo>
                  <a:cubicBezTo>
                    <a:pt x="455" y="511"/>
                    <a:pt x="417" y="419"/>
                    <a:pt x="417" y="319"/>
                  </a:cubicBezTo>
                  <a:cubicBezTo>
                    <a:pt x="417" y="220"/>
                    <a:pt x="456" y="125"/>
                    <a:pt x="521" y="65"/>
                  </a:cubicBezTo>
                  <a:cubicBezTo>
                    <a:pt x="524" y="62"/>
                    <a:pt x="524" y="62"/>
                    <a:pt x="524" y="62"/>
                  </a:cubicBezTo>
                  <a:cubicBezTo>
                    <a:pt x="125" y="62"/>
                    <a:pt x="125" y="62"/>
                    <a:pt x="125" y="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3" name="Google Shape;991;p34"/>
            <p:cNvSpPr/>
            <p:nvPr/>
          </p:nvSpPr>
          <p:spPr>
            <a:xfrm>
              <a:off x="9748838" y="-5127625"/>
              <a:ext cx="161925" cy="160337"/>
            </a:xfrm>
            <a:custGeom>
              <a:avLst/>
              <a:gdLst/>
              <a:ahLst/>
              <a:cxnLst/>
              <a:rect l="l" t="t" r="r" b="b"/>
              <a:pathLst>
                <a:path w="162" h="161" extrusionOk="0">
                  <a:moveTo>
                    <a:pt x="81" y="161"/>
                  </a:moveTo>
                  <a:cubicBezTo>
                    <a:pt x="37" y="161"/>
                    <a:pt x="0" y="125"/>
                    <a:pt x="0" y="80"/>
                  </a:cubicBezTo>
                  <a:cubicBezTo>
                    <a:pt x="0" y="36"/>
                    <a:pt x="37" y="0"/>
                    <a:pt x="81" y="0"/>
                  </a:cubicBezTo>
                  <a:cubicBezTo>
                    <a:pt x="126" y="0"/>
                    <a:pt x="162" y="36"/>
                    <a:pt x="162" y="80"/>
                  </a:cubicBezTo>
                  <a:cubicBezTo>
                    <a:pt x="162" y="125"/>
                    <a:pt x="126" y="161"/>
                    <a:pt x="81" y="161"/>
                  </a:cubicBezTo>
                  <a:close/>
                  <a:moveTo>
                    <a:pt x="81" y="41"/>
                  </a:moveTo>
                  <a:cubicBezTo>
                    <a:pt x="60" y="41"/>
                    <a:pt x="42" y="59"/>
                    <a:pt x="42" y="80"/>
                  </a:cubicBezTo>
                  <a:cubicBezTo>
                    <a:pt x="42" y="102"/>
                    <a:pt x="60" y="120"/>
                    <a:pt x="81" y="120"/>
                  </a:cubicBezTo>
                  <a:cubicBezTo>
                    <a:pt x="103" y="120"/>
                    <a:pt x="120" y="102"/>
                    <a:pt x="120" y="80"/>
                  </a:cubicBezTo>
                  <a:cubicBezTo>
                    <a:pt x="120" y="59"/>
                    <a:pt x="103" y="41"/>
                    <a:pt x="81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4" name="Google Shape;992;p34"/>
            <p:cNvSpPr/>
            <p:nvPr/>
          </p:nvSpPr>
          <p:spPr>
            <a:xfrm>
              <a:off x="8916988" y="-5127625"/>
              <a:ext cx="161925" cy="160337"/>
            </a:xfrm>
            <a:custGeom>
              <a:avLst/>
              <a:gdLst/>
              <a:ahLst/>
              <a:cxnLst/>
              <a:rect l="l" t="t" r="r" b="b"/>
              <a:pathLst>
                <a:path w="162" h="161" extrusionOk="0">
                  <a:moveTo>
                    <a:pt x="81" y="161"/>
                  </a:moveTo>
                  <a:cubicBezTo>
                    <a:pt x="37" y="161"/>
                    <a:pt x="0" y="125"/>
                    <a:pt x="0" y="80"/>
                  </a:cubicBezTo>
                  <a:cubicBezTo>
                    <a:pt x="0" y="36"/>
                    <a:pt x="37" y="0"/>
                    <a:pt x="81" y="0"/>
                  </a:cubicBezTo>
                  <a:cubicBezTo>
                    <a:pt x="126" y="0"/>
                    <a:pt x="162" y="36"/>
                    <a:pt x="162" y="80"/>
                  </a:cubicBezTo>
                  <a:cubicBezTo>
                    <a:pt x="162" y="125"/>
                    <a:pt x="126" y="161"/>
                    <a:pt x="81" y="161"/>
                  </a:cubicBezTo>
                  <a:close/>
                  <a:moveTo>
                    <a:pt x="81" y="41"/>
                  </a:moveTo>
                  <a:cubicBezTo>
                    <a:pt x="60" y="41"/>
                    <a:pt x="42" y="59"/>
                    <a:pt x="42" y="80"/>
                  </a:cubicBezTo>
                  <a:cubicBezTo>
                    <a:pt x="42" y="102"/>
                    <a:pt x="60" y="120"/>
                    <a:pt x="81" y="120"/>
                  </a:cubicBezTo>
                  <a:cubicBezTo>
                    <a:pt x="103" y="120"/>
                    <a:pt x="120" y="102"/>
                    <a:pt x="120" y="80"/>
                  </a:cubicBezTo>
                  <a:cubicBezTo>
                    <a:pt x="120" y="59"/>
                    <a:pt x="103" y="41"/>
                    <a:pt x="81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5" name="Google Shape;993;p34"/>
            <p:cNvSpPr/>
            <p:nvPr/>
          </p:nvSpPr>
          <p:spPr>
            <a:xfrm>
              <a:off x="8885238" y="-4918075"/>
              <a:ext cx="225425" cy="44450"/>
            </a:xfrm>
            <a:custGeom>
              <a:avLst/>
              <a:gdLst/>
              <a:ahLst/>
              <a:cxnLst/>
              <a:rect l="l" t="t" r="r" b="b"/>
              <a:pathLst>
                <a:path w="225" h="45" extrusionOk="0">
                  <a:moveTo>
                    <a:pt x="20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202" y="45"/>
                    <a:pt x="202" y="45"/>
                    <a:pt x="202" y="45"/>
                  </a:cubicBezTo>
                  <a:cubicBezTo>
                    <a:pt x="215" y="45"/>
                    <a:pt x="225" y="35"/>
                    <a:pt x="225" y="22"/>
                  </a:cubicBezTo>
                  <a:cubicBezTo>
                    <a:pt x="225" y="10"/>
                    <a:pt x="215" y="0"/>
                    <a:pt x="202" y="0"/>
                  </a:cubicBezTo>
                  <a:close/>
                  <a:moveTo>
                    <a:pt x="202" y="0"/>
                  </a:moveTo>
                  <a:cubicBezTo>
                    <a:pt x="202" y="0"/>
                    <a:pt x="202" y="0"/>
                    <a:pt x="202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6" name="Google Shape;994;p34"/>
            <p:cNvSpPr/>
            <p:nvPr/>
          </p:nvSpPr>
          <p:spPr>
            <a:xfrm>
              <a:off x="8886825" y="-4918075"/>
              <a:ext cx="222250" cy="42862"/>
            </a:xfrm>
            <a:custGeom>
              <a:avLst/>
              <a:gdLst/>
              <a:ahLst/>
              <a:cxnLst/>
              <a:rect l="l" t="t" r="r" b="b"/>
              <a:pathLst>
                <a:path w="222" h="42" extrusionOk="0">
                  <a:moveTo>
                    <a:pt x="21" y="42"/>
                  </a:moveTo>
                  <a:cubicBezTo>
                    <a:pt x="10" y="42"/>
                    <a:pt x="0" y="33"/>
                    <a:pt x="0" y="21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13" y="0"/>
                    <a:pt x="222" y="10"/>
                    <a:pt x="222" y="21"/>
                  </a:cubicBezTo>
                  <a:cubicBezTo>
                    <a:pt x="222" y="33"/>
                    <a:pt x="213" y="42"/>
                    <a:pt x="201" y="42"/>
                  </a:cubicBezTo>
                  <a:lnTo>
                    <a:pt x="21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7" name="Google Shape;995;p34"/>
            <p:cNvSpPr/>
            <p:nvPr/>
          </p:nvSpPr>
          <p:spPr>
            <a:xfrm>
              <a:off x="9718675" y="-4918075"/>
              <a:ext cx="222250" cy="42862"/>
            </a:xfrm>
            <a:custGeom>
              <a:avLst/>
              <a:gdLst/>
              <a:ahLst/>
              <a:cxnLst/>
              <a:rect l="l" t="t" r="r" b="b"/>
              <a:pathLst>
                <a:path w="222" h="42" extrusionOk="0">
                  <a:moveTo>
                    <a:pt x="21" y="42"/>
                  </a:moveTo>
                  <a:cubicBezTo>
                    <a:pt x="10" y="42"/>
                    <a:pt x="0" y="33"/>
                    <a:pt x="0" y="21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13" y="0"/>
                    <a:pt x="222" y="10"/>
                    <a:pt x="222" y="21"/>
                  </a:cubicBezTo>
                  <a:cubicBezTo>
                    <a:pt x="222" y="33"/>
                    <a:pt x="213" y="42"/>
                    <a:pt x="201" y="42"/>
                  </a:cubicBezTo>
                  <a:lnTo>
                    <a:pt x="21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8" name="Google Shape;996;p34"/>
            <p:cNvSpPr/>
            <p:nvPr/>
          </p:nvSpPr>
          <p:spPr>
            <a:xfrm>
              <a:off x="9328150" y="-5183188"/>
              <a:ext cx="177800" cy="357187"/>
            </a:xfrm>
            <a:custGeom>
              <a:avLst/>
              <a:gdLst/>
              <a:ahLst/>
              <a:cxnLst/>
              <a:rect l="l" t="t" r="r" b="b"/>
              <a:pathLst>
                <a:path w="178" h="357" extrusionOk="0">
                  <a:moveTo>
                    <a:pt x="88" y="357"/>
                  </a:moveTo>
                  <a:cubicBezTo>
                    <a:pt x="76" y="357"/>
                    <a:pt x="67" y="348"/>
                    <a:pt x="67" y="336"/>
                  </a:cubicBezTo>
                  <a:cubicBezTo>
                    <a:pt x="67" y="316"/>
                    <a:pt x="67" y="316"/>
                    <a:pt x="67" y="316"/>
                  </a:cubicBezTo>
                  <a:cubicBezTo>
                    <a:pt x="66" y="316"/>
                    <a:pt x="66" y="316"/>
                    <a:pt x="66" y="316"/>
                  </a:cubicBezTo>
                  <a:cubicBezTo>
                    <a:pt x="46" y="315"/>
                    <a:pt x="32" y="309"/>
                    <a:pt x="13" y="297"/>
                  </a:cubicBezTo>
                  <a:cubicBezTo>
                    <a:pt x="3" y="290"/>
                    <a:pt x="0" y="277"/>
                    <a:pt x="7" y="268"/>
                  </a:cubicBezTo>
                  <a:cubicBezTo>
                    <a:pt x="10" y="262"/>
                    <a:pt x="17" y="258"/>
                    <a:pt x="24" y="258"/>
                  </a:cubicBezTo>
                  <a:cubicBezTo>
                    <a:pt x="28" y="258"/>
                    <a:pt x="32" y="260"/>
                    <a:pt x="35" y="262"/>
                  </a:cubicBezTo>
                  <a:cubicBezTo>
                    <a:pt x="53" y="274"/>
                    <a:pt x="62" y="275"/>
                    <a:pt x="82" y="275"/>
                  </a:cubicBezTo>
                  <a:cubicBezTo>
                    <a:pt x="86" y="275"/>
                    <a:pt x="86" y="275"/>
                    <a:pt x="86" y="275"/>
                  </a:cubicBezTo>
                  <a:cubicBezTo>
                    <a:pt x="112" y="275"/>
                    <a:pt x="128" y="256"/>
                    <a:pt x="131" y="238"/>
                  </a:cubicBezTo>
                  <a:cubicBezTo>
                    <a:pt x="132" y="229"/>
                    <a:pt x="133" y="206"/>
                    <a:pt x="106" y="197"/>
                  </a:cubicBezTo>
                  <a:cubicBezTo>
                    <a:pt x="99" y="194"/>
                    <a:pt x="93" y="193"/>
                    <a:pt x="86" y="191"/>
                  </a:cubicBezTo>
                  <a:cubicBezTo>
                    <a:pt x="65" y="185"/>
                    <a:pt x="46" y="179"/>
                    <a:pt x="29" y="159"/>
                  </a:cubicBezTo>
                  <a:cubicBezTo>
                    <a:pt x="17" y="144"/>
                    <a:pt x="12" y="121"/>
                    <a:pt x="16" y="99"/>
                  </a:cubicBezTo>
                  <a:cubicBezTo>
                    <a:pt x="21" y="75"/>
                    <a:pt x="36" y="54"/>
                    <a:pt x="58" y="44"/>
                  </a:cubicBezTo>
                  <a:cubicBezTo>
                    <a:pt x="60" y="42"/>
                    <a:pt x="63" y="41"/>
                    <a:pt x="66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67" y="10"/>
                    <a:pt x="76" y="0"/>
                    <a:pt x="88" y="0"/>
                  </a:cubicBezTo>
                  <a:cubicBezTo>
                    <a:pt x="99" y="0"/>
                    <a:pt x="109" y="10"/>
                    <a:pt x="109" y="21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10" y="38"/>
                    <a:pt x="110" y="38"/>
                    <a:pt x="110" y="38"/>
                  </a:cubicBezTo>
                  <a:cubicBezTo>
                    <a:pt x="123" y="41"/>
                    <a:pt x="137" y="48"/>
                    <a:pt x="147" y="57"/>
                  </a:cubicBezTo>
                  <a:cubicBezTo>
                    <a:pt x="156" y="64"/>
                    <a:pt x="158" y="78"/>
                    <a:pt x="150" y="86"/>
                  </a:cubicBezTo>
                  <a:cubicBezTo>
                    <a:pt x="146" y="91"/>
                    <a:pt x="140" y="94"/>
                    <a:pt x="134" y="94"/>
                  </a:cubicBezTo>
                  <a:cubicBezTo>
                    <a:pt x="129" y="94"/>
                    <a:pt x="125" y="92"/>
                    <a:pt x="121" y="89"/>
                  </a:cubicBezTo>
                  <a:cubicBezTo>
                    <a:pt x="118" y="86"/>
                    <a:pt x="105" y="77"/>
                    <a:pt x="91" y="77"/>
                  </a:cubicBezTo>
                  <a:cubicBezTo>
                    <a:pt x="86" y="77"/>
                    <a:pt x="81" y="78"/>
                    <a:pt x="76" y="81"/>
                  </a:cubicBezTo>
                  <a:cubicBezTo>
                    <a:pt x="66" y="86"/>
                    <a:pt x="59" y="95"/>
                    <a:pt x="57" y="107"/>
                  </a:cubicBezTo>
                  <a:cubicBezTo>
                    <a:pt x="55" y="117"/>
                    <a:pt x="57" y="127"/>
                    <a:pt x="61" y="132"/>
                  </a:cubicBezTo>
                  <a:cubicBezTo>
                    <a:pt x="70" y="142"/>
                    <a:pt x="78" y="145"/>
                    <a:pt x="98" y="151"/>
                  </a:cubicBezTo>
                  <a:cubicBezTo>
                    <a:pt x="104" y="153"/>
                    <a:pt x="111" y="155"/>
                    <a:pt x="119" y="158"/>
                  </a:cubicBezTo>
                  <a:cubicBezTo>
                    <a:pt x="157" y="171"/>
                    <a:pt x="178" y="206"/>
                    <a:pt x="172" y="244"/>
                  </a:cubicBezTo>
                  <a:cubicBezTo>
                    <a:pt x="167" y="272"/>
                    <a:pt x="146" y="303"/>
                    <a:pt x="110" y="314"/>
                  </a:cubicBezTo>
                  <a:cubicBezTo>
                    <a:pt x="109" y="314"/>
                    <a:pt x="109" y="314"/>
                    <a:pt x="109" y="314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09" y="348"/>
                    <a:pt x="99" y="357"/>
                    <a:pt x="88" y="3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09" name="Google Shape;997;p34"/>
          <p:cNvGrpSpPr/>
          <p:nvPr/>
        </p:nvGrpSpPr>
        <p:grpSpPr>
          <a:xfrm>
            <a:off x="5426442" y="2811957"/>
            <a:ext cx="481228" cy="481228"/>
            <a:chOff x="6751638" y="-3902075"/>
            <a:chExt cx="1481138" cy="1481137"/>
          </a:xfrm>
          <a:solidFill>
            <a:schemeClr val="bg1">
              <a:lumMod val="75000"/>
            </a:schemeClr>
          </a:solidFill>
        </p:grpSpPr>
        <p:sp>
          <p:nvSpPr>
            <p:cNvPr id="310" name="Google Shape;998;p34"/>
            <p:cNvSpPr/>
            <p:nvPr/>
          </p:nvSpPr>
          <p:spPr>
            <a:xfrm>
              <a:off x="6751638" y="-3389313"/>
              <a:ext cx="1481138" cy="968375"/>
            </a:xfrm>
            <a:custGeom>
              <a:avLst/>
              <a:gdLst/>
              <a:ahLst/>
              <a:cxnLst/>
              <a:rect l="l" t="t" r="r" b="b"/>
              <a:pathLst>
                <a:path w="1479" h="968" extrusionOk="0">
                  <a:moveTo>
                    <a:pt x="19" y="968"/>
                  </a:moveTo>
                  <a:cubicBezTo>
                    <a:pt x="9" y="968"/>
                    <a:pt x="0" y="960"/>
                    <a:pt x="0" y="949"/>
                  </a:cubicBezTo>
                  <a:cubicBezTo>
                    <a:pt x="0" y="939"/>
                    <a:pt x="9" y="930"/>
                    <a:pt x="19" y="930"/>
                  </a:cubicBezTo>
                  <a:cubicBezTo>
                    <a:pt x="93" y="930"/>
                    <a:pt x="93" y="930"/>
                    <a:pt x="93" y="930"/>
                  </a:cubicBezTo>
                  <a:cubicBezTo>
                    <a:pt x="93" y="591"/>
                    <a:pt x="93" y="591"/>
                    <a:pt x="93" y="591"/>
                  </a:cubicBezTo>
                  <a:cubicBezTo>
                    <a:pt x="93" y="580"/>
                    <a:pt x="101" y="571"/>
                    <a:pt x="112" y="571"/>
                  </a:cubicBezTo>
                  <a:cubicBezTo>
                    <a:pt x="291" y="571"/>
                    <a:pt x="291" y="571"/>
                    <a:pt x="291" y="571"/>
                  </a:cubicBezTo>
                  <a:cubicBezTo>
                    <a:pt x="302" y="571"/>
                    <a:pt x="310" y="580"/>
                    <a:pt x="310" y="591"/>
                  </a:cubicBezTo>
                  <a:cubicBezTo>
                    <a:pt x="310" y="930"/>
                    <a:pt x="310" y="930"/>
                    <a:pt x="310" y="930"/>
                  </a:cubicBezTo>
                  <a:cubicBezTo>
                    <a:pt x="452" y="930"/>
                    <a:pt x="452" y="930"/>
                    <a:pt x="452" y="930"/>
                  </a:cubicBezTo>
                  <a:cubicBezTo>
                    <a:pt x="452" y="483"/>
                    <a:pt x="452" y="483"/>
                    <a:pt x="452" y="483"/>
                  </a:cubicBezTo>
                  <a:cubicBezTo>
                    <a:pt x="452" y="472"/>
                    <a:pt x="460" y="464"/>
                    <a:pt x="471" y="464"/>
                  </a:cubicBezTo>
                  <a:cubicBezTo>
                    <a:pt x="650" y="464"/>
                    <a:pt x="650" y="464"/>
                    <a:pt x="650" y="464"/>
                  </a:cubicBezTo>
                  <a:cubicBezTo>
                    <a:pt x="661" y="464"/>
                    <a:pt x="669" y="472"/>
                    <a:pt x="669" y="483"/>
                  </a:cubicBezTo>
                  <a:cubicBezTo>
                    <a:pt x="669" y="930"/>
                    <a:pt x="669" y="930"/>
                    <a:pt x="669" y="930"/>
                  </a:cubicBezTo>
                  <a:cubicBezTo>
                    <a:pt x="810" y="930"/>
                    <a:pt x="810" y="930"/>
                    <a:pt x="810" y="930"/>
                  </a:cubicBezTo>
                  <a:cubicBezTo>
                    <a:pt x="810" y="318"/>
                    <a:pt x="810" y="318"/>
                    <a:pt x="810" y="318"/>
                  </a:cubicBezTo>
                  <a:cubicBezTo>
                    <a:pt x="810" y="308"/>
                    <a:pt x="819" y="299"/>
                    <a:pt x="829" y="299"/>
                  </a:cubicBezTo>
                  <a:cubicBezTo>
                    <a:pt x="1009" y="299"/>
                    <a:pt x="1009" y="299"/>
                    <a:pt x="1009" y="299"/>
                  </a:cubicBezTo>
                  <a:cubicBezTo>
                    <a:pt x="1019" y="299"/>
                    <a:pt x="1028" y="308"/>
                    <a:pt x="1028" y="318"/>
                  </a:cubicBezTo>
                  <a:cubicBezTo>
                    <a:pt x="1028" y="930"/>
                    <a:pt x="1028" y="930"/>
                    <a:pt x="1028" y="930"/>
                  </a:cubicBezTo>
                  <a:cubicBezTo>
                    <a:pt x="1169" y="930"/>
                    <a:pt x="1169" y="930"/>
                    <a:pt x="1169" y="930"/>
                  </a:cubicBezTo>
                  <a:cubicBezTo>
                    <a:pt x="1169" y="20"/>
                    <a:pt x="1169" y="20"/>
                    <a:pt x="1169" y="20"/>
                  </a:cubicBezTo>
                  <a:cubicBezTo>
                    <a:pt x="1169" y="9"/>
                    <a:pt x="1178" y="0"/>
                    <a:pt x="1188" y="0"/>
                  </a:cubicBezTo>
                  <a:cubicBezTo>
                    <a:pt x="1368" y="0"/>
                    <a:pt x="1368" y="0"/>
                    <a:pt x="1368" y="0"/>
                  </a:cubicBezTo>
                  <a:cubicBezTo>
                    <a:pt x="1378" y="0"/>
                    <a:pt x="1387" y="9"/>
                    <a:pt x="1387" y="20"/>
                  </a:cubicBezTo>
                  <a:cubicBezTo>
                    <a:pt x="1387" y="930"/>
                    <a:pt x="1387" y="930"/>
                    <a:pt x="1387" y="930"/>
                  </a:cubicBezTo>
                  <a:cubicBezTo>
                    <a:pt x="1460" y="930"/>
                    <a:pt x="1460" y="930"/>
                    <a:pt x="1460" y="930"/>
                  </a:cubicBezTo>
                  <a:cubicBezTo>
                    <a:pt x="1471" y="930"/>
                    <a:pt x="1479" y="939"/>
                    <a:pt x="1479" y="949"/>
                  </a:cubicBezTo>
                  <a:cubicBezTo>
                    <a:pt x="1479" y="960"/>
                    <a:pt x="1471" y="968"/>
                    <a:pt x="1460" y="968"/>
                  </a:cubicBezTo>
                  <a:lnTo>
                    <a:pt x="19" y="9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1" name="Google Shape;999;p34"/>
            <p:cNvSpPr/>
            <p:nvPr/>
          </p:nvSpPr>
          <p:spPr>
            <a:xfrm>
              <a:off x="6751638" y="-3902075"/>
              <a:ext cx="1481138" cy="914400"/>
            </a:xfrm>
            <a:custGeom>
              <a:avLst/>
              <a:gdLst/>
              <a:ahLst/>
              <a:cxnLst/>
              <a:rect l="l" t="t" r="r" b="b"/>
              <a:pathLst>
                <a:path w="1480" h="912" extrusionOk="0">
                  <a:moveTo>
                    <a:pt x="19" y="912"/>
                  </a:moveTo>
                  <a:cubicBezTo>
                    <a:pt x="9" y="912"/>
                    <a:pt x="0" y="904"/>
                    <a:pt x="0" y="893"/>
                  </a:cubicBezTo>
                  <a:cubicBezTo>
                    <a:pt x="0" y="883"/>
                    <a:pt x="9" y="874"/>
                    <a:pt x="19" y="874"/>
                  </a:cubicBezTo>
                  <a:cubicBezTo>
                    <a:pt x="287" y="874"/>
                    <a:pt x="577" y="777"/>
                    <a:pt x="838" y="602"/>
                  </a:cubicBezTo>
                  <a:cubicBezTo>
                    <a:pt x="1046" y="462"/>
                    <a:pt x="1218" y="285"/>
                    <a:pt x="1323" y="102"/>
                  </a:cubicBezTo>
                  <a:cubicBezTo>
                    <a:pt x="1354" y="48"/>
                    <a:pt x="1354" y="48"/>
                    <a:pt x="1354" y="48"/>
                  </a:cubicBezTo>
                  <a:cubicBezTo>
                    <a:pt x="1118" y="111"/>
                    <a:pt x="1118" y="111"/>
                    <a:pt x="1118" y="111"/>
                  </a:cubicBezTo>
                  <a:cubicBezTo>
                    <a:pt x="1116" y="112"/>
                    <a:pt x="1114" y="112"/>
                    <a:pt x="1113" y="112"/>
                  </a:cubicBezTo>
                  <a:cubicBezTo>
                    <a:pt x="1104" y="112"/>
                    <a:pt x="1097" y="106"/>
                    <a:pt x="1094" y="98"/>
                  </a:cubicBezTo>
                  <a:cubicBezTo>
                    <a:pt x="1092" y="87"/>
                    <a:pt x="1098" y="77"/>
                    <a:pt x="1108" y="74"/>
                  </a:cubicBezTo>
                  <a:cubicBezTo>
                    <a:pt x="1382" y="1"/>
                    <a:pt x="1382" y="1"/>
                    <a:pt x="1382" y="1"/>
                  </a:cubicBezTo>
                  <a:cubicBezTo>
                    <a:pt x="1383" y="0"/>
                    <a:pt x="1385" y="0"/>
                    <a:pt x="1387" y="0"/>
                  </a:cubicBezTo>
                  <a:cubicBezTo>
                    <a:pt x="1395" y="0"/>
                    <a:pt x="1403" y="6"/>
                    <a:pt x="1405" y="14"/>
                  </a:cubicBezTo>
                  <a:cubicBezTo>
                    <a:pt x="1479" y="288"/>
                    <a:pt x="1479" y="288"/>
                    <a:pt x="1479" y="288"/>
                  </a:cubicBezTo>
                  <a:cubicBezTo>
                    <a:pt x="1480" y="293"/>
                    <a:pt x="1479" y="299"/>
                    <a:pt x="1477" y="304"/>
                  </a:cubicBezTo>
                  <a:cubicBezTo>
                    <a:pt x="1475" y="306"/>
                    <a:pt x="1472" y="310"/>
                    <a:pt x="1466" y="312"/>
                  </a:cubicBezTo>
                  <a:cubicBezTo>
                    <a:pt x="1465" y="312"/>
                    <a:pt x="1464" y="312"/>
                    <a:pt x="1463" y="312"/>
                  </a:cubicBezTo>
                  <a:cubicBezTo>
                    <a:pt x="1453" y="312"/>
                    <a:pt x="1443" y="304"/>
                    <a:pt x="1442" y="298"/>
                  </a:cubicBezTo>
                  <a:cubicBezTo>
                    <a:pt x="1382" y="76"/>
                    <a:pt x="1382" y="76"/>
                    <a:pt x="1382" y="76"/>
                  </a:cubicBezTo>
                  <a:cubicBezTo>
                    <a:pt x="1351" y="129"/>
                    <a:pt x="1351" y="129"/>
                    <a:pt x="1351" y="129"/>
                  </a:cubicBezTo>
                  <a:cubicBezTo>
                    <a:pt x="1242" y="314"/>
                    <a:pt x="1068" y="493"/>
                    <a:pt x="859" y="634"/>
                  </a:cubicBezTo>
                  <a:cubicBezTo>
                    <a:pt x="592" y="813"/>
                    <a:pt x="294" y="912"/>
                    <a:pt x="19" y="9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12" name="Google Shape;1000;p34"/>
          <p:cNvGrpSpPr/>
          <p:nvPr/>
        </p:nvGrpSpPr>
        <p:grpSpPr>
          <a:xfrm>
            <a:off x="5458384" y="2140432"/>
            <a:ext cx="444607" cy="376008"/>
            <a:chOff x="6808788" y="-5611813"/>
            <a:chExt cx="1368425" cy="1157288"/>
          </a:xfrm>
          <a:solidFill>
            <a:schemeClr val="bg1">
              <a:lumMod val="75000"/>
            </a:schemeClr>
          </a:solidFill>
        </p:grpSpPr>
        <p:sp>
          <p:nvSpPr>
            <p:cNvPr id="313" name="Google Shape;1001;p34"/>
            <p:cNvSpPr/>
            <p:nvPr/>
          </p:nvSpPr>
          <p:spPr>
            <a:xfrm>
              <a:off x="6907213" y="-4867275"/>
              <a:ext cx="220663" cy="412750"/>
            </a:xfrm>
            <a:custGeom>
              <a:avLst/>
              <a:gdLst/>
              <a:ahLst/>
              <a:cxnLst/>
              <a:rect l="l" t="t" r="r" b="b"/>
              <a:pathLst>
                <a:path w="219" h="412" extrusionOk="0">
                  <a:moveTo>
                    <a:pt x="0" y="167"/>
                  </a:moveTo>
                  <a:cubicBezTo>
                    <a:pt x="0" y="387"/>
                    <a:pt x="0" y="387"/>
                    <a:pt x="0" y="387"/>
                  </a:cubicBezTo>
                  <a:cubicBezTo>
                    <a:pt x="0" y="401"/>
                    <a:pt x="10" y="412"/>
                    <a:pt x="24" y="412"/>
                  </a:cubicBezTo>
                  <a:cubicBezTo>
                    <a:pt x="195" y="412"/>
                    <a:pt x="195" y="412"/>
                    <a:pt x="195" y="412"/>
                  </a:cubicBezTo>
                  <a:cubicBezTo>
                    <a:pt x="208" y="412"/>
                    <a:pt x="219" y="401"/>
                    <a:pt x="219" y="387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95" y="123"/>
                    <a:pt x="95" y="123"/>
                    <a:pt x="95" y="123"/>
                  </a:cubicBezTo>
                  <a:cubicBezTo>
                    <a:pt x="69" y="149"/>
                    <a:pt x="36" y="164"/>
                    <a:pt x="0" y="167"/>
                  </a:cubicBezTo>
                  <a:close/>
                  <a:moveTo>
                    <a:pt x="0" y="167"/>
                  </a:moveTo>
                  <a:cubicBezTo>
                    <a:pt x="0" y="167"/>
                    <a:pt x="0" y="167"/>
                    <a:pt x="0" y="16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4" name="Google Shape;1002;p34"/>
            <p:cNvSpPr/>
            <p:nvPr/>
          </p:nvSpPr>
          <p:spPr>
            <a:xfrm>
              <a:off x="7212013" y="-4870450"/>
              <a:ext cx="220663" cy="415925"/>
            </a:xfrm>
            <a:custGeom>
              <a:avLst/>
              <a:gdLst/>
              <a:ahLst/>
              <a:cxnLst/>
              <a:rect l="l" t="t" r="r" b="b"/>
              <a:pathLst>
                <a:path w="220" h="415" extrusionOk="0">
                  <a:moveTo>
                    <a:pt x="0" y="0"/>
                  </a:moveTo>
                  <a:cubicBezTo>
                    <a:pt x="0" y="390"/>
                    <a:pt x="0" y="390"/>
                    <a:pt x="0" y="390"/>
                  </a:cubicBezTo>
                  <a:cubicBezTo>
                    <a:pt x="0" y="404"/>
                    <a:pt x="11" y="415"/>
                    <a:pt x="25" y="415"/>
                  </a:cubicBezTo>
                  <a:cubicBezTo>
                    <a:pt x="195" y="415"/>
                    <a:pt x="195" y="415"/>
                    <a:pt x="195" y="415"/>
                  </a:cubicBezTo>
                  <a:cubicBezTo>
                    <a:pt x="208" y="415"/>
                    <a:pt x="220" y="404"/>
                    <a:pt x="220" y="390"/>
                  </a:cubicBezTo>
                  <a:cubicBezTo>
                    <a:pt x="220" y="160"/>
                    <a:pt x="220" y="160"/>
                    <a:pt x="220" y="160"/>
                  </a:cubicBezTo>
                  <a:cubicBezTo>
                    <a:pt x="181" y="160"/>
                    <a:pt x="144" y="144"/>
                    <a:pt x="117" y="117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5" name="Google Shape;1003;p34"/>
            <p:cNvSpPr/>
            <p:nvPr/>
          </p:nvSpPr>
          <p:spPr>
            <a:xfrm>
              <a:off x="7516813" y="-4949825"/>
              <a:ext cx="220663" cy="495300"/>
            </a:xfrm>
            <a:custGeom>
              <a:avLst/>
              <a:gdLst/>
              <a:ahLst/>
              <a:cxnLst/>
              <a:rect l="l" t="t" r="r" b="b"/>
              <a:pathLst>
                <a:path w="220" h="494" extrusionOk="0">
                  <a:moveTo>
                    <a:pt x="0" y="215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0" y="483"/>
                    <a:pt x="11" y="494"/>
                    <a:pt x="25" y="494"/>
                  </a:cubicBezTo>
                  <a:cubicBezTo>
                    <a:pt x="195" y="494"/>
                    <a:pt x="195" y="494"/>
                    <a:pt x="195" y="494"/>
                  </a:cubicBezTo>
                  <a:cubicBezTo>
                    <a:pt x="209" y="494"/>
                    <a:pt x="220" y="483"/>
                    <a:pt x="220" y="469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5" y="196"/>
                    <a:pt x="25" y="196"/>
                    <a:pt x="25" y="196"/>
                  </a:cubicBezTo>
                  <a:cubicBezTo>
                    <a:pt x="17" y="203"/>
                    <a:pt x="9" y="209"/>
                    <a:pt x="0" y="215"/>
                  </a:cubicBezTo>
                  <a:close/>
                  <a:moveTo>
                    <a:pt x="0" y="215"/>
                  </a:moveTo>
                  <a:cubicBezTo>
                    <a:pt x="0" y="215"/>
                    <a:pt x="0" y="215"/>
                    <a:pt x="0" y="215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6" name="Google Shape;1004;p34"/>
            <p:cNvSpPr/>
            <p:nvPr/>
          </p:nvSpPr>
          <p:spPr>
            <a:xfrm>
              <a:off x="7821613" y="-5238750"/>
              <a:ext cx="219075" cy="784225"/>
            </a:xfrm>
            <a:custGeom>
              <a:avLst/>
              <a:gdLst/>
              <a:ahLst/>
              <a:cxnLst/>
              <a:rect l="l" t="t" r="r" b="b"/>
              <a:pathLst>
                <a:path w="219" h="782" extrusionOk="0">
                  <a:moveTo>
                    <a:pt x="203" y="0"/>
                  </a:moveTo>
                  <a:cubicBezTo>
                    <a:pt x="0" y="203"/>
                    <a:pt x="0" y="203"/>
                    <a:pt x="0" y="203"/>
                  </a:cubicBezTo>
                  <a:cubicBezTo>
                    <a:pt x="0" y="757"/>
                    <a:pt x="0" y="757"/>
                    <a:pt x="0" y="757"/>
                  </a:cubicBezTo>
                  <a:cubicBezTo>
                    <a:pt x="0" y="771"/>
                    <a:pt x="11" y="782"/>
                    <a:pt x="24" y="782"/>
                  </a:cubicBezTo>
                  <a:cubicBezTo>
                    <a:pt x="195" y="782"/>
                    <a:pt x="195" y="782"/>
                    <a:pt x="195" y="782"/>
                  </a:cubicBezTo>
                  <a:cubicBezTo>
                    <a:pt x="208" y="782"/>
                    <a:pt x="219" y="771"/>
                    <a:pt x="219" y="757"/>
                  </a:cubicBezTo>
                  <a:cubicBezTo>
                    <a:pt x="219" y="15"/>
                    <a:pt x="219" y="15"/>
                    <a:pt x="219" y="15"/>
                  </a:cubicBezTo>
                  <a:cubicBezTo>
                    <a:pt x="214" y="11"/>
                    <a:pt x="210" y="7"/>
                    <a:pt x="206" y="4"/>
                  </a:cubicBezTo>
                  <a:lnTo>
                    <a:pt x="203" y="0"/>
                  </a:lnTo>
                  <a:close/>
                  <a:moveTo>
                    <a:pt x="203" y="0"/>
                  </a:moveTo>
                  <a:cubicBezTo>
                    <a:pt x="203" y="0"/>
                    <a:pt x="203" y="0"/>
                    <a:pt x="203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7" name="Google Shape;1005;p34"/>
            <p:cNvSpPr/>
            <p:nvPr/>
          </p:nvSpPr>
          <p:spPr>
            <a:xfrm>
              <a:off x="6808788" y="-5611813"/>
              <a:ext cx="1368425" cy="830262"/>
            </a:xfrm>
            <a:custGeom>
              <a:avLst/>
              <a:gdLst/>
              <a:ahLst/>
              <a:cxnLst/>
              <a:rect l="l" t="t" r="r" b="b"/>
              <a:pathLst>
                <a:path w="1367" h="829" extrusionOk="0">
                  <a:moveTo>
                    <a:pt x="1354" y="13"/>
                  </a:moveTo>
                  <a:cubicBezTo>
                    <a:pt x="1346" y="5"/>
                    <a:pt x="1334" y="0"/>
                    <a:pt x="1318" y="0"/>
                  </a:cubicBezTo>
                  <a:cubicBezTo>
                    <a:pt x="1314" y="0"/>
                    <a:pt x="1314" y="0"/>
                    <a:pt x="1314" y="0"/>
                  </a:cubicBezTo>
                  <a:cubicBezTo>
                    <a:pt x="1234" y="4"/>
                    <a:pt x="1155" y="8"/>
                    <a:pt x="1076" y="11"/>
                  </a:cubicBezTo>
                  <a:cubicBezTo>
                    <a:pt x="1065" y="12"/>
                    <a:pt x="1051" y="13"/>
                    <a:pt x="1039" y="24"/>
                  </a:cubicBezTo>
                  <a:cubicBezTo>
                    <a:pt x="1036" y="28"/>
                    <a:pt x="1033" y="32"/>
                    <a:pt x="1031" y="37"/>
                  </a:cubicBezTo>
                  <a:cubicBezTo>
                    <a:pt x="1019" y="62"/>
                    <a:pt x="1036" y="79"/>
                    <a:pt x="1043" y="87"/>
                  </a:cubicBezTo>
                  <a:cubicBezTo>
                    <a:pt x="1063" y="107"/>
                    <a:pt x="1063" y="107"/>
                    <a:pt x="1063" y="107"/>
                  </a:cubicBezTo>
                  <a:cubicBezTo>
                    <a:pt x="1077" y="121"/>
                    <a:pt x="1091" y="135"/>
                    <a:pt x="1105" y="148"/>
                  </a:cubicBezTo>
                  <a:cubicBezTo>
                    <a:pt x="626" y="628"/>
                    <a:pt x="626" y="628"/>
                    <a:pt x="626" y="628"/>
                  </a:cubicBezTo>
                  <a:cubicBezTo>
                    <a:pt x="410" y="412"/>
                    <a:pt x="410" y="412"/>
                    <a:pt x="410" y="412"/>
                  </a:cubicBezTo>
                  <a:cubicBezTo>
                    <a:pt x="397" y="400"/>
                    <a:pt x="380" y="392"/>
                    <a:pt x="362" y="392"/>
                  </a:cubicBezTo>
                  <a:cubicBezTo>
                    <a:pt x="343" y="392"/>
                    <a:pt x="326" y="400"/>
                    <a:pt x="313" y="412"/>
                  </a:cubicBezTo>
                  <a:cubicBezTo>
                    <a:pt x="27" y="699"/>
                    <a:pt x="27" y="699"/>
                    <a:pt x="27" y="699"/>
                  </a:cubicBezTo>
                  <a:cubicBezTo>
                    <a:pt x="0" y="726"/>
                    <a:pt x="0" y="769"/>
                    <a:pt x="27" y="796"/>
                  </a:cubicBezTo>
                  <a:cubicBezTo>
                    <a:pt x="39" y="809"/>
                    <a:pt x="39" y="809"/>
                    <a:pt x="39" y="809"/>
                  </a:cubicBezTo>
                  <a:cubicBezTo>
                    <a:pt x="52" y="822"/>
                    <a:pt x="70" y="829"/>
                    <a:pt x="88" y="829"/>
                  </a:cubicBezTo>
                  <a:cubicBezTo>
                    <a:pt x="106" y="829"/>
                    <a:pt x="123" y="822"/>
                    <a:pt x="136" y="809"/>
                  </a:cubicBezTo>
                  <a:cubicBezTo>
                    <a:pt x="362" y="583"/>
                    <a:pt x="362" y="583"/>
                    <a:pt x="362" y="583"/>
                  </a:cubicBezTo>
                  <a:cubicBezTo>
                    <a:pt x="577" y="799"/>
                    <a:pt x="577" y="799"/>
                    <a:pt x="577" y="799"/>
                  </a:cubicBezTo>
                  <a:cubicBezTo>
                    <a:pt x="590" y="812"/>
                    <a:pt x="607" y="819"/>
                    <a:pt x="626" y="819"/>
                  </a:cubicBezTo>
                  <a:cubicBezTo>
                    <a:pt x="644" y="819"/>
                    <a:pt x="661" y="812"/>
                    <a:pt x="674" y="799"/>
                  </a:cubicBezTo>
                  <a:cubicBezTo>
                    <a:pt x="1215" y="258"/>
                    <a:pt x="1215" y="258"/>
                    <a:pt x="1215" y="258"/>
                  </a:cubicBezTo>
                  <a:cubicBezTo>
                    <a:pt x="1276" y="319"/>
                    <a:pt x="1276" y="319"/>
                    <a:pt x="1276" y="319"/>
                  </a:cubicBezTo>
                  <a:cubicBezTo>
                    <a:pt x="1283" y="326"/>
                    <a:pt x="1293" y="336"/>
                    <a:pt x="1309" y="336"/>
                  </a:cubicBezTo>
                  <a:cubicBezTo>
                    <a:pt x="1315" y="336"/>
                    <a:pt x="1322" y="335"/>
                    <a:pt x="1328" y="331"/>
                  </a:cubicBezTo>
                  <a:cubicBezTo>
                    <a:pt x="1333" y="328"/>
                    <a:pt x="1337" y="326"/>
                    <a:pt x="1340" y="322"/>
                  </a:cubicBezTo>
                  <a:cubicBezTo>
                    <a:pt x="1352" y="310"/>
                    <a:pt x="1354" y="295"/>
                    <a:pt x="1355" y="283"/>
                  </a:cubicBezTo>
                  <a:cubicBezTo>
                    <a:pt x="1357" y="232"/>
                    <a:pt x="1360" y="180"/>
                    <a:pt x="1362" y="128"/>
                  </a:cubicBezTo>
                  <a:cubicBezTo>
                    <a:pt x="1366" y="51"/>
                    <a:pt x="1366" y="51"/>
                    <a:pt x="1366" y="51"/>
                  </a:cubicBezTo>
                  <a:cubicBezTo>
                    <a:pt x="1367" y="35"/>
                    <a:pt x="1363" y="22"/>
                    <a:pt x="1354" y="13"/>
                  </a:cubicBezTo>
                  <a:close/>
                  <a:moveTo>
                    <a:pt x="1354" y="13"/>
                  </a:moveTo>
                  <a:cubicBezTo>
                    <a:pt x="1354" y="13"/>
                    <a:pt x="1354" y="13"/>
                    <a:pt x="1354" y="1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18" name="Google Shape;1006;p34"/>
          <p:cNvGrpSpPr/>
          <p:nvPr/>
        </p:nvGrpSpPr>
        <p:grpSpPr>
          <a:xfrm>
            <a:off x="5410816" y="1293082"/>
            <a:ext cx="496702" cy="496702"/>
            <a:chOff x="6800850" y="-7604125"/>
            <a:chExt cx="1528763" cy="1528762"/>
          </a:xfrm>
          <a:solidFill>
            <a:schemeClr val="bg1">
              <a:lumMod val="75000"/>
            </a:schemeClr>
          </a:solidFill>
        </p:grpSpPr>
        <p:sp>
          <p:nvSpPr>
            <p:cNvPr id="319" name="Google Shape;1007;p34"/>
            <p:cNvSpPr/>
            <p:nvPr/>
          </p:nvSpPr>
          <p:spPr>
            <a:xfrm>
              <a:off x="6800850" y="-7029450"/>
              <a:ext cx="1528763" cy="954087"/>
            </a:xfrm>
            <a:custGeom>
              <a:avLst/>
              <a:gdLst/>
              <a:ahLst/>
              <a:cxnLst/>
              <a:rect l="l" t="t" r="r" b="b"/>
              <a:pathLst>
                <a:path w="1527" h="953" extrusionOk="0">
                  <a:moveTo>
                    <a:pt x="20" y="953"/>
                  </a:moveTo>
                  <a:cubicBezTo>
                    <a:pt x="9" y="953"/>
                    <a:pt x="0" y="943"/>
                    <a:pt x="0" y="932"/>
                  </a:cubicBezTo>
                  <a:cubicBezTo>
                    <a:pt x="0" y="920"/>
                    <a:pt x="9" y="911"/>
                    <a:pt x="20" y="911"/>
                  </a:cubicBezTo>
                  <a:cubicBezTo>
                    <a:pt x="167" y="911"/>
                    <a:pt x="167" y="911"/>
                    <a:pt x="167" y="911"/>
                  </a:cubicBezTo>
                  <a:cubicBezTo>
                    <a:pt x="167" y="405"/>
                    <a:pt x="167" y="405"/>
                    <a:pt x="167" y="405"/>
                  </a:cubicBezTo>
                  <a:cubicBezTo>
                    <a:pt x="167" y="393"/>
                    <a:pt x="177" y="384"/>
                    <a:pt x="188" y="384"/>
                  </a:cubicBezTo>
                  <a:cubicBezTo>
                    <a:pt x="428" y="384"/>
                    <a:pt x="428" y="384"/>
                    <a:pt x="428" y="384"/>
                  </a:cubicBezTo>
                  <a:cubicBezTo>
                    <a:pt x="439" y="384"/>
                    <a:pt x="449" y="393"/>
                    <a:pt x="449" y="405"/>
                  </a:cubicBezTo>
                  <a:cubicBezTo>
                    <a:pt x="449" y="911"/>
                    <a:pt x="449" y="911"/>
                    <a:pt x="449" y="911"/>
                  </a:cubicBezTo>
                  <a:cubicBezTo>
                    <a:pt x="623" y="911"/>
                    <a:pt x="623" y="911"/>
                    <a:pt x="623" y="911"/>
                  </a:cubicBezTo>
                  <a:cubicBezTo>
                    <a:pt x="623" y="285"/>
                    <a:pt x="623" y="285"/>
                    <a:pt x="623" y="285"/>
                  </a:cubicBezTo>
                  <a:cubicBezTo>
                    <a:pt x="623" y="273"/>
                    <a:pt x="632" y="264"/>
                    <a:pt x="643" y="264"/>
                  </a:cubicBezTo>
                  <a:cubicBezTo>
                    <a:pt x="883" y="264"/>
                    <a:pt x="883" y="264"/>
                    <a:pt x="883" y="264"/>
                  </a:cubicBezTo>
                  <a:cubicBezTo>
                    <a:pt x="895" y="264"/>
                    <a:pt x="904" y="273"/>
                    <a:pt x="904" y="285"/>
                  </a:cubicBezTo>
                  <a:cubicBezTo>
                    <a:pt x="904" y="911"/>
                    <a:pt x="904" y="911"/>
                    <a:pt x="904" y="911"/>
                  </a:cubicBezTo>
                  <a:cubicBezTo>
                    <a:pt x="1078" y="911"/>
                    <a:pt x="1078" y="911"/>
                    <a:pt x="1078" y="911"/>
                  </a:cubicBezTo>
                  <a:cubicBezTo>
                    <a:pt x="1078" y="21"/>
                    <a:pt x="1078" y="21"/>
                    <a:pt x="1078" y="21"/>
                  </a:cubicBezTo>
                  <a:cubicBezTo>
                    <a:pt x="1078" y="10"/>
                    <a:pt x="1087" y="0"/>
                    <a:pt x="1099" y="0"/>
                  </a:cubicBezTo>
                  <a:cubicBezTo>
                    <a:pt x="1338" y="0"/>
                    <a:pt x="1338" y="0"/>
                    <a:pt x="1338" y="0"/>
                  </a:cubicBezTo>
                  <a:cubicBezTo>
                    <a:pt x="1350" y="0"/>
                    <a:pt x="1359" y="10"/>
                    <a:pt x="1359" y="21"/>
                  </a:cubicBezTo>
                  <a:cubicBezTo>
                    <a:pt x="1359" y="911"/>
                    <a:pt x="1359" y="911"/>
                    <a:pt x="1359" y="911"/>
                  </a:cubicBezTo>
                  <a:cubicBezTo>
                    <a:pt x="1506" y="911"/>
                    <a:pt x="1506" y="911"/>
                    <a:pt x="1506" y="911"/>
                  </a:cubicBezTo>
                  <a:cubicBezTo>
                    <a:pt x="1518" y="911"/>
                    <a:pt x="1527" y="920"/>
                    <a:pt x="1527" y="932"/>
                  </a:cubicBezTo>
                  <a:cubicBezTo>
                    <a:pt x="1527" y="943"/>
                    <a:pt x="1518" y="953"/>
                    <a:pt x="1506" y="953"/>
                  </a:cubicBezTo>
                  <a:lnTo>
                    <a:pt x="20" y="953"/>
                  </a:lnTo>
                  <a:close/>
                  <a:moveTo>
                    <a:pt x="1120" y="911"/>
                  </a:moveTo>
                  <a:cubicBezTo>
                    <a:pt x="1318" y="911"/>
                    <a:pt x="1318" y="911"/>
                    <a:pt x="1318" y="911"/>
                  </a:cubicBezTo>
                  <a:cubicBezTo>
                    <a:pt x="1318" y="42"/>
                    <a:pt x="1318" y="42"/>
                    <a:pt x="1318" y="42"/>
                  </a:cubicBezTo>
                  <a:cubicBezTo>
                    <a:pt x="1120" y="42"/>
                    <a:pt x="1120" y="42"/>
                    <a:pt x="1120" y="42"/>
                  </a:cubicBezTo>
                  <a:lnTo>
                    <a:pt x="1120" y="911"/>
                  </a:lnTo>
                  <a:close/>
                  <a:moveTo>
                    <a:pt x="664" y="911"/>
                  </a:moveTo>
                  <a:cubicBezTo>
                    <a:pt x="862" y="911"/>
                    <a:pt x="862" y="911"/>
                    <a:pt x="862" y="911"/>
                  </a:cubicBezTo>
                  <a:cubicBezTo>
                    <a:pt x="862" y="306"/>
                    <a:pt x="862" y="306"/>
                    <a:pt x="862" y="306"/>
                  </a:cubicBezTo>
                  <a:cubicBezTo>
                    <a:pt x="664" y="306"/>
                    <a:pt x="664" y="306"/>
                    <a:pt x="664" y="306"/>
                  </a:cubicBezTo>
                  <a:lnTo>
                    <a:pt x="664" y="911"/>
                  </a:lnTo>
                  <a:close/>
                  <a:moveTo>
                    <a:pt x="209" y="911"/>
                  </a:moveTo>
                  <a:cubicBezTo>
                    <a:pt x="407" y="911"/>
                    <a:pt x="407" y="911"/>
                    <a:pt x="407" y="911"/>
                  </a:cubicBezTo>
                  <a:cubicBezTo>
                    <a:pt x="407" y="425"/>
                    <a:pt x="407" y="425"/>
                    <a:pt x="407" y="425"/>
                  </a:cubicBezTo>
                  <a:cubicBezTo>
                    <a:pt x="209" y="425"/>
                    <a:pt x="209" y="425"/>
                    <a:pt x="209" y="425"/>
                  </a:cubicBezTo>
                  <a:lnTo>
                    <a:pt x="209" y="9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0" name="Google Shape;1008;p34"/>
            <p:cNvSpPr/>
            <p:nvPr/>
          </p:nvSpPr>
          <p:spPr>
            <a:xfrm>
              <a:off x="6824663" y="-7604125"/>
              <a:ext cx="1457325" cy="881062"/>
            </a:xfrm>
            <a:custGeom>
              <a:avLst/>
              <a:gdLst/>
              <a:ahLst/>
              <a:cxnLst/>
              <a:rect l="l" t="t" r="r" b="b"/>
              <a:pathLst>
                <a:path w="1456" h="881" extrusionOk="0">
                  <a:moveTo>
                    <a:pt x="69" y="881"/>
                  </a:moveTo>
                  <a:cubicBezTo>
                    <a:pt x="32" y="881"/>
                    <a:pt x="2" y="851"/>
                    <a:pt x="1" y="814"/>
                  </a:cubicBezTo>
                  <a:cubicBezTo>
                    <a:pt x="0" y="776"/>
                    <a:pt x="29" y="744"/>
                    <a:pt x="67" y="743"/>
                  </a:cubicBezTo>
                  <a:cubicBezTo>
                    <a:pt x="69" y="743"/>
                    <a:pt x="261" y="736"/>
                    <a:pt x="508" y="647"/>
                  </a:cubicBezTo>
                  <a:cubicBezTo>
                    <a:pt x="703" y="577"/>
                    <a:pt x="985" y="436"/>
                    <a:pt x="1221" y="162"/>
                  </a:cubicBezTo>
                  <a:cubicBezTo>
                    <a:pt x="1224" y="159"/>
                    <a:pt x="1224" y="159"/>
                    <a:pt x="1224" y="159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1" y="161"/>
                    <a:pt x="1198" y="162"/>
                    <a:pt x="1196" y="162"/>
                  </a:cubicBezTo>
                  <a:cubicBezTo>
                    <a:pt x="1161" y="162"/>
                    <a:pt x="1132" y="136"/>
                    <a:pt x="1127" y="101"/>
                  </a:cubicBezTo>
                  <a:cubicBezTo>
                    <a:pt x="1125" y="83"/>
                    <a:pt x="1130" y="66"/>
                    <a:pt x="1142" y="51"/>
                  </a:cubicBezTo>
                  <a:cubicBezTo>
                    <a:pt x="1153" y="36"/>
                    <a:pt x="1169" y="27"/>
                    <a:pt x="1187" y="25"/>
                  </a:cubicBezTo>
                  <a:cubicBezTo>
                    <a:pt x="1379" y="1"/>
                    <a:pt x="1379" y="1"/>
                    <a:pt x="1379" y="1"/>
                  </a:cubicBezTo>
                  <a:cubicBezTo>
                    <a:pt x="1382" y="0"/>
                    <a:pt x="1385" y="0"/>
                    <a:pt x="1387" y="0"/>
                  </a:cubicBezTo>
                  <a:cubicBezTo>
                    <a:pt x="1404" y="0"/>
                    <a:pt x="1420" y="6"/>
                    <a:pt x="1433" y="17"/>
                  </a:cubicBezTo>
                  <a:cubicBezTo>
                    <a:pt x="1448" y="30"/>
                    <a:pt x="1456" y="49"/>
                    <a:pt x="1456" y="69"/>
                  </a:cubicBezTo>
                  <a:cubicBezTo>
                    <a:pt x="1456" y="261"/>
                    <a:pt x="1456" y="261"/>
                    <a:pt x="1456" y="261"/>
                  </a:cubicBezTo>
                  <a:cubicBezTo>
                    <a:pt x="1456" y="299"/>
                    <a:pt x="1425" y="329"/>
                    <a:pt x="1387" y="329"/>
                  </a:cubicBezTo>
                  <a:cubicBezTo>
                    <a:pt x="1351" y="329"/>
                    <a:pt x="1320" y="301"/>
                    <a:pt x="1319" y="264"/>
                  </a:cubicBezTo>
                  <a:cubicBezTo>
                    <a:pt x="1319" y="260"/>
                    <a:pt x="1319" y="260"/>
                    <a:pt x="1319" y="260"/>
                  </a:cubicBezTo>
                  <a:cubicBezTo>
                    <a:pt x="1316" y="263"/>
                    <a:pt x="1316" y="263"/>
                    <a:pt x="1316" y="263"/>
                  </a:cubicBezTo>
                  <a:cubicBezTo>
                    <a:pt x="1240" y="350"/>
                    <a:pt x="1155" y="429"/>
                    <a:pt x="1064" y="499"/>
                  </a:cubicBezTo>
                  <a:cubicBezTo>
                    <a:pt x="1061" y="502"/>
                    <a:pt x="1056" y="503"/>
                    <a:pt x="1052" y="503"/>
                  </a:cubicBezTo>
                  <a:cubicBezTo>
                    <a:pt x="1045" y="503"/>
                    <a:pt x="1039" y="500"/>
                    <a:pt x="1035" y="495"/>
                  </a:cubicBezTo>
                  <a:cubicBezTo>
                    <a:pt x="1032" y="491"/>
                    <a:pt x="1030" y="486"/>
                    <a:pt x="1031" y="480"/>
                  </a:cubicBezTo>
                  <a:cubicBezTo>
                    <a:pt x="1032" y="475"/>
                    <a:pt x="1035" y="470"/>
                    <a:pt x="1039" y="466"/>
                  </a:cubicBezTo>
                  <a:cubicBezTo>
                    <a:pt x="1144" y="385"/>
                    <a:pt x="1239" y="292"/>
                    <a:pt x="1323" y="189"/>
                  </a:cubicBezTo>
                  <a:cubicBezTo>
                    <a:pt x="1327" y="185"/>
                    <a:pt x="1333" y="182"/>
                    <a:pt x="1340" y="182"/>
                  </a:cubicBezTo>
                  <a:cubicBezTo>
                    <a:pt x="1342" y="182"/>
                    <a:pt x="1344" y="182"/>
                    <a:pt x="1347" y="183"/>
                  </a:cubicBezTo>
                  <a:cubicBezTo>
                    <a:pt x="1355" y="186"/>
                    <a:pt x="1360" y="194"/>
                    <a:pt x="1360" y="203"/>
                  </a:cubicBezTo>
                  <a:cubicBezTo>
                    <a:pt x="1360" y="261"/>
                    <a:pt x="1360" y="261"/>
                    <a:pt x="1360" y="261"/>
                  </a:cubicBezTo>
                  <a:cubicBezTo>
                    <a:pt x="1360" y="276"/>
                    <a:pt x="1372" y="288"/>
                    <a:pt x="1387" y="288"/>
                  </a:cubicBezTo>
                  <a:cubicBezTo>
                    <a:pt x="1402" y="288"/>
                    <a:pt x="1415" y="276"/>
                    <a:pt x="1415" y="261"/>
                  </a:cubicBezTo>
                  <a:cubicBezTo>
                    <a:pt x="1415" y="69"/>
                    <a:pt x="1415" y="69"/>
                    <a:pt x="1415" y="69"/>
                  </a:cubicBezTo>
                  <a:cubicBezTo>
                    <a:pt x="1415" y="54"/>
                    <a:pt x="1402" y="42"/>
                    <a:pt x="1387" y="42"/>
                  </a:cubicBezTo>
                  <a:cubicBezTo>
                    <a:pt x="1386" y="42"/>
                    <a:pt x="1385" y="42"/>
                    <a:pt x="1384" y="42"/>
                  </a:cubicBezTo>
                  <a:cubicBezTo>
                    <a:pt x="1192" y="66"/>
                    <a:pt x="1192" y="66"/>
                    <a:pt x="1192" y="66"/>
                  </a:cubicBezTo>
                  <a:cubicBezTo>
                    <a:pt x="1185" y="67"/>
                    <a:pt x="1178" y="71"/>
                    <a:pt x="1173" y="78"/>
                  </a:cubicBezTo>
                  <a:cubicBezTo>
                    <a:pt x="1169" y="84"/>
                    <a:pt x="1167" y="92"/>
                    <a:pt x="1169" y="100"/>
                  </a:cubicBezTo>
                  <a:cubicBezTo>
                    <a:pt x="1172" y="112"/>
                    <a:pt x="1184" y="120"/>
                    <a:pt x="1196" y="120"/>
                  </a:cubicBezTo>
                  <a:cubicBezTo>
                    <a:pt x="1197" y="120"/>
                    <a:pt x="1198" y="120"/>
                    <a:pt x="1199" y="120"/>
                  </a:cubicBezTo>
                  <a:cubicBezTo>
                    <a:pt x="1271" y="111"/>
                    <a:pt x="1271" y="111"/>
                    <a:pt x="1271" y="111"/>
                  </a:cubicBezTo>
                  <a:cubicBezTo>
                    <a:pt x="1272" y="111"/>
                    <a:pt x="1273" y="111"/>
                    <a:pt x="1274" y="111"/>
                  </a:cubicBezTo>
                  <a:cubicBezTo>
                    <a:pt x="1282" y="111"/>
                    <a:pt x="1289" y="115"/>
                    <a:pt x="1292" y="123"/>
                  </a:cubicBezTo>
                  <a:cubicBezTo>
                    <a:pt x="1296" y="130"/>
                    <a:pt x="1295" y="138"/>
                    <a:pt x="1290" y="144"/>
                  </a:cubicBezTo>
                  <a:cubicBezTo>
                    <a:pt x="1041" y="454"/>
                    <a:pt x="735" y="610"/>
                    <a:pt x="522" y="686"/>
                  </a:cubicBezTo>
                  <a:cubicBezTo>
                    <a:pt x="268" y="777"/>
                    <a:pt x="70" y="785"/>
                    <a:pt x="68" y="785"/>
                  </a:cubicBezTo>
                  <a:cubicBezTo>
                    <a:pt x="54" y="785"/>
                    <a:pt x="42" y="798"/>
                    <a:pt x="42" y="813"/>
                  </a:cubicBezTo>
                  <a:cubicBezTo>
                    <a:pt x="43" y="827"/>
                    <a:pt x="55" y="839"/>
                    <a:pt x="69" y="839"/>
                  </a:cubicBezTo>
                  <a:cubicBezTo>
                    <a:pt x="70" y="839"/>
                    <a:pt x="70" y="839"/>
                    <a:pt x="70" y="839"/>
                  </a:cubicBezTo>
                  <a:cubicBezTo>
                    <a:pt x="78" y="839"/>
                    <a:pt x="275" y="832"/>
                    <a:pt x="537" y="739"/>
                  </a:cubicBezTo>
                  <a:cubicBezTo>
                    <a:pt x="684" y="686"/>
                    <a:pt x="822" y="617"/>
                    <a:pt x="948" y="532"/>
                  </a:cubicBezTo>
                  <a:cubicBezTo>
                    <a:pt x="952" y="529"/>
                    <a:pt x="956" y="528"/>
                    <a:pt x="960" y="528"/>
                  </a:cubicBezTo>
                  <a:cubicBezTo>
                    <a:pt x="967" y="528"/>
                    <a:pt x="973" y="532"/>
                    <a:pt x="977" y="537"/>
                  </a:cubicBezTo>
                  <a:cubicBezTo>
                    <a:pt x="980" y="542"/>
                    <a:pt x="981" y="547"/>
                    <a:pt x="980" y="553"/>
                  </a:cubicBezTo>
                  <a:cubicBezTo>
                    <a:pt x="979" y="558"/>
                    <a:pt x="976" y="563"/>
                    <a:pt x="972" y="566"/>
                  </a:cubicBezTo>
                  <a:cubicBezTo>
                    <a:pt x="843" y="653"/>
                    <a:pt x="701" y="724"/>
                    <a:pt x="551" y="778"/>
                  </a:cubicBezTo>
                  <a:cubicBezTo>
                    <a:pt x="283" y="873"/>
                    <a:pt x="80" y="880"/>
                    <a:pt x="71" y="881"/>
                  </a:cubicBezTo>
                  <a:cubicBezTo>
                    <a:pt x="71" y="881"/>
                    <a:pt x="70" y="881"/>
                    <a:pt x="69" y="88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21" name="Google Shape;1009;p34"/>
          <p:cNvSpPr/>
          <p:nvPr/>
        </p:nvSpPr>
        <p:spPr>
          <a:xfrm>
            <a:off x="6302567" y="2047506"/>
            <a:ext cx="412008" cy="492222"/>
          </a:xfrm>
          <a:custGeom>
            <a:avLst/>
            <a:gdLst/>
            <a:ahLst/>
            <a:cxnLst/>
            <a:rect l="l" t="t" r="r" b="b"/>
            <a:pathLst>
              <a:path w="1228" h="1467" extrusionOk="0">
                <a:moveTo>
                  <a:pt x="614" y="1467"/>
                </a:moveTo>
                <a:cubicBezTo>
                  <a:pt x="611" y="1467"/>
                  <a:pt x="607" y="1467"/>
                  <a:pt x="604" y="1466"/>
                </a:cubicBezTo>
                <a:cubicBezTo>
                  <a:pt x="425" y="1392"/>
                  <a:pt x="273" y="1269"/>
                  <a:pt x="165" y="1108"/>
                </a:cubicBezTo>
                <a:cubicBezTo>
                  <a:pt x="57" y="947"/>
                  <a:pt x="0" y="760"/>
                  <a:pt x="0" y="566"/>
                </a:cubicBezTo>
                <a:cubicBezTo>
                  <a:pt x="0" y="270"/>
                  <a:pt x="0" y="270"/>
                  <a:pt x="0" y="270"/>
                </a:cubicBezTo>
                <a:cubicBezTo>
                  <a:pt x="0" y="259"/>
                  <a:pt x="6" y="250"/>
                  <a:pt x="16" y="246"/>
                </a:cubicBezTo>
                <a:cubicBezTo>
                  <a:pt x="604" y="2"/>
                  <a:pt x="604" y="2"/>
                  <a:pt x="604" y="2"/>
                </a:cubicBezTo>
                <a:cubicBezTo>
                  <a:pt x="607" y="0"/>
                  <a:pt x="611" y="0"/>
                  <a:pt x="614" y="0"/>
                </a:cubicBezTo>
                <a:cubicBezTo>
                  <a:pt x="617" y="0"/>
                  <a:pt x="621" y="0"/>
                  <a:pt x="624" y="1"/>
                </a:cubicBezTo>
                <a:cubicBezTo>
                  <a:pt x="1212" y="246"/>
                  <a:pt x="1212" y="246"/>
                  <a:pt x="1212" y="246"/>
                </a:cubicBezTo>
                <a:cubicBezTo>
                  <a:pt x="1222" y="250"/>
                  <a:pt x="1228" y="259"/>
                  <a:pt x="1228" y="270"/>
                </a:cubicBezTo>
                <a:cubicBezTo>
                  <a:pt x="1228" y="566"/>
                  <a:pt x="1228" y="566"/>
                  <a:pt x="1228" y="566"/>
                </a:cubicBezTo>
                <a:cubicBezTo>
                  <a:pt x="1228" y="760"/>
                  <a:pt x="1171" y="947"/>
                  <a:pt x="1063" y="1108"/>
                </a:cubicBezTo>
                <a:cubicBezTo>
                  <a:pt x="955" y="1269"/>
                  <a:pt x="803" y="1392"/>
                  <a:pt x="624" y="1466"/>
                </a:cubicBezTo>
                <a:cubicBezTo>
                  <a:pt x="621" y="1467"/>
                  <a:pt x="617" y="1467"/>
                  <a:pt x="614" y="1467"/>
                </a:cubicBezTo>
                <a:close/>
                <a:moveTo>
                  <a:pt x="52" y="287"/>
                </a:moveTo>
                <a:cubicBezTo>
                  <a:pt x="52" y="566"/>
                  <a:pt x="52" y="566"/>
                  <a:pt x="52" y="566"/>
                </a:cubicBezTo>
                <a:cubicBezTo>
                  <a:pt x="52" y="931"/>
                  <a:pt x="267" y="1261"/>
                  <a:pt x="600" y="1407"/>
                </a:cubicBezTo>
                <a:cubicBezTo>
                  <a:pt x="614" y="1413"/>
                  <a:pt x="614" y="1413"/>
                  <a:pt x="614" y="1413"/>
                </a:cubicBezTo>
                <a:cubicBezTo>
                  <a:pt x="628" y="1407"/>
                  <a:pt x="628" y="1407"/>
                  <a:pt x="628" y="1407"/>
                </a:cubicBezTo>
                <a:cubicBezTo>
                  <a:pt x="961" y="1261"/>
                  <a:pt x="1176" y="931"/>
                  <a:pt x="1176" y="566"/>
                </a:cubicBezTo>
                <a:cubicBezTo>
                  <a:pt x="1176" y="287"/>
                  <a:pt x="1176" y="287"/>
                  <a:pt x="1176" y="287"/>
                </a:cubicBezTo>
                <a:cubicBezTo>
                  <a:pt x="614" y="54"/>
                  <a:pt x="614" y="54"/>
                  <a:pt x="614" y="54"/>
                </a:cubicBezTo>
                <a:lnTo>
                  <a:pt x="52" y="287"/>
                </a:lnTo>
                <a:close/>
                <a:moveTo>
                  <a:pt x="548" y="879"/>
                </a:moveTo>
                <a:cubicBezTo>
                  <a:pt x="541" y="879"/>
                  <a:pt x="534" y="877"/>
                  <a:pt x="529" y="872"/>
                </a:cubicBezTo>
                <a:cubicBezTo>
                  <a:pt x="362" y="704"/>
                  <a:pt x="362" y="704"/>
                  <a:pt x="362" y="704"/>
                </a:cubicBezTo>
                <a:cubicBezTo>
                  <a:pt x="357" y="699"/>
                  <a:pt x="354" y="693"/>
                  <a:pt x="354" y="686"/>
                </a:cubicBezTo>
                <a:cubicBezTo>
                  <a:pt x="354" y="679"/>
                  <a:pt x="357" y="672"/>
                  <a:pt x="362" y="667"/>
                </a:cubicBezTo>
                <a:cubicBezTo>
                  <a:pt x="366" y="663"/>
                  <a:pt x="373" y="660"/>
                  <a:pt x="380" y="660"/>
                </a:cubicBezTo>
                <a:cubicBezTo>
                  <a:pt x="387" y="660"/>
                  <a:pt x="393" y="663"/>
                  <a:pt x="398" y="667"/>
                </a:cubicBezTo>
                <a:cubicBezTo>
                  <a:pt x="548" y="817"/>
                  <a:pt x="548" y="817"/>
                  <a:pt x="548" y="817"/>
                </a:cubicBezTo>
                <a:cubicBezTo>
                  <a:pt x="830" y="535"/>
                  <a:pt x="830" y="535"/>
                  <a:pt x="830" y="535"/>
                </a:cubicBezTo>
                <a:cubicBezTo>
                  <a:pt x="834" y="530"/>
                  <a:pt x="841" y="527"/>
                  <a:pt x="848" y="527"/>
                </a:cubicBezTo>
                <a:cubicBezTo>
                  <a:pt x="855" y="527"/>
                  <a:pt x="861" y="530"/>
                  <a:pt x="866" y="535"/>
                </a:cubicBezTo>
                <a:cubicBezTo>
                  <a:pt x="871" y="540"/>
                  <a:pt x="874" y="546"/>
                  <a:pt x="874" y="553"/>
                </a:cubicBezTo>
                <a:cubicBezTo>
                  <a:pt x="874" y="560"/>
                  <a:pt x="871" y="567"/>
                  <a:pt x="866" y="572"/>
                </a:cubicBezTo>
                <a:cubicBezTo>
                  <a:pt x="566" y="872"/>
                  <a:pt x="566" y="872"/>
                  <a:pt x="566" y="872"/>
                </a:cubicBezTo>
                <a:cubicBezTo>
                  <a:pt x="561" y="877"/>
                  <a:pt x="555" y="879"/>
                  <a:pt x="548" y="879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22" name="Google Shape;1010;p34"/>
          <p:cNvGrpSpPr/>
          <p:nvPr/>
        </p:nvGrpSpPr>
        <p:grpSpPr>
          <a:xfrm>
            <a:off x="6285147" y="1265659"/>
            <a:ext cx="446849" cy="501135"/>
            <a:chOff x="661988" y="-2339975"/>
            <a:chExt cx="1751013" cy="1963737"/>
          </a:xfrm>
          <a:solidFill>
            <a:schemeClr val="bg1">
              <a:lumMod val="75000"/>
            </a:schemeClr>
          </a:solidFill>
        </p:grpSpPr>
        <p:sp>
          <p:nvSpPr>
            <p:cNvPr id="323" name="Google Shape;1011;p34"/>
            <p:cNvSpPr/>
            <p:nvPr/>
          </p:nvSpPr>
          <p:spPr>
            <a:xfrm>
              <a:off x="661988" y="-2339975"/>
              <a:ext cx="1751013" cy="1963737"/>
            </a:xfrm>
            <a:custGeom>
              <a:avLst/>
              <a:gdLst/>
              <a:ahLst/>
              <a:cxnLst/>
              <a:rect l="l" t="t" r="r" b="b"/>
              <a:pathLst>
                <a:path w="1333" h="1493" extrusionOk="0">
                  <a:moveTo>
                    <a:pt x="666" y="1493"/>
                  </a:moveTo>
                  <a:cubicBezTo>
                    <a:pt x="664" y="1493"/>
                    <a:pt x="661" y="1492"/>
                    <a:pt x="658" y="1491"/>
                  </a:cubicBezTo>
                  <a:cubicBezTo>
                    <a:pt x="499" y="1431"/>
                    <a:pt x="366" y="1332"/>
                    <a:pt x="263" y="1198"/>
                  </a:cubicBezTo>
                  <a:cubicBezTo>
                    <a:pt x="181" y="1092"/>
                    <a:pt x="117" y="962"/>
                    <a:pt x="73" y="814"/>
                  </a:cubicBezTo>
                  <a:cubicBezTo>
                    <a:pt x="0" y="563"/>
                    <a:pt x="10" y="347"/>
                    <a:pt x="10" y="338"/>
                  </a:cubicBezTo>
                  <a:cubicBezTo>
                    <a:pt x="11" y="330"/>
                    <a:pt x="16" y="322"/>
                    <a:pt x="23" y="319"/>
                  </a:cubicBezTo>
                  <a:cubicBezTo>
                    <a:pt x="656" y="2"/>
                    <a:pt x="656" y="2"/>
                    <a:pt x="656" y="2"/>
                  </a:cubicBezTo>
                  <a:cubicBezTo>
                    <a:pt x="659" y="1"/>
                    <a:pt x="663" y="0"/>
                    <a:pt x="666" y="0"/>
                  </a:cubicBezTo>
                  <a:cubicBezTo>
                    <a:pt x="670" y="0"/>
                    <a:pt x="674" y="1"/>
                    <a:pt x="677" y="2"/>
                  </a:cubicBezTo>
                  <a:cubicBezTo>
                    <a:pt x="1309" y="319"/>
                    <a:pt x="1309" y="319"/>
                    <a:pt x="1309" y="319"/>
                  </a:cubicBezTo>
                  <a:cubicBezTo>
                    <a:pt x="1317" y="322"/>
                    <a:pt x="1322" y="330"/>
                    <a:pt x="1322" y="338"/>
                  </a:cubicBezTo>
                  <a:cubicBezTo>
                    <a:pt x="1323" y="347"/>
                    <a:pt x="1333" y="563"/>
                    <a:pt x="1259" y="814"/>
                  </a:cubicBezTo>
                  <a:cubicBezTo>
                    <a:pt x="1216" y="962"/>
                    <a:pt x="1152" y="1092"/>
                    <a:pt x="1070" y="1198"/>
                  </a:cubicBezTo>
                  <a:cubicBezTo>
                    <a:pt x="966" y="1332"/>
                    <a:pt x="833" y="1431"/>
                    <a:pt x="675" y="1491"/>
                  </a:cubicBezTo>
                  <a:cubicBezTo>
                    <a:pt x="672" y="1492"/>
                    <a:pt x="669" y="1493"/>
                    <a:pt x="666" y="1493"/>
                  </a:cubicBezTo>
                  <a:close/>
                  <a:moveTo>
                    <a:pt x="57" y="354"/>
                  </a:moveTo>
                  <a:cubicBezTo>
                    <a:pt x="57" y="368"/>
                    <a:pt x="57" y="368"/>
                    <a:pt x="57" y="368"/>
                  </a:cubicBezTo>
                  <a:cubicBezTo>
                    <a:pt x="56" y="434"/>
                    <a:pt x="62" y="610"/>
                    <a:pt x="119" y="804"/>
                  </a:cubicBezTo>
                  <a:cubicBezTo>
                    <a:pt x="213" y="1120"/>
                    <a:pt x="394" y="1335"/>
                    <a:pt x="658" y="1441"/>
                  </a:cubicBezTo>
                  <a:cubicBezTo>
                    <a:pt x="666" y="1444"/>
                    <a:pt x="666" y="1444"/>
                    <a:pt x="666" y="1444"/>
                  </a:cubicBezTo>
                  <a:cubicBezTo>
                    <a:pt x="674" y="1441"/>
                    <a:pt x="674" y="1441"/>
                    <a:pt x="674" y="1441"/>
                  </a:cubicBezTo>
                  <a:cubicBezTo>
                    <a:pt x="939" y="1335"/>
                    <a:pt x="1120" y="1120"/>
                    <a:pt x="1214" y="804"/>
                  </a:cubicBezTo>
                  <a:cubicBezTo>
                    <a:pt x="1271" y="610"/>
                    <a:pt x="1276" y="434"/>
                    <a:pt x="1276" y="368"/>
                  </a:cubicBezTo>
                  <a:cubicBezTo>
                    <a:pt x="1276" y="354"/>
                    <a:pt x="1276" y="354"/>
                    <a:pt x="1276" y="354"/>
                  </a:cubicBezTo>
                  <a:cubicBezTo>
                    <a:pt x="666" y="49"/>
                    <a:pt x="666" y="49"/>
                    <a:pt x="666" y="49"/>
                  </a:cubicBezTo>
                  <a:lnTo>
                    <a:pt x="57" y="3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4" name="Google Shape;1012;p34"/>
            <p:cNvSpPr/>
            <p:nvPr/>
          </p:nvSpPr>
          <p:spPr>
            <a:xfrm>
              <a:off x="914400" y="-2076450"/>
              <a:ext cx="1246188" cy="1441450"/>
            </a:xfrm>
            <a:custGeom>
              <a:avLst/>
              <a:gdLst/>
              <a:ahLst/>
              <a:cxnLst/>
              <a:rect l="l" t="t" r="r" b="b"/>
              <a:pathLst>
                <a:path w="949" h="1096" extrusionOk="0">
                  <a:moveTo>
                    <a:pt x="474" y="1096"/>
                  </a:moveTo>
                  <a:cubicBezTo>
                    <a:pt x="471" y="1096"/>
                    <a:pt x="467" y="1095"/>
                    <a:pt x="464" y="1093"/>
                  </a:cubicBezTo>
                  <a:cubicBezTo>
                    <a:pt x="269" y="997"/>
                    <a:pt x="132" y="822"/>
                    <a:pt x="57" y="572"/>
                  </a:cubicBezTo>
                  <a:cubicBezTo>
                    <a:pt x="19" y="446"/>
                    <a:pt x="5" y="328"/>
                    <a:pt x="0" y="250"/>
                  </a:cubicBezTo>
                  <a:cubicBezTo>
                    <a:pt x="0" y="241"/>
                    <a:pt x="5" y="232"/>
                    <a:pt x="13" y="228"/>
                  </a:cubicBezTo>
                  <a:cubicBezTo>
                    <a:pt x="464" y="3"/>
                    <a:pt x="464" y="3"/>
                    <a:pt x="464" y="3"/>
                  </a:cubicBezTo>
                  <a:cubicBezTo>
                    <a:pt x="467" y="1"/>
                    <a:pt x="471" y="0"/>
                    <a:pt x="474" y="0"/>
                  </a:cubicBezTo>
                  <a:cubicBezTo>
                    <a:pt x="478" y="0"/>
                    <a:pt x="482" y="1"/>
                    <a:pt x="485" y="3"/>
                  </a:cubicBezTo>
                  <a:cubicBezTo>
                    <a:pt x="936" y="228"/>
                    <a:pt x="936" y="228"/>
                    <a:pt x="936" y="228"/>
                  </a:cubicBezTo>
                  <a:cubicBezTo>
                    <a:pt x="944" y="232"/>
                    <a:pt x="949" y="241"/>
                    <a:pt x="948" y="250"/>
                  </a:cubicBezTo>
                  <a:cubicBezTo>
                    <a:pt x="944" y="328"/>
                    <a:pt x="930" y="446"/>
                    <a:pt x="892" y="572"/>
                  </a:cubicBezTo>
                  <a:cubicBezTo>
                    <a:pt x="817" y="821"/>
                    <a:pt x="680" y="997"/>
                    <a:pt x="485" y="1093"/>
                  </a:cubicBezTo>
                  <a:cubicBezTo>
                    <a:pt x="482" y="1095"/>
                    <a:pt x="478" y="1096"/>
                    <a:pt x="474" y="1096"/>
                  </a:cubicBezTo>
                  <a:close/>
                  <a:moveTo>
                    <a:pt x="48" y="263"/>
                  </a:moveTo>
                  <a:cubicBezTo>
                    <a:pt x="49" y="277"/>
                    <a:pt x="49" y="277"/>
                    <a:pt x="49" y="277"/>
                  </a:cubicBezTo>
                  <a:cubicBezTo>
                    <a:pt x="55" y="345"/>
                    <a:pt x="69" y="449"/>
                    <a:pt x="102" y="558"/>
                  </a:cubicBezTo>
                  <a:cubicBezTo>
                    <a:pt x="170" y="786"/>
                    <a:pt x="292" y="948"/>
                    <a:pt x="464" y="1040"/>
                  </a:cubicBezTo>
                  <a:cubicBezTo>
                    <a:pt x="474" y="1046"/>
                    <a:pt x="474" y="1046"/>
                    <a:pt x="474" y="1046"/>
                  </a:cubicBezTo>
                  <a:cubicBezTo>
                    <a:pt x="485" y="1040"/>
                    <a:pt x="485" y="1040"/>
                    <a:pt x="485" y="1040"/>
                  </a:cubicBezTo>
                  <a:cubicBezTo>
                    <a:pt x="656" y="948"/>
                    <a:pt x="778" y="786"/>
                    <a:pt x="847" y="558"/>
                  </a:cubicBezTo>
                  <a:cubicBezTo>
                    <a:pt x="880" y="449"/>
                    <a:pt x="894" y="345"/>
                    <a:pt x="899" y="277"/>
                  </a:cubicBezTo>
                  <a:cubicBezTo>
                    <a:pt x="901" y="263"/>
                    <a:pt x="901" y="263"/>
                    <a:pt x="901" y="263"/>
                  </a:cubicBezTo>
                  <a:cubicBezTo>
                    <a:pt x="474" y="50"/>
                    <a:pt x="474" y="50"/>
                    <a:pt x="474" y="50"/>
                  </a:cubicBezTo>
                  <a:lnTo>
                    <a:pt x="48" y="2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25" name="Google Shape;1013;p34"/>
          <p:cNvGrpSpPr/>
          <p:nvPr/>
        </p:nvGrpSpPr>
        <p:grpSpPr>
          <a:xfrm>
            <a:off x="6258814" y="2797797"/>
            <a:ext cx="499514" cy="499514"/>
            <a:chOff x="6116638" y="-2338388"/>
            <a:chExt cx="1957387" cy="1957387"/>
          </a:xfrm>
          <a:solidFill>
            <a:schemeClr val="bg1">
              <a:lumMod val="75000"/>
            </a:schemeClr>
          </a:solidFill>
        </p:grpSpPr>
        <p:sp>
          <p:nvSpPr>
            <p:cNvPr id="326" name="Google Shape;1014;p34"/>
            <p:cNvSpPr/>
            <p:nvPr/>
          </p:nvSpPr>
          <p:spPr>
            <a:xfrm>
              <a:off x="7042150" y="-1411288"/>
              <a:ext cx="1031875" cy="1030287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393" y="784"/>
                  </a:moveTo>
                  <a:cubicBezTo>
                    <a:pt x="176" y="784"/>
                    <a:pt x="0" y="608"/>
                    <a:pt x="0" y="392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2"/>
                  </a:cubicBezTo>
                  <a:cubicBezTo>
                    <a:pt x="785" y="608"/>
                    <a:pt x="609" y="784"/>
                    <a:pt x="393" y="784"/>
                  </a:cubicBezTo>
                  <a:close/>
                  <a:moveTo>
                    <a:pt x="393" y="48"/>
                  </a:moveTo>
                  <a:cubicBezTo>
                    <a:pt x="203" y="48"/>
                    <a:pt x="49" y="202"/>
                    <a:pt x="49" y="392"/>
                  </a:cubicBezTo>
                  <a:cubicBezTo>
                    <a:pt x="49" y="582"/>
                    <a:pt x="203" y="736"/>
                    <a:pt x="393" y="736"/>
                  </a:cubicBezTo>
                  <a:cubicBezTo>
                    <a:pt x="582" y="736"/>
                    <a:pt x="736" y="582"/>
                    <a:pt x="736" y="392"/>
                  </a:cubicBezTo>
                  <a:cubicBezTo>
                    <a:pt x="736" y="202"/>
                    <a:pt x="582" y="48"/>
                    <a:pt x="393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7" name="Google Shape;1015;p34"/>
            <p:cNvSpPr/>
            <p:nvPr/>
          </p:nvSpPr>
          <p:spPr>
            <a:xfrm>
              <a:off x="7273925" y="-1117600"/>
              <a:ext cx="527050" cy="400050"/>
            </a:xfrm>
            <a:custGeom>
              <a:avLst/>
              <a:gdLst/>
              <a:ahLst/>
              <a:cxnLst/>
              <a:rect l="l" t="t" r="r" b="b"/>
              <a:pathLst>
                <a:path w="401" h="304" extrusionOk="0">
                  <a:moveTo>
                    <a:pt x="153" y="304"/>
                  </a:moveTo>
                  <a:cubicBezTo>
                    <a:pt x="146" y="304"/>
                    <a:pt x="140" y="302"/>
                    <a:pt x="136" y="297"/>
                  </a:cubicBezTo>
                  <a:cubicBezTo>
                    <a:pt x="7" y="169"/>
                    <a:pt x="7" y="169"/>
                    <a:pt x="7" y="169"/>
                  </a:cubicBezTo>
                  <a:cubicBezTo>
                    <a:pt x="3" y="165"/>
                    <a:pt x="0" y="158"/>
                    <a:pt x="0" y="152"/>
                  </a:cubicBezTo>
                  <a:cubicBezTo>
                    <a:pt x="0" y="145"/>
                    <a:pt x="3" y="139"/>
                    <a:pt x="7" y="135"/>
                  </a:cubicBezTo>
                  <a:cubicBezTo>
                    <a:pt x="12" y="130"/>
                    <a:pt x="18" y="128"/>
                    <a:pt x="25" y="128"/>
                  </a:cubicBezTo>
                  <a:cubicBezTo>
                    <a:pt x="31" y="128"/>
                    <a:pt x="37" y="130"/>
                    <a:pt x="42" y="13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358" y="8"/>
                    <a:pt x="358" y="8"/>
                    <a:pt x="358" y="8"/>
                  </a:cubicBezTo>
                  <a:cubicBezTo>
                    <a:pt x="363" y="3"/>
                    <a:pt x="370" y="0"/>
                    <a:pt x="377" y="0"/>
                  </a:cubicBezTo>
                  <a:cubicBezTo>
                    <a:pt x="383" y="0"/>
                    <a:pt x="388" y="2"/>
                    <a:pt x="393" y="6"/>
                  </a:cubicBezTo>
                  <a:cubicBezTo>
                    <a:pt x="397" y="10"/>
                    <a:pt x="400" y="16"/>
                    <a:pt x="401" y="22"/>
                  </a:cubicBezTo>
                  <a:cubicBezTo>
                    <a:pt x="401" y="29"/>
                    <a:pt x="399" y="35"/>
                    <a:pt x="395" y="40"/>
                  </a:cubicBezTo>
                  <a:cubicBezTo>
                    <a:pt x="171" y="296"/>
                    <a:pt x="171" y="296"/>
                    <a:pt x="171" y="296"/>
                  </a:cubicBezTo>
                  <a:cubicBezTo>
                    <a:pt x="166" y="301"/>
                    <a:pt x="160" y="304"/>
                    <a:pt x="154" y="304"/>
                  </a:cubicBezTo>
                  <a:lnTo>
                    <a:pt x="153" y="30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8" name="Google Shape;1016;p34"/>
            <p:cNvSpPr/>
            <p:nvPr/>
          </p:nvSpPr>
          <p:spPr>
            <a:xfrm>
              <a:off x="6116638" y="-2338388"/>
              <a:ext cx="1368425" cy="1704975"/>
            </a:xfrm>
            <a:custGeom>
              <a:avLst/>
              <a:gdLst/>
              <a:ahLst/>
              <a:cxnLst/>
              <a:rect l="l" t="t" r="r" b="b"/>
              <a:pathLst>
                <a:path w="1041" h="1296" extrusionOk="0">
                  <a:moveTo>
                    <a:pt x="521" y="1296"/>
                  </a:moveTo>
                  <a:cubicBezTo>
                    <a:pt x="519" y="1296"/>
                    <a:pt x="518" y="1296"/>
                    <a:pt x="516" y="1296"/>
                  </a:cubicBezTo>
                  <a:cubicBezTo>
                    <a:pt x="516" y="1296"/>
                    <a:pt x="516" y="1296"/>
                    <a:pt x="516" y="1296"/>
                  </a:cubicBezTo>
                  <a:cubicBezTo>
                    <a:pt x="515" y="1295"/>
                    <a:pt x="384" y="1269"/>
                    <a:pt x="255" y="1169"/>
                  </a:cubicBezTo>
                  <a:cubicBezTo>
                    <a:pt x="181" y="1112"/>
                    <a:pt x="122" y="1042"/>
                    <a:pt x="80" y="962"/>
                  </a:cubicBezTo>
                  <a:cubicBezTo>
                    <a:pt x="27" y="861"/>
                    <a:pt x="0" y="743"/>
                    <a:pt x="0" y="612"/>
                  </a:cubicBezTo>
                  <a:cubicBezTo>
                    <a:pt x="0" y="216"/>
                    <a:pt x="0" y="216"/>
                    <a:pt x="0" y="216"/>
                  </a:cubicBezTo>
                  <a:cubicBezTo>
                    <a:pt x="0" y="206"/>
                    <a:pt x="6" y="197"/>
                    <a:pt x="16" y="193"/>
                  </a:cubicBezTo>
                  <a:cubicBezTo>
                    <a:pt x="512" y="1"/>
                    <a:pt x="512" y="1"/>
                    <a:pt x="512" y="1"/>
                  </a:cubicBezTo>
                  <a:cubicBezTo>
                    <a:pt x="515" y="0"/>
                    <a:pt x="518" y="0"/>
                    <a:pt x="521" y="0"/>
                  </a:cubicBezTo>
                  <a:cubicBezTo>
                    <a:pt x="524" y="0"/>
                    <a:pt x="526" y="0"/>
                    <a:pt x="529" y="1"/>
                  </a:cubicBezTo>
                  <a:cubicBezTo>
                    <a:pt x="1025" y="193"/>
                    <a:pt x="1025" y="193"/>
                    <a:pt x="1025" y="193"/>
                  </a:cubicBezTo>
                  <a:cubicBezTo>
                    <a:pt x="1035" y="197"/>
                    <a:pt x="1041" y="206"/>
                    <a:pt x="1041" y="216"/>
                  </a:cubicBezTo>
                  <a:cubicBezTo>
                    <a:pt x="1041" y="504"/>
                    <a:pt x="1041" y="504"/>
                    <a:pt x="1041" y="504"/>
                  </a:cubicBezTo>
                  <a:cubicBezTo>
                    <a:pt x="1041" y="517"/>
                    <a:pt x="1030" y="528"/>
                    <a:pt x="1017" y="528"/>
                  </a:cubicBezTo>
                  <a:cubicBezTo>
                    <a:pt x="1003" y="528"/>
                    <a:pt x="992" y="517"/>
                    <a:pt x="992" y="504"/>
                  </a:cubicBezTo>
                  <a:cubicBezTo>
                    <a:pt x="992" y="233"/>
                    <a:pt x="992" y="233"/>
                    <a:pt x="992" y="233"/>
                  </a:cubicBezTo>
                  <a:cubicBezTo>
                    <a:pt x="521" y="50"/>
                    <a:pt x="521" y="50"/>
                    <a:pt x="521" y="50"/>
                  </a:cubicBezTo>
                  <a:cubicBezTo>
                    <a:pt x="49" y="233"/>
                    <a:pt x="49" y="233"/>
                    <a:pt x="49" y="233"/>
                  </a:cubicBezTo>
                  <a:cubicBezTo>
                    <a:pt x="49" y="612"/>
                    <a:pt x="49" y="612"/>
                    <a:pt x="49" y="612"/>
                  </a:cubicBezTo>
                  <a:cubicBezTo>
                    <a:pt x="49" y="824"/>
                    <a:pt x="119" y="992"/>
                    <a:pt x="257" y="1112"/>
                  </a:cubicBezTo>
                  <a:cubicBezTo>
                    <a:pt x="366" y="1206"/>
                    <a:pt x="483" y="1238"/>
                    <a:pt x="516" y="1246"/>
                  </a:cubicBezTo>
                  <a:cubicBezTo>
                    <a:pt x="519" y="1247"/>
                    <a:pt x="519" y="1247"/>
                    <a:pt x="519" y="1247"/>
                  </a:cubicBezTo>
                  <a:cubicBezTo>
                    <a:pt x="524" y="1247"/>
                    <a:pt x="524" y="1247"/>
                    <a:pt x="524" y="1247"/>
                  </a:cubicBezTo>
                  <a:cubicBezTo>
                    <a:pt x="526" y="1246"/>
                    <a:pt x="526" y="1246"/>
                    <a:pt x="526" y="1246"/>
                  </a:cubicBezTo>
                  <a:cubicBezTo>
                    <a:pt x="528" y="1246"/>
                    <a:pt x="530" y="1246"/>
                    <a:pt x="531" y="1246"/>
                  </a:cubicBezTo>
                  <a:cubicBezTo>
                    <a:pt x="542" y="1246"/>
                    <a:pt x="552" y="1254"/>
                    <a:pt x="555" y="1265"/>
                  </a:cubicBezTo>
                  <a:cubicBezTo>
                    <a:pt x="556" y="1272"/>
                    <a:pt x="555" y="1278"/>
                    <a:pt x="551" y="1284"/>
                  </a:cubicBezTo>
                  <a:cubicBezTo>
                    <a:pt x="547" y="1289"/>
                    <a:pt x="542" y="1293"/>
                    <a:pt x="536" y="1294"/>
                  </a:cubicBezTo>
                  <a:cubicBezTo>
                    <a:pt x="524" y="1296"/>
                    <a:pt x="524" y="1296"/>
                    <a:pt x="524" y="1296"/>
                  </a:cubicBezTo>
                  <a:cubicBezTo>
                    <a:pt x="523" y="1296"/>
                    <a:pt x="522" y="1296"/>
                    <a:pt x="521" y="1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29" name="Google Shape;1017;p34"/>
          <p:cNvSpPr/>
          <p:nvPr/>
        </p:nvSpPr>
        <p:spPr>
          <a:xfrm>
            <a:off x="6277664" y="494811"/>
            <a:ext cx="461814" cy="547812"/>
          </a:xfrm>
          <a:custGeom>
            <a:avLst/>
            <a:gdLst/>
            <a:ahLst/>
            <a:cxnLst/>
            <a:rect l="l" t="t" r="r" b="b"/>
            <a:pathLst>
              <a:path w="1472" h="1745" extrusionOk="0">
                <a:moveTo>
                  <a:pt x="724" y="1745"/>
                </a:moveTo>
                <a:cubicBezTo>
                  <a:pt x="399" y="1632"/>
                  <a:pt x="191" y="1442"/>
                  <a:pt x="88" y="1165"/>
                </a:cubicBezTo>
                <a:cubicBezTo>
                  <a:pt x="0" y="924"/>
                  <a:pt x="4" y="663"/>
                  <a:pt x="9" y="433"/>
                </a:cubicBezTo>
                <a:cubicBezTo>
                  <a:pt x="9" y="431"/>
                  <a:pt x="9" y="431"/>
                  <a:pt x="9" y="431"/>
                </a:cubicBezTo>
                <a:cubicBezTo>
                  <a:pt x="11" y="383"/>
                  <a:pt x="11" y="336"/>
                  <a:pt x="11" y="291"/>
                </a:cubicBezTo>
                <a:cubicBezTo>
                  <a:pt x="11" y="277"/>
                  <a:pt x="22" y="266"/>
                  <a:pt x="36" y="266"/>
                </a:cubicBezTo>
                <a:cubicBezTo>
                  <a:pt x="317" y="266"/>
                  <a:pt x="534" y="184"/>
                  <a:pt x="718" y="8"/>
                </a:cubicBezTo>
                <a:cubicBezTo>
                  <a:pt x="719" y="8"/>
                  <a:pt x="719" y="8"/>
                  <a:pt x="719" y="8"/>
                </a:cubicBezTo>
                <a:cubicBezTo>
                  <a:pt x="719" y="8"/>
                  <a:pt x="719" y="8"/>
                  <a:pt x="719" y="8"/>
                </a:cubicBezTo>
                <a:cubicBezTo>
                  <a:pt x="719" y="7"/>
                  <a:pt x="720" y="7"/>
                  <a:pt x="720" y="6"/>
                </a:cubicBezTo>
                <a:cubicBezTo>
                  <a:pt x="725" y="2"/>
                  <a:pt x="730" y="0"/>
                  <a:pt x="736" y="0"/>
                </a:cubicBezTo>
                <a:cubicBezTo>
                  <a:pt x="742" y="0"/>
                  <a:pt x="748" y="3"/>
                  <a:pt x="752" y="8"/>
                </a:cubicBezTo>
                <a:cubicBezTo>
                  <a:pt x="753" y="8"/>
                  <a:pt x="753" y="8"/>
                  <a:pt x="753" y="8"/>
                </a:cubicBezTo>
                <a:cubicBezTo>
                  <a:pt x="753" y="8"/>
                  <a:pt x="753" y="8"/>
                  <a:pt x="753" y="8"/>
                </a:cubicBezTo>
                <a:cubicBezTo>
                  <a:pt x="938" y="184"/>
                  <a:pt x="1154" y="266"/>
                  <a:pt x="1436" y="266"/>
                </a:cubicBezTo>
                <a:cubicBezTo>
                  <a:pt x="1449" y="266"/>
                  <a:pt x="1461" y="277"/>
                  <a:pt x="1461" y="291"/>
                </a:cubicBezTo>
                <a:cubicBezTo>
                  <a:pt x="1461" y="336"/>
                  <a:pt x="1461" y="383"/>
                  <a:pt x="1463" y="434"/>
                </a:cubicBezTo>
                <a:cubicBezTo>
                  <a:pt x="1463" y="435"/>
                  <a:pt x="1463" y="435"/>
                  <a:pt x="1463" y="435"/>
                </a:cubicBezTo>
                <a:cubicBezTo>
                  <a:pt x="1467" y="665"/>
                  <a:pt x="1472" y="925"/>
                  <a:pt x="1383" y="1165"/>
                </a:cubicBezTo>
                <a:cubicBezTo>
                  <a:pt x="1280" y="1443"/>
                  <a:pt x="1072" y="1633"/>
                  <a:pt x="745" y="1745"/>
                </a:cubicBezTo>
                <a:lnTo>
                  <a:pt x="724" y="1745"/>
                </a:lnTo>
                <a:close/>
                <a:moveTo>
                  <a:pt x="56" y="571"/>
                </a:moveTo>
                <a:cubicBezTo>
                  <a:pt x="54" y="1029"/>
                  <a:pt x="134" y="1482"/>
                  <a:pt x="730" y="1694"/>
                </a:cubicBezTo>
                <a:cubicBezTo>
                  <a:pt x="736" y="1696"/>
                  <a:pt x="736" y="1696"/>
                  <a:pt x="736" y="1696"/>
                </a:cubicBezTo>
                <a:cubicBezTo>
                  <a:pt x="741" y="1695"/>
                  <a:pt x="741" y="1695"/>
                  <a:pt x="741" y="1695"/>
                </a:cubicBezTo>
                <a:cubicBezTo>
                  <a:pt x="847" y="1658"/>
                  <a:pt x="947" y="1607"/>
                  <a:pt x="1038" y="1542"/>
                </a:cubicBezTo>
                <a:cubicBezTo>
                  <a:pt x="1054" y="1530"/>
                  <a:pt x="1054" y="1530"/>
                  <a:pt x="1054" y="1530"/>
                </a:cubicBezTo>
                <a:cubicBezTo>
                  <a:pt x="56" y="530"/>
                  <a:pt x="56" y="530"/>
                  <a:pt x="56" y="530"/>
                </a:cubicBezTo>
                <a:lnTo>
                  <a:pt x="56" y="571"/>
                </a:lnTo>
                <a:close/>
                <a:moveTo>
                  <a:pt x="384" y="266"/>
                </a:moveTo>
                <a:cubicBezTo>
                  <a:pt x="284" y="296"/>
                  <a:pt x="181" y="313"/>
                  <a:pt x="77" y="316"/>
                </a:cubicBezTo>
                <a:cubicBezTo>
                  <a:pt x="60" y="316"/>
                  <a:pt x="60" y="316"/>
                  <a:pt x="60" y="316"/>
                </a:cubicBezTo>
                <a:cubicBezTo>
                  <a:pt x="60" y="333"/>
                  <a:pt x="60" y="333"/>
                  <a:pt x="60" y="333"/>
                </a:cubicBezTo>
                <a:cubicBezTo>
                  <a:pt x="60" y="348"/>
                  <a:pt x="60" y="364"/>
                  <a:pt x="59" y="381"/>
                </a:cubicBezTo>
                <a:cubicBezTo>
                  <a:pt x="59" y="398"/>
                  <a:pt x="58" y="416"/>
                  <a:pt x="58" y="433"/>
                </a:cubicBezTo>
                <a:cubicBezTo>
                  <a:pt x="58" y="463"/>
                  <a:pt x="58" y="463"/>
                  <a:pt x="58" y="463"/>
                </a:cubicBezTo>
                <a:cubicBezTo>
                  <a:pt x="1095" y="1499"/>
                  <a:pt x="1095" y="1499"/>
                  <a:pt x="1095" y="1499"/>
                </a:cubicBezTo>
                <a:cubicBezTo>
                  <a:pt x="1107" y="1488"/>
                  <a:pt x="1107" y="1488"/>
                  <a:pt x="1107" y="1488"/>
                </a:cubicBezTo>
                <a:cubicBezTo>
                  <a:pt x="1197" y="1408"/>
                  <a:pt x="1267" y="1311"/>
                  <a:pt x="1316" y="1200"/>
                </a:cubicBezTo>
                <a:cubicBezTo>
                  <a:pt x="1320" y="1190"/>
                  <a:pt x="1320" y="1190"/>
                  <a:pt x="1320" y="1190"/>
                </a:cubicBezTo>
                <a:cubicBezTo>
                  <a:pt x="394" y="263"/>
                  <a:pt x="394" y="263"/>
                  <a:pt x="394" y="263"/>
                </a:cubicBezTo>
                <a:lnTo>
                  <a:pt x="384" y="266"/>
                </a:lnTo>
                <a:close/>
                <a:moveTo>
                  <a:pt x="724" y="69"/>
                </a:moveTo>
                <a:cubicBezTo>
                  <a:pt x="649" y="139"/>
                  <a:pt x="563" y="195"/>
                  <a:pt x="468" y="235"/>
                </a:cubicBezTo>
                <a:cubicBezTo>
                  <a:pt x="445" y="245"/>
                  <a:pt x="445" y="245"/>
                  <a:pt x="445" y="245"/>
                </a:cubicBezTo>
                <a:cubicBezTo>
                  <a:pt x="1339" y="1139"/>
                  <a:pt x="1339" y="1139"/>
                  <a:pt x="1339" y="1139"/>
                </a:cubicBezTo>
                <a:cubicBezTo>
                  <a:pt x="1347" y="1113"/>
                  <a:pt x="1347" y="1113"/>
                  <a:pt x="1347" y="1113"/>
                </a:cubicBezTo>
                <a:cubicBezTo>
                  <a:pt x="1422" y="892"/>
                  <a:pt x="1417" y="648"/>
                  <a:pt x="1413" y="433"/>
                </a:cubicBezTo>
                <a:cubicBezTo>
                  <a:pt x="1413" y="416"/>
                  <a:pt x="1413" y="399"/>
                  <a:pt x="1412" y="382"/>
                </a:cubicBezTo>
                <a:cubicBezTo>
                  <a:pt x="1412" y="366"/>
                  <a:pt x="1411" y="349"/>
                  <a:pt x="1411" y="333"/>
                </a:cubicBezTo>
                <a:cubicBezTo>
                  <a:pt x="1411" y="316"/>
                  <a:pt x="1411" y="316"/>
                  <a:pt x="1411" y="316"/>
                </a:cubicBezTo>
                <a:cubicBezTo>
                  <a:pt x="1395" y="316"/>
                  <a:pt x="1395" y="316"/>
                  <a:pt x="1395" y="316"/>
                </a:cubicBezTo>
                <a:cubicBezTo>
                  <a:pt x="1129" y="307"/>
                  <a:pt x="923" y="229"/>
                  <a:pt x="747" y="69"/>
                </a:cubicBezTo>
                <a:cubicBezTo>
                  <a:pt x="736" y="59"/>
                  <a:pt x="736" y="59"/>
                  <a:pt x="736" y="59"/>
                </a:cubicBezTo>
                <a:lnTo>
                  <a:pt x="724" y="6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30" name="Google Shape;1018;p34"/>
          <p:cNvGrpSpPr/>
          <p:nvPr/>
        </p:nvGrpSpPr>
        <p:grpSpPr>
          <a:xfrm>
            <a:off x="450972" y="5874677"/>
            <a:ext cx="631302" cy="507246"/>
            <a:chOff x="1077913" y="1092200"/>
            <a:chExt cx="363538" cy="292100"/>
          </a:xfrm>
          <a:solidFill>
            <a:schemeClr val="bg1">
              <a:lumMod val="75000"/>
            </a:schemeClr>
          </a:solidFill>
        </p:grpSpPr>
        <p:sp>
          <p:nvSpPr>
            <p:cNvPr id="331" name="Google Shape;1019;p34"/>
            <p:cNvSpPr/>
            <p:nvPr/>
          </p:nvSpPr>
          <p:spPr>
            <a:xfrm>
              <a:off x="1208088" y="1282700"/>
              <a:ext cx="30163" cy="28575"/>
            </a:xfrm>
            <a:custGeom>
              <a:avLst/>
              <a:gdLst/>
              <a:ahLst/>
              <a:cxnLst/>
              <a:rect l="l" t="t" r="r" b="b"/>
              <a:pathLst>
                <a:path w="44" h="43" extrusionOk="0">
                  <a:moveTo>
                    <a:pt x="22" y="43"/>
                  </a:moveTo>
                  <a:cubicBezTo>
                    <a:pt x="34" y="43"/>
                    <a:pt x="44" y="33"/>
                    <a:pt x="44" y="21"/>
                  </a:cubicBezTo>
                  <a:cubicBezTo>
                    <a:pt x="44" y="10"/>
                    <a:pt x="34" y="0"/>
                    <a:pt x="22" y="0"/>
                  </a:cubicBezTo>
                  <a:cubicBezTo>
                    <a:pt x="10" y="0"/>
                    <a:pt x="0" y="10"/>
                    <a:pt x="0" y="21"/>
                  </a:cubicBezTo>
                  <a:cubicBezTo>
                    <a:pt x="0" y="33"/>
                    <a:pt x="10" y="43"/>
                    <a:pt x="22" y="43"/>
                  </a:cubicBezTo>
                  <a:close/>
                  <a:moveTo>
                    <a:pt x="22" y="14"/>
                  </a:moveTo>
                  <a:cubicBezTo>
                    <a:pt x="26" y="14"/>
                    <a:pt x="29" y="17"/>
                    <a:pt x="29" y="21"/>
                  </a:cubicBezTo>
                  <a:cubicBezTo>
                    <a:pt x="29" y="25"/>
                    <a:pt x="26" y="29"/>
                    <a:pt x="22" y="29"/>
                  </a:cubicBezTo>
                  <a:cubicBezTo>
                    <a:pt x="18" y="29"/>
                    <a:pt x="15" y="25"/>
                    <a:pt x="15" y="21"/>
                  </a:cubicBezTo>
                  <a:cubicBezTo>
                    <a:pt x="15" y="17"/>
                    <a:pt x="18" y="14"/>
                    <a:pt x="2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2" name="Google Shape;1020;p34"/>
            <p:cNvSpPr/>
            <p:nvPr/>
          </p:nvSpPr>
          <p:spPr>
            <a:xfrm>
              <a:off x="1077913" y="1092200"/>
              <a:ext cx="363538" cy="292100"/>
            </a:xfrm>
            <a:custGeom>
              <a:avLst/>
              <a:gdLst/>
              <a:ahLst/>
              <a:cxnLst/>
              <a:rect l="l" t="t" r="r" b="b"/>
              <a:pathLst>
                <a:path w="540" h="432" extrusionOk="0">
                  <a:moveTo>
                    <a:pt x="518" y="132"/>
                  </a:moveTo>
                  <a:cubicBezTo>
                    <a:pt x="432" y="132"/>
                    <a:pt x="432" y="132"/>
                    <a:pt x="432" y="132"/>
                  </a:cubicBezTo>
                  <a:cubicBezTo>
                    <a:pt x="432" y="36"/>
                    <a:pt x="432" y="36"/>
                    <a:pt x="432" y="36"/>
                  </a:cubicBezTo>
                  <a:cubicBezTo>
                    <a:pt x="432" y="16"/>
                    <a:pt x="416" y="0"/>
                    <a:pt x="39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310"/>
                    <a:pt x="0" y="310"/>
                    <a:pt x="0" y="310"/>
                  </a:cubicBezTo>
                  <a:cubicBezTo>
                    <a:pt x="0" y="330"/>
                    <a:pt x="16" y="346"/>
                    <a:pt x="36" y="346"/>
                  </a:cubicBezTo>
                  <a:cubicBezTo>
                    <a:pt x="155" y="346"/>
                    <a:pt x="155" y="346"/>
                    <a:pt x="155" y="346"/>
                  </a:cubicBezTo>
                  <a:cubicBezTo>
                    <a:pt x="139" y="389"/>
                    <a:pt x="139" y="389"/>
                    <a:pt x="139" y="389"/>
                  </a:cubicBezTo>
                  <a:cubicBezTo>
                    <a:pt x="122" y="389"/>
                    <a:pt x="122" y="389"/>
                    <a:pt x="122" y="389"/>
                  </a:cubicBezTo>
                  <a:cubicBezTo>
                    <a:pt x="110" y="389"/>
                    <a:pt x="101" y="399"/>
                    <a:pt x="101" y="410"/>
                  </a:cubicBezTo>
                  <a:cubicBezTo>
                    <a:pt x="101" y="425"/>
                    <a:pt x="101" y="425"/>
                    <a:pt x="101" y="425"/>
                  </a:cubicBezTo>
                  <a:cubicBezTo>
                    <a:pt x="101" y="429"/>
                    <a:pt x="104" y="432"/>
                    <a:pt x="108" y="432"/>
                  </a:cubicBezTo>
                  <a:cubicBezTo>
                    <a:pt x="324" y="432"/>
                    <a:pt x="324" y="432"/>
                    <a:pt x="324" y="432"/>
                  </a:cubicBezTo>
                  <a:cubicBezTo>
                    <a:pt x="328" y="432"/>
                    <a:pt x="331" y="429"/>
                    <a:pt x="331" y="425"/>
                  </a:cubicBezTo>
                  <a:cubicBezTo>
                    <a:pt x="331" y="410"/>
                    <a:pt x="331" y="410"/>
                    <a:pt x="331" y="410"/>
                  </a:cubicBezTo>
                  <a:cubicBezTo>
                    <a:pt x="331" y="399"/>
                    <a:pt x="322" y="389"/>
                    <a:pt x="310" y="389"/>
                  </a:cubicBezTo>
                  <a:cubicBezTo>
                    <a:pt x="293" y="389"/>
                    <a:pt x="293" y="389"/>
                    <a:pt x="293" y="389"/>
                  </a:cubicBezTo>
                  <a:cubicBezTo>
                    <a:pt x="277" y="346"/>
                    <a:pt x="277" y="346"/>
                    <a:pt x="277" y="346"/>
                  </a:cubicBezTo>
                  <a:cubicBezTo>
                    <a:pt x="375" y="346"/>
                    <a:pt x="375" y="346"/>
                    <a:pt x="375" y="346"/>
                  </a:cubicBezTo>
                  <a:cubicBezTo>
                    <a:pt x="375" y="408"/>
                    <a:pt x="375" y="408"/>
                    <a:pt x="375" y="408"/>
                  </a:cubicBezTo>
                  <a:cubicBezTo>
                    <a:pt x="375" y="420"/>
                    <a:pt x="385" y="430"/>
                    <a:pt x="397" y="430"/>
                  </a:cubicBezTo>
                  <a:cubicBezTo>
                    <a:pt x="518" y="430"/>
                    <a:pt x="518" y="430"/>
                    <a:pt x="518" y="430"/>
                  </a:cubicBezTo>
                  <a:cubicBezTo>
                    <a:pt x="531" y="430"/>
                    <a:pt x="540" y="420"/>
                    <a:pt x="540" y="408"/>
                  </a:cubicBezTo>
                  <a:cubicBezTo>
                    <a:pt x="540" y="154"/>
                    <a:pt x="540" y="154"/>
                    <a:pt x="540" y="154"/>
                  </a:cubicBezTo>
                  <a:cubicBezTo>
                    <a:pt x="540" y="142"/>
                    <a:pt x="531" y="132"/>
                    <a:pt x="518" y="132"/>
                  </a:cubicBezTo>
                  <a:close/>
                  <a:moveTo>
                    <a:pt x="310" y="403"/>
                  </a:moveTo>
                  <a:cubicBezTo>
                    <a:pt x="314" y="403"/>
                    <a:pt x="317" y="407"/>
                    <a:pt x="317" y="410"/>
                  </a:cubicBezTo>
                  <a:cubicBezTo>
                    <a:pt x="317" y="418"/>
                    <a:pt x="317" y="418"/>
                    <a:pt x="317" y="418"/>
                  </a:cubicBezTo>
                  <a:cubicBezTo>
                    <a:pt x="115" y="418"/>
                    <a:pt x="115" y="418"/>
                    <a:pt x="115" y="418"/>
                  </a:cubicBezTo>
                  <a:cubicBezTo>
                    <a:pt x="115" y="410"/>
                    <a:pt x="115" y="410"/>
                    <a:pt x="115" y="410"/>
                  </a:cubicBezTo>
                  <a:cubicBezTo>
                    <a:pt x="115" y="407"/>
                    <a:pt x="118" y="403"/>
                    <a:pt x="122" y="403"/>
                  </a:cubicBezTo>
                  <a:lnTo>
                    <a:pt x="310" y="403"/>
                  </a:lnTo>
                  <a:close/>
                  <a:moveTo>
                    <a:pt x="278" y="389"/>
                  </a:moveTo>
                  <a:cubicBezTo>
                    <a:pt x="154" y="389"/>
                    <a:pt x="154" y="389"/>
                    <a:pt x="154" y="389"/>
                  </a:cubicBezTo>
                  <a:cubicBezTo>
                    <a:pt x="171" y="346"/>
                    <a:pt x="171" y="346"/>
                    <a:pt x="171" y="346"/>
                  </a:cubicBezTo>
                  <a:cubicBezTo>
                    <a:pt x="261" y="346"/>
                    <a:pt x="261" y="346"/>
                    <a:pt x="261" y="346"/>
                  </a:cubicBezTo>
                  <a:lnTo>
                    <a:pt x="278" y="389"/>
                  </a:lnTo>
                  <a:close/>
                  <a:moveTo>
                    <a:pt x="375" y="331"/>
                  </a:moveTo>
                  <a:cubicBezTo>
                    <a:pt x="36" y="331"/>
                    <a:pt x="36" y="331"/>
                    <a:pt x="36" y="331"/>
                  </a:cubicBezTo>
                  <a:cubicBezTo>
                    <a:pt x="24" y="331"/>
                    <a:pt x="14" y="322"/>
                    <a:pt x="14" y="310"/>
                  </a:cubicBezTo>
                  <a:cubicBezTo>
                    <a:pt x="14" y="274"/>
                    <a:pt x="14" y="274"/>
                    <a:pt x="14" y="274"/>
                  </a:cubicBezTo>
                  <a:cubicBezTo>
                    <a:pt x="375" y="274"/>
                    <a:pt x="375" y="274"/>
                    <a:pt x="375" y="274"/>
                  </a:cubicBezTo>
                  <a:lnTo>
                    <a:pt x="375" y="331"/>
                  </a:lnTo>
                  <a:close/>
                  <a:moveTo>
                    <a:pt x="375" y="154"/>
                  </a:moveTo>
                  <a:cubicBezTo>
                    <a:pt x="375" y="259"/>
                    <a:pt x="375" y="259"/>
                    <a:pt x="375" y="259"/>
                  </a:cubicBezTo>
                  <a:cubicBezTo>
                    <a:pt x="14" y="259"/>
                    <a:pt x="14" y="259"/>
                    <a:pt x="14" y="259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24"/>
                    <a:pt x="24" y="14"/>
                    <a:pt x="36" y="14"/>
                  </a:cubicBezTo>
                  <a:cubicBezTo>
                    <a:pt x="396" y="14"/>
                    <a:pt x="396" y="14"/>
                    <a:pt x="396" y="14"/>
                  </a:cubicBezTo>
                  <a:cubicBezTo>
                    <a:pt x="408" y="14"/>
                    <a:pt x="418" y="24"/>
                    <a:pt x="418" y="36"/>
                  </a:cubicBezTo>
                  <a:cubicBezTo>
                    <a:pt x="418" y="132"/>
                    <a:pt x="418" y="132"/>
                    <a:pt x="418" y="132"/>
                  </a:cubicBezTo>
                  <a:cubicBezTo>
                    <a:pt x="397" y="132"/>
                    <a:pt x="397" y="132"/>
                    <a:pt x="397" y="132"/>
                  </a:cubicBezTo>
                  <a:cubicBezTo>
                    <a:pt x="385" y="132"/>
                    <a:pt x="375" y="142"/>
                    <a:pt x="375" y="154"/>
                  </a:cubicBezTo>
                  <a:close/>
                  <a:moveTo>
                    <a:pt x="528" y="408"/>
                  </a:moveTo>
                  <a:cubicBezTo>
                    <a:pt x="528" y="414"/>
                    <a:pt x="524" y="418"/>
                    <a:pt x="518" y="418"/>
                  </a:cubicBezTo>
                  <a:cubicBezTo>
                    <a:pt x="397" y="418"/>
                    <a:pt x="397" y="418"/>
                    <a:pt x="397" y="418"/>
                  </a:cubicBezTo>
                  <a:cubicBezTo>
                    <a:pt x="391" y="418"/>
                    <a:pt x="387" y="414"/>
                    <a:pt x="387" y="408"/>
                  </a:cubicBezTo>
                  <a:cubicBezTo>
                    <a:pt x="387" y="378"/>
                    <a:pt x="387" y="378"/>
                    <a:pt x="387" y="378"/>
                  </a:cubicBezTo>
                  <a:cubicBezTo>
                    <a:pt x="528" y="378"/>
                    <a:pt x="528" y="378"/>
                    <a:pt x="528" y="378"/>
                  </a:cubicBezTo>
                  <a:lnTo>
                    <a:pt x="528" y="408"/>
                  </a:lnTo>
                  <a:close/>
                  <a:moveTo>
                    <a:pt x="528" y="366"/>
                  </a:moveTo>
                  <a:cubicBezTo>
                    <a:pt x="387" y="366"/>
                    <a:pt x="387" y="366"/>
                    <a:pt x="387" y="366"/>
                  </a:cubicBezTo>
                  <a:cubicBezTo>
                    <a:pt x="387" y="346"/>
                    <a:pt x="387" y="346"/>
                    <a:pt x="387" y="346"/>
                  </a:cubicBezTo>
                  <a:cubicBezTo>
                    <a:pt x="387" y="331"/>
                    <a:pt x="387" y="331"/>
                    <a:pt x="387" y="331"/>
                  </a:cubicBezTo>
                  <a:cubicBezTo>
                    <a:pt x="387" y="274"/>
                    <a:pt x="387" y="274"/>
                    <a:pt x="387" y="274"/>
                  </a:cubicBezTo>
                  <a:cubicBezTo>
                    <a:pt x="387" y="259"/>
                    <a:pt x="387" y="259"/>
                    <a:pt x="387" y="259"/>
                  </a:cubicBezTo>
                  <a:cubicBezTo>
                    <a:pt x="387" y="178"/>
                    <a:pt x="387" y="178"/>
                    <a:pt x="387" y="178"/>
                  </a:cubicBezTo>
                  <a:cubicBezTo>
                    <a:pt x="418" y="178"/>
                    <a:pt x="418" y="178"/>
                    <a:pt x="418" y="178"/>
                  </a:cubicBezTo>
                  <a:cubicBezTo>
                    <a:pt x="432" y="178"/>
                    <a:pt x="432" y="178"/>
                    <a:pt x="432" y="178"/>
                  </a:cubicBezTo>
                  <a:cubicBezTo>
                    <a:pt x="528" y="178"/>
                    <a:pt x="528" y="178"/>
                    <a:pt x="528" y="178"/>
                  </a:cubicBezTo>
                  <a:lnTo>
                    <a:pt x="528" y="366"/>
                  </a:lnTo>
                  <a:close/>
                  <a:moveTo>
                    <a:pt x="528" y="166"/>
                  </a:moveTo>
                  <a:cubicBezTo>
                    <a:pt x="432" y="166"/>
                    <a:pt x="432" y="166"/>
                    <a:pt x="432" y="166"/>
                  </a:cubicBezTo>
                  <a:cubicBezTo>
                    <a:pt x="418" y="166"/>
                    <a:pt x="418" y="166"/>
                    <a:pt x="418" y="166"/>
                  </a:cubicBezTo>
                  <a:cubicBezTo>
                    <a:pt x="387" y="166"/>
                    <a:pt x="387" y="166"/>
                    <a:pt x="387" y="166"/>
                  </a:cubicBezTo>
                  <a:cubicBezTo>
                    <a:pt x="387" y="154"/>
                    <a:pt x="387" y="154"/>
                    <a:pt x="387" y="154"/>
                  </a:cubicBezTo>
                  <a:cubicBezTo>
                    <a:pt x="387" y="149"/>
                    <a:pt x="391" y="144"/>
                    <a:pt x="397" y="144"/>
                  </a:cubicBezTo>
                  <a:cubicBezTo>
                    <a:pt x="418" y="144"/>
                    <a:pt x="418" y="144"/>
                    <a:pt x="418" y="144"/>
                  </a:cubicBezTo>
                  <a:cubicBezTo>
                    <a:pt x="432" y="144"/>
                    <a:pt x="432" y="144"/>
                    <a:pt x="432" y="144"/>
                  </a:cubicBezTo>
                  <a:cubicBezTo>
                    <a:pt x="518" y="144"/>
                    <a:pt x="518" y="144"/>
                    <a:pt x="518" y="144"/>
                  </a:cubicBezTo>
                  <a:cubicBezTo>
                    <a:pt x="524" y="144"/>
                    <a:pt x="528" y="149"/>
                    <a:pt x="528" y="154"/>
                  </a:cubicBezTo>
                  <a:lnTo>
                    <a:pt x="528" y="1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3" name="Google Shape;1021;p34"/>
            <p:cNvSpPr/>
            <p:nvPr/>
          </p:nvSpPr>
          <p:spPr>
            <a:xfrm>
              <a:off x="1377950" y="1354138"/>
              <a:ext cx="15875" cy="15875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34" name="Google Shape;1022;p34"/>
          <p:cNvGrpSpPr/>
          <p:nvPr/>
        </p:nvGrpSpPr>
        <p:grpSpPr>
          <a:xfrm>
            <a:off x="559593" y="1285586"/>
            <a:ext cx="477838" cy="454024"/>
            <a:chOff x="1066800" y="4087813"/>
            <a:chExt cx="477838" cy="454024"/>
          </a:xfrm>
          <a:solidFill>
            <a:schemeClr val="bg1">
              <a:lumMod val="75000"/>
            </a:schemeClr>
          </a:solidFill>
        </p:grpSpPr>
        <p:sp>
          <p:nvSpPr>
            <p:cNvPr id="335" name="Google Shape;1023;p34"/>
            <p:cNvSpPr/>
            <p:nvPr/>
          </p:nvSpPr>
          <p:spPr>
            <a:xfrm>
              <a:off x="1219200" y="4087813"/>
              <a:ext cx="198438" cy="355600"/>
            </a:xfrm>
            <a:custGeom>
              <a:avLst/>
              <a:gdLst/>
              <a:ahLst/>
              <a:cxnLst/>
              <a:rect l="l" t="t" r="r" b="b"/>
              <a:pathLst>
                <a:path w="293" h="527" extrusionOk="0">
                  <a:moveTo>
                    <a:pt x="39" y="506"/>
                  </a:moveTo>
                  <a:cubicBezTo>
                    <a:pt x="29" y="506"/>
                    <a:pt x="21" y="498"/>
                    <a:pt x="21" y="489"/>
                  </a:cubicBezTo>
                  <a:cubicBezTo>
                    <a:pt x="21" y="434"/>
                    <a:pt x="21" y="434"/>
                    <a:pt x="21" y="434"/>
                  </a:cubicBezTo>
                  <a:cubicBezTo>
                    <a:pt x="188" y="434"/>
                    <a:pt x="188" y="434"/>
                    <a:pt x="188" y="434"/>
                  </a:cubicBezTo>
                  <a:cubicBezTo>
                    <a:pt x="188" y="413"/>
                    <a:pt x="188" y="413"/>
                    <a:pt x="188" y="413"/>
                  </a:cubicBezTo>
                  <a:cubicBezTo>
                    <a:pt x="21" y="413"/>
                    <a:pt x="21" y="413"/>
                    <a:pt x="21" y="413"/>
                  </a:cubicBezTo>
                  <a:cubicBezTo>
                    <a:pt x="21" y="80"/>
                    <a:pt x="21" y="80"/>
                    <a:pt x="21" y="80"/>
                  </a:cubicBezTo>
                  <a:cubicBezTo>
                    <a:pt x="272" y="80"/>
                    <a:pt x="272" y="80"/>
                    <a:pt x="272" y="80"/>
                  </a:cubicBezTo>
                  <a:cubicBezTo>
                    <a:pt x="272" y="145"/>
                    <a:pt x="272" y="145"/>
                    <a:pt x="272" y="145"/>
                  </a:cubicBezTo>
                  <a:cubicBezTo>
                    <a:pt x="293" y="145"/>
                    <a:pt x="293" y="145"/>
                    <a:pt x="293" y="145"/>
                  </a:cubicBezTo>
                  <a:cubicBezTo>
                    <a:pt x="293" y="39"/>
                    <a:pt x="293" y="39"/>
                    <a:pt x="293" y="39"/>
                  </a:cubicBezTo>
                  <a:cubicBezTo>
                    <a:pt x="293" y="18"/>
                    <a:pt x="275" y="0"/>
                    <a:pt x="254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489"/>
                    <a:pt x="0" y="489"/>
                    <a:pt x="0" y="489"/>
                  </a:cubicBezTo>
                  <a:cubicBezTo>
                    <a:pt x="0" y="510"/>
                    <a:pt x="17" y="527"/>
                    <a:pt x="39" y="527"/>
                  </a:cubicBezTo>
                  <a:cubicBezTo>
                    <a:pt x="188" y="527"/>
                    <a:pt x="188" y="527"/>
                    <a:pt x="188" y="527"/>
                  </a:cubicBezTo>
                  <a:cubicBezTo>
                    <a:pt x="188" y="506"/>
                    <a:pt x="188" y="506"/>
                    <a:pt x="188" y="506"/>
                  </a:cubicBezTo>
                  <a:lnTo>
                    <a:pt x="39" y="506"/>
                  </a:lnTo>
                  <a:close/>
                  <a:moveTo>
                    <a:pt x="21" y="39"/>
                  </a:moveTo>
                  <a:cubicBezTo>
                    <a:pt x="21" y="29"/>
                    <a:pt x="29" y="21"/>
                    <a:pt x="39" y="21"/>
                  </a:cubicBezTo>
                  <a:cubicBezTo>
                    <a:pt x="254" y="21"/>
                    <a:pt x="254" y="21"/>
                    <a:pt x="254" y="21"/>
                  </a:cubicBezTo>
                  <a:cubicBezTo>
                    <a:pt x="264" y="21"/>
                    <a:pt x="272" y="29"/>
                    <a:pt x="272" y="39"/>
                  </a:cubicBezTo>
                  <a:cubicBezTo>
                    <a:pt x="272" y="59"/>
                    <a:pt x="272" y="59"/>
                    <a:pt x="272" y="59"/>
                  </a:cubicBezTo>
                  <a:cubicBezTo>
                    <a:pt x="21" y="59"/>
                    <a:pt x="21" y="59"/>
                    <a:pt x="21" y="59"/>
                  </a:cubicBezTo>
                  <a:lnTo>
                    <a:pt x="21" y="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6" name="Google Shape;1024;p34"/>
            <p:cNvSpPr/>
            <p:nvPr/>
          </p:nvSpPr>
          <p:spPr>
            <a:xfrm>
              <a:off x="1304925" y="4392613"/>
              <a:ext cx="26988" cy="26987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7" name="Google Shape;1025;p34"/>
            <p:cNvSpPr/>
            <p:nvPr/>
          </p:nvSpPr>
          <p:spPr>
            <a:xfrm>
              <a:off x="1346200" y="4379913"/>
              <a:ext cx="7938" cy="4921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8" name="Google Shape;1026;p34"/>
            <p:cNvSpPr/>
            <p:nvPr/>
          </p:nvSpPr>
          <p:spPr>
            <a:xfrm>
              <a:off x="1346200" y="4184650"/>
              <a:ext cx="198438" cy="357187"/>
            </a:xfrm>
            <a:custGeom>
              <a:avLst/>
              <a:gdLst/>
              <a:ahLst/>
              <a:cxnLst/>
              <a:rect l="l" t="t" r="r" b="b"/>
              <a:pathLst>
                <a:path w="293" h="527" extrusionOk="0">
                  <a:moveTo>
                    <a:pt x="255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105" y="10"/>
                    <a:pt x="105" y="10"/>
                    <a:pt x="105" y="10"/>
                  </a:cubicBezTo>
                  <a:cubicBezTo>
                    <a:pt x="257" y="10"/>
                    <a:pt x="257" y="10"/>
                    <a:pt x="257" y="10"/>
                  </a:cubicBezTo>
                  <a:cubicBezTo>
                    <a:pt x="270" y="10"/>
                    <a:pt x="281" y="21"/>
                    <a:pt x="281" y="34"/>
                  </a:cubicBezTo>
                  <a:cubicBezTo>
                    <a:pt x="281" y="493"/>
                    <a:pt x="281" y="493"/>
                    <a:pt x="281" y="493"/>
                  </a:cubicBezTo>
                  <a:cubicBezTo>
                    <a:pt x="281" y="506"/>
                    <a:pt x="270" y="516"/>
                    <a:pt x="257" y="516"/>
                  </a:cubicBezTo>
                  <a:cubicBezTo>
                    <a:pt x="34" y="516"/>
                    <a:pt x="34" y="516"/>
                    <a:pt x="34" y="516"/>
                  </a:cubicBezTo>
                  <a:cubicBezTo>
                    <a:pt x="21" y="516"/>
                    <a:pt x="11" y="506"/>
                    <a:pt x="11" y="493"/>
                  </a:cubicBezTo>
                  <a:cubicBezTo>
                    <a:pt x="11" y="382"/>
                    <a:pt x="11" y="382"/>
                    <a:pt x="11" y="382"/>
                  </a:cubicBezTo>
                  <a:cubicBezTo>
                    <a:pt x="0" y="382"/>
                    <a:pt x="0" y="382"/>
                    <a:pt x="0" y="382"/>
                  </a:cubicBezTo>
                  <a:cubicBezTo>
                    <a:pt x="0" y="488"/>
                    <a:pt x="0" y="488"/>
                    <a:pt x="0" y="488"/>
                  </a:cubicBezTo>
                  <a:cubicBezTo>
                    <a:pt x="0" y="509"/>
                    <a:pt x="18" y="527"/>
                    <a:pt x="39" y="527"/>
                  </a:cubicBezTo>
                  <a:cubicBezTo>
                    <a:pt x="255" y="527"/>
                    <a:pt x="255" y="527"/>
                    <a:pt x="255" y="527"/>
                  </a:cubicBezTo>
                  <a:cubicBezTo>
                    <a:pt x="276" y="527"/>
                    <a:pt x="293" y="509"/>
                    <a:pt x="293" y="488"/>
                  </a:cubicBezTo>
                  <a:cubicBezTo>
                    <a:pt x="293" y="38"/>
                    <a:pt x="293" y="38"/>
                    <a:pt x="293" y="38"/>
                  </a:cubicBezTo>
                  <a:cubicBezTo>
                    <a:pt x="293" y="17"/>
                    <a:pt x="276" y="0"/>
                    <a:pt x="2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9" name="Google Shape;1027;p34"/>
            <p:cNvSpPr/>
            <p:nvPr/>
          </p:nvSpPr>
          <p:spPr>
            <a:xfrm>
              <a:off x="1346200" y="4184650"/>
              <a:ext cx="57150" cy="180975"/>
            </a:xfrm>
            <a:custGeom>
              <a:avLst/>
              <a:gdLst/>
              <a:ahLst/>
              <a:cxnLst/>
              <a:rect l="l" t="t" r="r" b="b"/>
              <a:pathLst>
                <a:path w="84" h="268" extrusionOk="0">
                  <a:moveTo>
                    <a:pt x="11" y="34"/>
                  </a:moveTo>
                  <a:cubicBezTo>
                    <a:pt x="11" y="21"/>
                    <a:pt x="21" y="10"/>
                    <a:pt x="3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8" y="0"/>
                    <a:pt x="0" y="17"/>
                    <a:pt x="0" y="38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11" y="268"/>
                    <a:pt x="11" y="268"/>
                    <a:pt x="11" y="268"/>
                  </a:cubicBezTo>
                  <a:lnTo>
                    <a:pt x="11" y="3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0" name="Google Shape;1028;p34"/>
            <p:cNvSpPr/>
            <p:nvPr/>
          </p:nvSpPr>
          <p:spPr>
            <a:xfrm>
              <a:off x="1346200" y="4365625"/>
              <a:ext cx="7938" cy="1428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1" name="Google Shape;1029;p34"/>
            <p:cNvSpPr/>
            <p:nvPr/>
          </p:nvSpPr>
          <p:spPr>
            <a:xfrm>
              <a:off x="1403350" y="4184650"/>
              <a:ext cx="14288" cy="793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2" name="Google Shape;1030;p34"/>
            <p:cNvSpPr/>
            <p:nvPr/>
          </p:nvSpPr>
          <p:spPr>
            <a:xfrm>
              <a:off x="1346200" y="4429125"/>
              <a:ext cx="7938" cy="1428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3" name="Google Shape;1031;p34"/>
            <p:cNvSpPr/>
            <p:nvPr/>
          </p:nvSpPr>
          <p:spPr>
            <a:xfrm>
              <a:off x="1354138" y="4192588"/>
              <a:ext cx="182563" cy="341312"/>
            </a:xfrm>
            <a:custGeom>
              <a:avLst/>
              <a:gdLst/>
              <a:ahLst/>
              <a:cxnLst/>
              <a:rect l="l" t="t" r="r" b="b"/>
              <a:pathLst>
                <a:path w="270" h="506" extrusionOk="0">
                  <a:moveTo>
                    <a:pt x="244" y="11"/>
                  </a:moveTo>
                  <a:cubicBezTo>
                    <a:pt x="253" y="11"/>
                    <a:pt x="261" y="19"/>
                    <a:pt x="261" y="28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261" y="70"/>
                    <a:pt x="261" y="70"/>
                    <a:pt x="261" y="70"/>
                  </a:cubicBezTo>
                  <a:cubicBezTo>
                    <a:pt x="261" y="402"/>
                    <a:pt x="261" y="402"/>
                    <a:pt x="261" y="402"/>
                  </a:cubicBezTo>
                  <a:cubicBezTo>
                    <a:pt x="11" y="402"/>
                    <a:pt x="11" y="402"/>
                    <a:pt x="11" y="402"/>
                  </a:cubicBezTo>
                  <a:cubicBezTo>
                    <a:pt x="11" y="372"/>
                    <a:pt x="11" y="372"/>
                    <a:pt x="11" y="372"/>
                  </a:cubicBezTo>
                  <a:cubicBezTo>
                    <a:pt x="0" y="372"/>
                    <a:pt x="0" y="372"/>
                    <a:pt x="0" y="372"/>
                  </a:cubicBezTo>
                  <a:cubicBezTo>
                    <a:pt x="0" y="483"/>
                    <a:pt x="0" y="483"/>
                    <a:pt x="0" y="483"/>
                  </a:cubicBezTo>
                  <a:cubicBezTo>
                    <a:pt x="0" y="496"/>
                    <a:pt x="10" y="506"/>
                    <a:pt x="23" y="506"/>
                  </a:cubicBezTo>
                  <a:cubicBezTo>
                    <a:pt x="246" y="506"/>
                    <a:pt x="246" y="506"/>
                    <a:pt x="246" y="506"/>
                  </a:cubicBezTo>
                  <a:cubicBezTo>
                    <a:pt x="259" y="506"/>
                    <a:pt x="270" y="496"/>
                    <a:pt x="270" y="483"/>
                  </a:cubicBezTo>
                  <a:cubicBezTo>
                    <a:pt x="270" y="24"/>
                    <a:pt x="270" y="24"/>
                    <a:pt x="270" y="24"/>
                  </a:cubicBezTo>
                  <a:cubicBezTo>
                    <a:pt x="270" y="11"/>
                    <a:pt x="259" y="0"/>
                    <a:pt x="246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11"/>
                    <a:pt x="94" y="11"/>
                    <a:pt x="94" y="11"/>
                  </a:cubicBezTo>
                  <a:lnTo>
                    <a:pt x="244" y="11"/>
                  </a:lnTo>
                  <a:close/>
                  <a:moveTo>
                    <a:pt x="261" y="478"/>
                  </a:moveTo>
                  <a:cubicBezTo>
                    <a:pt x="261" y="488"/>
                    <a:pt x="253" y="496"/>
                    <a:pt x="244" y="496"/>
                  </a:cubicBezTo>
                  <a:cubicBezTo>
                    <a:pt x="28" y="496"/>
                    <a:pt x="28" y="496"/>
                    <a:pt x="28" y="496"/>
                  </a:cubicBezTo>
                  <a:cubicBezTo>
                    <a:pt x="18" y="496"/>
                    <a:pt x="11" y="488"/>
                    <a:pt x="11" y="478"/>
                  </a:cubicBezTo>
                  <a:cubicBezTo>
                    <a:pt x="11" y="423"/>
                    <a:pt x="11" y="423"/>
                    <a:pt x="11" y="423"/>
                  </a:cubicBezTo>
                  <a:cubicBezTo>
                    <a:pt x="261" y="423"/>
                    <a:pt x="261" y="423"/>
                    <a:pt x="261" y="423"/>
                  </a:cubicBezTo>
                  <a:lnTo>
                    <a:pt x="261" y="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4" name="Google Shape;1032;p34"/>
            <p:cNvSpPr/>
            <p:nvPr/>
          </p:nvSpPr>
          <p:spPr>
            <a:xfrm>
              <a:off x="1354138" y="4379913"/>
              <a:ext cx="7938" cy="4921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5" name="Google Shape;1033;p34"/>
            <p:cNvSpPr/>
            <p:nvPr/>
          </p:nvSpPr>
          <p:spPr>
            <a:xfrm>
              <a:off x="1354138" y="4192588"/>
              <a:ext cx="49213" cy="173037"/>
            </a:xfrm>
            <a:custGeom>
              <a:avLst/>
              <a:gdLst/>
              <a:ahLst/>
              <a:cxnLst/>
              <a:rect l="l" t="t" r="r" b="b"/>
              <a:pathLst>
                <a:path w="73" h="258" extrusionOk="0">
                  <a:moveTo>
                    <a:pt x="0" y="24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11" y="258"/>
                    <a:pt x="11" y="258"/>
                    <a:pt x="11" y="258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73" y="70"/>
                    <a:pt x="73" y="70"/>
                    <a:pt x="73" y="70"/>
                  </a:cubicBezTo>
                  <a:cubicBezTo>
                    <a:pt x="73" y="49"/>
                    <a:pt x="73" y="49"/>
                    <a:pt x="73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19"/>
                    <a:pt x="18" y="11"/>
                    <a:pt x="28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6" name="Google Shape;1034;p34"/>
            <p:cNvSpPr/>
            <p:nvPr/>
          </p:nvSpPr>
          <p:spPr>
            <a:xfrm>
              <a:off x="1354138" y="4365625"/>
              <a:ext cx="7938" cy="1428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7" name="Google Shape;1035;p34"/>
            <p:cNvSpPr/>
            <p:nvPr/>
          </p:nvSpPr>
          <p:spPr>
            <a:xfrm>
              <a:off x="1403350" y="4192588"/>
              <a:ext cx="14288" cy="63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8" name="Google Shape;1036;p34"/>
            <p:cNvSpPr/>
            <p:nvPr/>
          </p:nvSpPr>
          <p:spPr>
            <a:xfrm>
              <a:off x="1403350" y="4225925"/>
              <a:ext cx="14288" cy="127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9" name="Google Shape;1037;p34"/>
            <p:cNvSpPr/>
            <p:nvPr/>
          </p:nvSpPr>
          <p:spPr>
            <a:xfrm>
              <a:off x="1354138" y="4429125"/>
              <a:ext cx="7938" cy="1428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0" name="Google Shape;1038;p34"/>
            <p:cNvSpPr/>
            <p:nvPr/>
          </p:nvSpPr>
          <p:spPr>
            <a:xfrm>
              <a:off x="1431925" y="4489450"/>
              <a:ext cx="26988" cy="26987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1" name="Google Shape;1039;p34"/>
            <p:cNvSpPr/>
            <p:nvPr/>
          </p:nvSpPr>
          <p:spPr>
            <a:xfrm>
              <a:off x="1066800" y="4403725"/>
              <a:ext cx="100013" cy="15875"/>
            </a:xfrm>
            <a:custGeom>
              <a:avLst/>
              <a:gdLst/>
              <a:ahLst/>
              <a:cxnLst/>
              <a:rect l="l" t="t" r="r" b="b"/>
              <a:pathLst>
                <a:path w="149" h="23" extrusionOk="0">
                  <a:moveTo>
                    <a:pt x="11" y="23"/>
                  </a:moveTo>
                  <a:cubicBezTo>
                    <a:pt x="138" y="23"/>
                    <a:pt x="138" y="23"/>
                    <a:pt x="138" y="23"/>
                  </a:cubicBezTo>
                  <a:cubicBezTo>
                    <a:pt x="144" y="23"/>
                    <a:pt x="149" y="18"/>
                    <a:pt x="149" y="12"/>
                  </a:cubicBezTo>
                  <a:cubicBezTo>
                    <a:pt x="149" y="5"/>
                    <a:pt x="144" y="0"/>
                    <a:pt x="13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3"/>
                    <a:pt x="11" y="2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2" name="Google Shape;1040;p34"/>
            <p:cNvSpPr/>
            <p:nvPr/>
          </p:nvSpPr>
          <p:spPr>
            <a:xfrm>
              <a:off x="1066800" y="4519613"/>
              <a:ext cx="241300" cy="14287"/>
            </a:xfrm>
            <a:custGeom>
              <a:avLst/>
              <a:gdLst/>
              <a:ahLst/>
              <a:cxnLst/>
              <a:rect l="l" t="t" r="r" b="b"/>
              <a:pathLst>
                <a:path w="358" h="22" extrusionOk="0">
                  <a:moveTo>
                    <a:pt x="34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347" y="22"/>
                    <a:pt x="347" y="22"/>
                    <a:pt x="347" y="22"/>
                  </a:cubicBezTo>
                  <a:cubicBezTo>
                    <a:pt x="353" y="22"/>
                    <a:pt x="358" y="17"/>
                    <a:pt x="358" y="11"/>
                  </a:cubicBezTo>
                  <a:cubicBezTo>
                    <a:pt x="358" y="4"/>
                    <a:pt x="353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3" name="Google Shape;1041;p34"/>
            <p:cNvSpPr/>
            <p:nvPr/>
          </p:nvSpPr>
          <p:spPr>
            <a:xfrm>
              <a:off x="1066800" y="4464050"/>
              <a:ext cx="163513" cy="14287"/>
            </a:xfrm>
            <a:custGeom>
              <a:avLst/>
              <a:gdLst/>
              <a:ahLst/>
              <a:cxnLst/>
              <a:rect l="l" t="t" r="r" b="b"/>
              <a:pathLst>
                <a:path w="243" h="22" extrusionOk="0">
                  <a:moveTo>
                    <a:pt x="11" y="22"/>
                  </a:moveTo>
                  <a:cubicBezTo>
                    <a:pt x="232" y="22"/>
                    <a:pt x="232" y="22"/>
                    <a:pt x="232" y="22"/>
                  </a:cubicBezTo>
                  <a:cubicBezTo>
                    <a:pt x="238" y="22"/>
                    <a:pt x="243" y="17"/>
                    <a:pt x="243" y="11"/>
                  </a:cubicBezTo>
                  <a:cubicBezTo>
                    <a:pt x="243" y="5"/>
                    <a:pt x="238" y="0"/>
                    <a:pt x="23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54" name="Google Shape;1042;p34"/>
          <p:cNvGrpSpPr/>
          <p:nvPr/>
        </p:nvGrpSpPr>
        <p:grpSpPr>
          <a:xfrm>
            <a:off x="485775" y="481576"/>
            <a:ext cx="625475" cy="503237"/>
            <a:chOff x="1009650" y="3338513"/>
            <a:chExt cx="625475" cy="503237"/>
          </a:xfrm>
          <a:solidFill>
            <a:schemeClr val="bg1">
              <a:lumMod val="75000"/>
            </a:schemeClr>
          </a:solidFill>
        </p:grpSpPr>
        <p:sp>
          <p:nvSpPr>
            <p:cNvPr id="355" name="Google Shape;1043;p34"/>
            <p:cNvSpPr/>
            <p:nvPr/>
          </p:nvSpPr>
          <p:spPr>
            <a:xfrm>
              <a:off x="1009650" y="3338513"/>
              <a:ext cx="625475" cy="503237"/>
            </a:xfrm>
            <a:custGeom>
              <a:avLst/>
              <a:gdLst/>
              <a:ahLst/>
              <a:cxnLst/>
              <a:rect l="l" t="t" r="r" b="b"/>
              <a:pathLst>
                <a:path w="924" h="745" extrusionOk="0">
                  <a:moveTo>
                    <a:pt x="872" y="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23" y="0"/>
                    <a:pt x="0" y="23"/>
                    <a:pt x="0" y="52"/>
                  </a:cubicBezTo>
                  <a:cubicBezTo>
                    <a:pt x="0" y="693"/>
                    <a:pt x="0" y="693"/>
                    <a:pt x="0" y="693"/>
                  </a:cubicBezTo>
                  <a:cubicBezTo>
                    <a:pt x="0" y="721"/>
                    <a:pt x="23" y="745"/>
                    <a:pt x="52" y="745"/>
                  </a:cubicBezTo>
                  <a:cubicBezTo>
                    <a:pt x="872" y="745"/>
                    <a:pt x="872" y="745"/>
                    <a:pt x="872" y="745"/>
                  </a:cubicBezTo>
                  <a:cubicBezTo>
                    <a:pt x="901" y="745"/>
                    <a:pt x="924" y="721"/>
                    <a:pt x="924" y="693"/>
                  </a:cubicBezTo>
                  <a:cubicBezTo>
                    <a:pt x="924" y="52"/>
                    <a:pt x="924" y="52"/>
                    <a:pt x="924" y="52"/>
                  </a:cubicBezTo>
                  <a:cubicBezTo>
                    <a:pt x="924" y="23"/>
                    <a:pt x="901" y="0"/>
                    <a:pt x="872" y="0"/>
                  </a:cubicBezTo>
                  <a:close/>
                  <a:moveTo>
                    <a:pt x="894" y="693"/>
                  </a:moveTo>
                  <a:cubicBezTo>
                    <a:pt x="894" y="705"/>
                    <a:pt x="884" y="715"/>
                    <a:pt x="872" y="715"/>
                  </a:cubicBezTo>
                  <a:cubicBezTo>
                    <a:pt x="52" y="715"/>
                    <a:pt x="52" y="715"/>
                    <a:pt x="52" y="715"/>
                  </a:cubicBezTo>
                  <a:cubicBezTo>
                    <a:pt x="40" y="715"/>
                    <a:pt x="30" y="705"/>
                    <a:pt x="30" y="693"/>
                  </a:cubicBezTo>
                  <a:cubicBezTo>
                    <a:pt x="30" y="119"/>
                    <a:pt x="30" y="119"/>
                    <a:pt x="30" y="119"/>
                  </a:cubicBezTo>
                  <a:cubicBezTo>
                    <a:pt x="894" y="119"/>
                    <a:pt x="894" y="119"/>
                    <a:pt x="894" y="119"/>
                  </a:cubicBezTo>
                  <a:lnTo>
                    <a:pt x="894" y="693"/>
                  </a:lnTo>
                  <a:close/>
                  <a:moveTo>
                    <a:pt x="894" y="89"/>
                  </a:moveTo>
                  <a:cubicBezTo>
                    <a:pt x="30" y="89"/>
                    <a:pt x="30" y="89"/>
                    <a:pt x="30" y="89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39"/>
                    <a:pt x="40" y="29"/>
                    <a:pt x="52" y="29"/>
                  </a:cubicBezTo>
                  <a:cubicBezTo>
                    <a:pt x="872" y="29"/>
                    <a:pt x="872" y="29"/>
                    <a:pt x="872" y="29"/>
                  </a:cubicBezTo>
                  <a:cubicBezTo>
                    <a:pt x="884" y="29"/>
                    <a:pt x="894" y="39"/>
                    <a:pt x="894" y="52"/>
                  </a:cubicBezTo>
                  <a:lnTo>
                    <a:pt x="894" y="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6" name="Google Shape;1044;p34"/>
            <p:cNvSpPr/>
            <p:nvPr/>
          </p:nvSpPr>
          <p:spPr>
            <a:xfrm>
              <a:off x="1041400" y="3368675"/>
              <a:ext cx="28575" cy="20637"/>
            </a:xfrm>
            <a:custGeom>
              <a:avLst/>
              <a:gdLst/>
              <a:ahLst/>
              <a:cxnLst/>
              <a:rect l="l" t="t" r="r" b="b"/>
              <a:pathLst>
                <a:path w="44" h="30" extrusionOk="0">
                  <a:moveTo>
                    <a:pt x="15" y="30"/>
                  </a:moveTo>
                  <a:cubicBezTo>
                    <a:pt x="29" y="30"/>
                    <a:pt x="29" y="30"/>
                    <a:pt x="29" y="30"/>
                  </a:cubicBezTo>
                  <a:cubicBezTo>
                    <a:pt x="38" y="30"/>
                    <a:pt x="44" y="23"/>
                    <a:pt x="44" y="15"/>
                  </a:cubicBezTo>
                  <a:cubicBezTo>
                    <a:pt x="44" y="7"/>
                    <a:pt x="38" y="0"/>
                    <a:pt x="2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23"/>
                    <a:pt x="6" y="30"/>
                    <a:pt x="15" y="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7" name="Google Shape;1045;p34"/>
            <p:cNvSpPr/>
            <p:nvPr/>
          </p:nvSpPr>
          <p:spPr>
            <a:xfrm>
              <a:off x="1081088" y="3368675"/>
              <a:ext cx="30163" cy="20637"/>
            </a:xfrm>
            <a:custGeom>
              <a:avLst/>
              <a:gdLst/>
              <a:ahLst/>
              <a:cxnLst/>
              <a:rect l="l" t="t" r="r" b="b"/>
              <a:pathLst>
                <a:path w="45" h="30" extrusionOk="0">
                  <a:moveTo>
                    <a:pt x="15" y="30"/>
                  </a:moveTo>
                  <a:cubicBezTo>
                    <a:pt x="30" y="30"/>
                    <a:pt x="30" y="30"/>
                    <a:pt x="30" y="30"/>
                  </a:cubicBezTo>
                  <a:cubicBezTo>
                    <a:pt x="38" y="30"/>
                    <a:pt x="45" y="23"/>
                    <a:pt x="45" y="15"/>
                  </a:cubicBezTo>
                  <a:cubicBezTo>
                    <a:pt x="45" y="7"/>
                    <a:pt x="38" y="0"/>
                    <a:pt x="3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3"/>
                    <a:pt x="7" y="30"/>
                    <a:pt x="15" y="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8" name="Google Shape;1046;p34"/>
            <p:cNvSpPr/>
            <p:nvPr/>
          </p:nvSpPr>
          <p:spPr>
            <a:xfrm>
              <a:off x="1120775" y="3368675"/>
              <a:ext cx="30163" cy="20637"/>
            </a:xfrm>
            <a:custGeom>
              <a:avLst/>
              <a:gdLst/>
              <a:ahLst/>
              <a:cxnLst/>
              <a:rect l="l" t="t" r="r" b="b"/>
              <a:pathLst>
                <a:path w="45" h="30" extrusionOk="0">
                  <a:moveTo>
                    <a:pt x="15" y="30"/>
                  </a:moveTo>
                  <a:cubicBezTo>
                    <a:pt x="30" y="30"/>
                    <a:pt x="30" y="30"/>
                    <a:pt x="30" y="30"/>
                  </a:cubicBezTo>
                  <a:cubicBezTo>
                    <a:pt x="38" y="30"/>
                    <a:pt x="45" y="23"/>
                    <a:pt x="45" y="15"/>
                  </a:cubicBezTo>
                  <a:cubicBezTo>
                    <a:pt x="45" y="7"/>
                    <a:pt x="38" y="0"/>
                    <a:pt x="3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3"/>
                    <a:pt x="7" y="30"/>
                    <a:pt x="15" y="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9" name="Google Shape;1047;p34"/>
            <p:cNvSpPr/>
            <p:nvPr/>
          </p:nvSpPr>
          <p:spPr>
            <a:xfrm>
              <a:off x="1393825" y="3525838"/>
              <a:ext cx="71438" cy="168275"/>
            </a:xfrm>
            <a:custGeom>
              <a:avLst/>
              <a:gdLst/>
              <a:ahLst/>
              <a:cxnLst/>
              <a:rect l="l" t="t" r="r" b="b"/>
              <a:pathLst>
                <a:path w="105" h="248" extrusionOk="0">
                  <a:moveTo>
                    <a:pt x="16" y="248"/>
                  </a:moveTo>
                  <a:cubicBezTo>
                    <a:pt x="14" y="248"/>
                    <a:pt x="11" y="247"/>
                    <a:pt x="8" y="246"/>
                  </a:cubicBezTo>
                  <a:cubicBezTo>
                    <a:pt x="5" y="243"/>
                    <a:pt x="3" y="240"/>
                    <a:pt x="2" y="236"/>
                  </a:cubicBezTo>
                  <a:cubicBezTo>
                    <a:pt x="1" y="232"/>
                    <a:pt x="2" y="228"/>
                    <a:pt x="4" y="225"/>
                  </a:cubicBezTo>
                  <a:cubicBezTo>
                    <a:pt x="72" y="124"/>
                    <a:pt x="72" y="124"/>
                    <a:pt x="72" y="124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0" y="16"/>
                    <a:pt x="2" y="7"/>
                    <a:pt x="8" y="2"/>
                  </a:cubicBezTo>
                  <a:cubicBezTo>
                    <a:pt x="11" y="0"/>
                    <a:pt x="14" y="0"/>
                    <a:pt x="16" y="0"/>
                  </a:cubicBezTo>
                  <a:cubicBezTo>
                    <a:pt x="21" y="0"/>
                    <a:pt x="26" y="2"/>
                    <a:pt x="29" y="6"/>
                  </a:cubicBezTo>
                  <a:cubicBezTo>
                    <a:pt x="102" y="116"/>
                    <a:pt x="102" y="116"/>
                    <a:pt x="102" y="116"/>
                  </a:cubicBezTo>
                  <a:cubicBezTo>
                    <a:pt x="105" y="121"/>
                    <a:pt x="105" y="127"/>
                    <a:pt x="102" y="132"/>
                  </a:cubicBezTo>
                  <a:cubicBezTo>
                    <a:pt x="29" y="242"/>
                    <a:pt x="29" y="242"/>
                    <a:pt x="29" y="242"/>
                  </a:cubicBezTo>
                  <a:cubicBezTo>
                    <a:pt x="26" y="246"/>
                    <a:pt x="21" y="248"/>
                    <a:pt x="16" y="2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0" name="Google Shape;1048;p34"/>
            <p:cNvSpPr/>
            <p:nvPr/>
          </p:nvSpPr>
          <p:spPr>
            <a:xfrm>
              <a:off x="1179513" y="3525838"/>
              <a:ext cx="71438" cy="168275"/>
            </a:xfrm>
            <a:custGeom>
              <a:avLst/>
              <a:gdLst/>
              <a:ahLst/>
              <a:cxnLst/>
              <a:rect l="l" t="t" r="r" b="b"/>
              <a:pathLst>
                <a:path w="105" h="248" extrusionOk="0">
                  <a:moveTo>
                    <a:pt x="88" y="248"/>
                  </a:moveTo>
                  <a:cubicBezTo>
                    <a:pt x="83" y="248"/>
                    <a:pt x="79" y="246"/>
                    <a:pt x="76" y="241"/>
                  </a:cubicBezTo>
                  <a:cubicBezTo>
                    <a:pt x="3" y="132"/>
                    <a:pt x="3" y="132"/>
                    <a:pt x="3" y="132"/>
                  </a:cubicBezTo>
                  <a:cubicBezTo>
                    <a:pt x="0" y="127"/>
                    <a:pt x="0" y="121"/>
                    <a:pt x="3" y="116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9" y="2"/>
                    <a:pt x="83" y="0"/>
                    <a:pt x="88" y="0"/>
                  </a:cubicBezTo>
                  <a:cubicBezTo>
                    <a:pt x="91" y="0"/>
                    <a:pt x="94" y="1"/>
                    <a:pt x="97" y="2"/>
                  </a:cubicBezTo>
                  <a:cubicBezTo>
                    <a:pt x="103" y="7"/>
                    <a:pt x="105" y="16"/>
                    <a:pt x="101" y="23"/>
                  </a:cubicBezTo>
                  <a:cubicBezTo>
                    <a:pt x="33" y="124"/>
                    <a:pt x="33" y="124"/>
                    <a:pt x="33" y="124"/>
                  </a:cubicBezTo>
                  <a:cubicBezTo>
                    <a:pt x="101" y="225"/>
                    <a:pt x="101" y="225"/>
                    <a:pt x="101" y="225"/>
                  </a:cubicBezTo>
                  <a:cubicBezTo>
                    <a:pt x="105" y="232"/>
                    <a:pt x="103" y="241"/>
                    <a:pt x="97" y="245"/>
                  </a:cubicBezTo>
                  <a:cubicBezTo>
                    <a:pt x="94" y="247"/>
                    <a:pt x="91" y="248"/>
                    <a:pt x="88" y="2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1" name="Google Shape;1049;p34"/>
            <p:cNvSpPr/>
            <p:nvPr/>
          </p:nvSpPr>
          <p:spPr>
            <a:xfrm>
              <a:off x="1273175" y="3532188"/>
              <a:ext cx="98425" cy="155575"/>
            </a:xfrm>
            <a:custGeom>
              <a:avLst/>
              <a:gdLst/>
              <a:ahLst/>
              <a:cxnLst/>
              <a:rect l="l" t="t" r="r" b="b"/>
              <a:pathLst>
                <a:path w="146" h="229" extrusionOk="0">
                  <a:moveTo>
                    <a:pt x="67" y="229"/>
                  </a:moveTo>
                  <a:cubicBezTo>
                    <a:pt x="60" y="229"/>
                    <a:pt x="55" y="228"/>
                    <a:pt x="52" y="225"/>
                  </a:cubicBezTo>
                  <a:cubicBezTo>
                    <a:pt x="50" y="223"/>
                    <a:pt x="47" y="219"/>
                    <a:pt x="47" y="211"/>
                  </a:cubicBezTo>
                  <a:cubicBezTo>
                    <a:pt x="47" y="206"/>
                    <a:pt x="49" y="201"/>
                    <a:pt x="52" y="198"/>
                  </a:cubicBezTo>
                  <a:cubicBezTo>
                    <a:pt x="55" y="195"/>
                    <a:pt x="60" y="194"/>
                    <a:pt x="67" y="194"/>
                  </a:cubicBezTo>
                  <a:cubicBezTo>
                    <a:pt x="74" y="194"/>
                    <a:pt x="78" y="195"/>
                    <a:pt x="82" y="198"/>
                  </a:cubicBezTo>
                  <a:cubicBezTo>
                    <a:pt x="84" y="200"/>
                    <a:pt x="86" y="204"/>
                    <a:pt x="86" y="211"/>
                  </a:cubicBezTo>
                  <a:cubicBezTo>
                    <a:pt x="86" y="219"/>
                    <a:pt x="84" y="223"/>
                    <a:pt x="82" y="225"/>
                  </a:cubicBezTo>
                  <a:cubicBezTo>
                    <a:pt x="78" y="228"/>
                    <a:pt x="74" y="229"/>
                    <a:pt x="67" y="229"/>
                  </a:cubicBezTo>
                  <a:close/>
                  <a:moveTo>
                    <a:pt x="49" y="157"/>
                  </a:moveTo>
                  <a:cubicBezTo>
                    <a:pt x="49" y="151"/>
                    <a:pt x="49" y="151"/>
                    <a:pt x="49" y="151"/>
                  </a:cubicBezTo>
                  <a:cubicBezTo>
                    <a:pt x="49" y="141"/>
                    <a:pt x="50" y="133"/>
                    <a:pt x="52" y="127"/>
                  </a:cubicBezTo>
                  <a:cubicBezTo>
                    <a:pt x="54" y="123"/>
                    <a:pt x="57" y="119"/>
                    <a:pt x="63" y="115"/>
                  </a:cubicBezTo>
                  <a:cubicBezTo>
                    <a:pt x="70" y="111"/>
                    <a:pt x="75" y="108"/>
                    <a:pt x="80" y="105"/>
                  </a:cubicBezTo>
                  <a:cubicBezTo>
                    <a:pt x="86" y="101"/>
                    <a:pt x="90" y="98"/>
                    <a:pt x="94" y="95"/>
                  </a:cubicBezTo>
                  <a:cubicBezTo>
                    <a:pt x="100" y="89"/>
                    <a:pt x="104" y="84"/>
                    <a:pt x="106" y="79"/>
                  </a:cubicBezTo>
                  <a:cubicBezTo>
                    <a:pt x="108" y="74"/>
                    <a:pt x="109" y="69"/>
                    <a:pt x="109" y="62"/>
                  </a:cubicBezTo>
                  <a:cubicBezTo>
                    <a:pt x="109" y="52"/>
                    <a:pt x="105" y="43"/>
                    <a:pt x="98" y="37"/>
                  </a:cubicBezTo>
                  <a:cubicBezTo>
                    <a:pt x="92" y="32"/>
                    <a:pt x="84" y="29"/>
                    <a:pt x="74" y="29"/>
                  </a:cubicBezTo>
                  <a:cubicBezTo>
                    <a:pt x="65" y="29"/>
                    <a:pt x="57" y="31"/>
                    <a:pt x="50" y="35"/>
                  </a:cubicBezTo>
                  <a:cubicBezTo>
                    <a:pt x="43" y="40"/>
                    <a:pt x="37" y="47"/>
                    <a:pt x="35" y="56"/>
                  </a:cubicBezTo>
                  <a:cubicBezTo>
                    <a:pt x="33" y="60"/>
                    <a:pt x="31" y="63"/>
                    <a:pt x="28" y="65"/>
                  </a:cubicBezTo>
                  <a:cubicBezTo>
                    <a:pt x="25" y="67"/>
                    <a:pt x="21" y="68"/>
                    <a:pt x="17" y="68"/>
                  </a:cubicBezTo>
                  <a:cubicBezTo>
                    <a:pt x="16" y="68"/>
                    <a:pt x="15" y="68"/>
                    <a:pt x="14" y="68"/>
                  </a:cubicBezTo>
                  <a:cubicBezTo>
                    <a:pt x="12" y="68"/>
                    <a:pt x="10" y="67"/>
                    <a:pt x="8" y="67"/>
                  </a:cubicBezTo>
                  <a:cubicBezTo>
                    <a:pt x="7" y="66"/>
                    <a:pt x="5" y="65"/>
                    <a:pt x="4" y="64"/>
                  </a:cubicBezTo>
                  <a:cubicBezTo>
                    <a:pt x="3" y="63"/>
                    <a:pt x="2" y="61"/>
                    <a:pt x="1" y="59"/>
                  </a:cubicBezTo>
                  <a:cubicBezTo>
                    <a:pt x="1" y="57"/>
                    <a:pt x="0" y="55"/>
                    <a:pt x="0" y="52"/>
                  </a:cubicBezTo>
                  <a:cubicBezTo>
                    <a:pt x="0" y="45"/>
                    <a:pt x="2" y="39"/>
                    <a:pt x="6" y="33"/>
                  </a:cubicBezTo>
                  <a:cubicBezTo>
                    <a:pt x="10" y="26"/>
                    <a:pt x="15" y="21"/>
                    <a:pt x="21" y="16"/>
                  </a:cubicBezTo>
                  <a:cubicBezTo>
                    <a:pt x="28" y="11"/>
                    <a:pt x="36" y="8"/>
                    <a:pt x="45" y="5"/>
                  </a:cubicBezTo>
                  <a:cubicBezTo>
                    <a:pt x="54" y="2"/>
                    <a:pt x="64" y="0"/>
                    <a:pt x="74" y="0"/>
                  </a:cubicBezTo>
                  <a:cubicBezTo>
                    <a:pt x="85" y="0"/>
                    <a:pt x="95" y="2"/>
                    <a:pt x="104" y="4"/>
                  </a:cubicBezTo>
                  <a:cubicBezTo>
                    <a:pt x="113" y="7"/>
                    <a:pt x="120" y="11"/>
                    <a:pt x="126" y="16"/>
                  </a:cubicBezTo>
                  <a:cubicBezTo>
                    <a:pt x="132" y="21"/>
                    <a:pt x="137" y="27"/>
                    <a:pt x="140" y="34"/>
                  </a:cubicBezTo>
                  <a:cubicBezTo>
                    <a:pt x="144" y="42"/>
                    <a:pt x="146" y="51"/>
                    <a:pt x="146" y="62"/>
                  </a:cubicBezTo>
                  <a:cubicBezTo>
                    <a:pt x="146" y="71"/>
                    <a:pt x="145" y="78"/>
                    <a:pt x="143" y="84"/>
                  </a:cubicBezTo>
                  <a:cubicBezTo>
                    <a:pt x="141" y="90"/>
                    <a:pt x="138" y="95"/>
                    <a:pt x="134" y="100"/>
                  </a:cubicBezTo>
                  <a:cubicBezTo>
                    <a:pt x="130" y="104"/>
                    <a:pt x="125" y="109"/>
                    <a:pt x="119" y="113"/>
                  </a:cubicBezTo>
                  <a:cubicBezTo>
                    <a:pt x="113" y="118"/>
                    <a:pt x="106" y="123"/>
                    <a:pt x="99" y="127"/>
                  </a:cubicBezTo>
                  <a:cubicBezTo>
                    <a:pt x="93" y="132"/>
                    <a:pt x="89" y="136"/>
                    <a:pt x="87" y="141"/>
                  </a:cubicBezTo>
                  <a:cubicBezTo>
                    <a:pt x="85" y="146"/>
                    <a:pt x="85" y="150"/>
                    <a:pt x="85" y="156"/>
                  </a:cubicBezTo>
                  <a:cubicBezTo>
                    <a:pt x="85" y="157"/>
                    <a:pt x="85" y="157"/>
                    <a:pt x="85" y="157"/>
                  </a:cubicBezTo>
                  <a:lnTo>
                    <a:pt x="49" y="1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62" name="Google Shape;1050;p34"/>
          <p:cNvSpPr/>
          <p:nvPr/>
        </p:nvSpPr>
        <p:spPr>
          <a:xfrm>
            <a:off x="1437989" y="4385733"/>
            <a:ext cx="375644" cy="373406"/>
          </a:xfrm>
          <a:custGeom>
            <a:avLst/>
            <a:gdLst/>
            <a:ahLst/>
            <a:cxnLst/>
            <a:rect l="l" t="t" r="r" b="b"/>
            <a:pathLst>
              <a:path w="393" h="393" extrusionOk="0">
                <a:moveTo>
                  <a:pt x="197" y="393"/>
                </a:moveTo>
                <a:cubicBezTo>
                  <a:pt x="144" y="393"/>
                  <a:pt x="95" y="373"/>
                  <a:pt x="58" y="335"/>
                </a:cubicBezTo>
                <a:cubicBezTo>
                  <a:pt x="21" y="298"/>
                  <a:pt x="0" y="249"/>
                  <a:pt x="0" y="196"/>
                </a:cubicBezTo>
                <a:cubicBezTo>
                  <a:pt x="0" y="144"/>
                  <a:pt x="21" y="95"/>
                  <a:pt x="58" y="57"/>
                </a:cubicBezTo>
                <a:cubicBezTo>
                  <a:pt x="95" y="20"/>
                  <a:pt x="144" y="0"/>
                  <a:pt x="197" y="0"/>
                </a:cubicBezTo>
                <a:cubicBezTo>
                  <a:pt x="249" y="0"/>
                  <a:pt x="299" y="20"/>
                  <a:pt x="336" y="57"/>
                </a:cubicBezTo>
                <a:cubicBezTo>
                  <a:pt x="373" y="95"/>
                  <a:pt x="393" y="144"/>
                  <a:pt x="393" y="196"/>
                </a:cubicBezTo>
                <a:cubicBezTo>
                  <a:pt x="393" y="249"/>
                  <a:pt x="373" y="298"/>
                  <a:pt x="336" y="335"/>
                </a:cubicBezTo>
                <a:cubicBezTo>
                  <a:pt x="299" y="373"/>
                  <a:pt x="249" y="393"/>
                  <a:pt x="197" y="393"/>
                </a:cubicBezTo>
                <a:close/>
                <a:moveTo>
                  <a:pt x="206" y="372"/>
                </a:moveTo>
                <a:cubicBezTo>
                  <a:pt x="209" y="371"/>
                  <a:pt x="209" y="371"/>
                  <a:pt x="209" y="371"/>
                </a:cubicBezTo>
                <a:cubicBezTo>
                  <a:pt x="227" y="366"/>
                  <a:pt x="244" y="349"/>
                  <a:pt x="258" y="323"/>
                </a:cubicBezTo>
                <a:cubicBezTo>
                  <a:pt x="263" y="314"/>
                  <a:pt x="267" y="305"/>
                  <a:pt x="271" y="294"/>
                </a:cubicBezTo>
                <a:cubicBezTo>
                  <a:pt x="272" y="292"/>
                  <a:pt x="272" y="292"/>
                  <a:pt x="272" y="292"/>
                </a:cubicBezTo>
                <a:cubicBezTo>
                  <a:pt x="269" y="291"/>
                  <a:pt x="269" y="291"/>
                  <a:pt x="269" y="291"/>
                </a:cubicBezTo>
                <a:cubicBezTo>
                  <a:pt x="250" y="289"/>
                  <a:pt x="229" y="288"/>
                  <a:pt x="208" y="287"/>
                </a:cubicBezTo>
                <a:cubicBezTo>
                  <a:pt x="206" y="287"/>
                  <a:pt x="206" y="287"/>
                  <a:pt x="206" y="287"/>
                </a:cubicBezTo>
                <a:lnTo>
                  <a:pt x="206" y="372"/>
                </a:lnTo>
                <a:close/>
                <a:moveTo>
                  <a:pt x="185" y="287"/>
                </a:moveTo>
                <a:cubicBezTo>
                  <a:pt x="164" y="287"/>
                  <a:pt x="144" y="289"/>
                  <a:pt x="124" y="291"/>
                </a:cubicBezTo>
                <a:cubicBezTo>
                  <a:pt x="121" y="291"/>
                  <a:pt x="121" y="291"/>
                  <a:pt x="121" y="291"/>
                </a:cubicBezTo>
                <a:cubicBezTo>
                  <a:pt x="122" y="294"/>
                  <a:pt x="122" y="294"/>
                  <a:pt x="122" y="294"/>
                </a:cubicBezTo>
                <a:cubicBezTo>
                  <a:pt x="126" y="304"/>
                  <a:pt x="130" y="314"/>
                  <a:pt x="135" y="323"/>
                </a:cubicBezTo>
                <a:cubicBezTo>
                  <a:pt x="149" y="349"/>
                  <a:pt x="166" y="366"/>
                  <a:pt x="184" y="371"/>
                </a:cubicBezTo>
                <a:cubicBezTo>
                  <a:pt x="187" y="372"/>
                  <a:pt x="187" y="372"/>
                  <a:pt x="187" y="372"/>
                </a:cubicBezTo>
                <a:cubicBezTo>
                  <a:pt x="187" y="287"/>
                  <a:pt x="187" y="287"/>
                  <a:pt x="187" y="287"/>
                </a:cubicBezTo>
                <a:lnTo>
                  <a:pt x="185" y="287"/>
                </a:lnTo>
                <a:close/>
                <a:moveTo>
                  <a:pt x="290" y="296"/>
                </a:moveTo>
                <a:cubicBezTo>
                  <a:pt x="286" y="309"/>
                  <a:pt x="281" y="321"/>
                  <a:pt x="275" y="332"/>
                </a:cubicBezTo>
                <a:cubicBezTo>
                  <a:pt x="270" y="342"/>
                  <a:pt x="264" y="351"/>
                  <a:pt x="257" y="359"/>
                </a:cubicBezTo>
                <a:cubicBezTo>
                  <a:pt x="252" y="366"/>
                  <a:pt x="252" y="366"/>
                  <a:pt x="252" y="366"/>
                </a:cubicBezTo>
                <a:cubicBezTo>
                  <a:pt x="260" y="363"/>
                  <a:pt x="260" y="363"/>
                  <a:pt x="260" y="363"/>
                </a:cubicBezTo>
                <a:cubicBezTo>
                  <a:pt x="283" y="354"/>
                  <a:pt x="304" y="340"/>
                  <a:pt x="322" y="322"/>
                </a:cubicBezTo>
                <a:cubicBezTo>
                  <a:pt x="327" y="317"/>
                  <a:pt x="331" y="312"/>
                  <a:pt x="336" y="307"/>
                </a:cubicBezTo>
                <a:cubicBezTo>
                  <a:pt x="338" y="305"/>
                  <a:pt x="338" y="305"/>
                  <a:pt x="338" y="305"/>
                </a:cubicBezTo>
                <a:cubicBezTo>
                  <a:pt x="334" y="304"/>
                  <a:pt x="334" y="304"/>
                  <a:pt x="334" y="304"/>
                </a:cubicBezTo>
                <a:cubicBezTo>
                  <a:pt x="322" y="300"/>
                  <a:pt x="308" y="297"/>
                  <a:pt x="293" y="295"/>
                </a:cubicBezTo>
                <a:cubicBezTo>
                  <a:pt x="291" y="294"/>
                  <a:pt x="291" y="294"/>
                  <a:pt x="291" y="294"/>
                </a:cubicBezTo>
                <a:lnTo>
                  <a:pt x="290" y="296"/>
                </a:lnTo>
                <a:close/>
                <a:moveTo>
                  <a:pt x="101" y="294"/>
                </a:moveTo>
                <a:cubicBezTo>
                  <a:pt x="85" y="296"/>
                  <a:pt x="71" y="299"/>
                  <a:pt x="58" y="303"/>
                </a:cubicBezTo>
                <a:cubicBezTo>
                  <a:pt x="55" y="304"/>
                  <a:pt x="55" y="304"/>
                  <a:pt x="55" y="304"/>
                </a:cubicBezTo>
                <a:cubicBezTo>
                  <a:pt x="57" y="306"/>
                  <a:pt x="57" y="306"/>
                  <a:pt x="57" y="306"/>
                </a:cubicBezTo>
                <a:cubicBezTo>
                  <a:pt x="61" y="312"/>
                  <a:pt x="66" y="317"/>
                  <a:pt x="71" y="322"/>
                </a:cubicBezTo>
                <a:cubicBezTo>
                  <a:pt x="89" y="340"/>
                  <a:pt x="110" y="354"/>
                  <a:pt x="134" y="363"/>
                </a:cubicBezTo>
                <a:cubicBezTo>
                  <a:pt x="141" y="366"/>
                  <a:pt x="141" y="366"/>
                  <a:pt x="141" y="366"/>
                </a:cubicBezTo>
                <a:cubicBezTo>
                  <a:pt x="136" y="359"/>
                  <a:pt x="136" y="359"/>
                  <a:pt x="136" y="359"/>
                </a:cubicBezTo>
                <a:cubicBezTo>
                  <a:pt x="130" y="351"/>
                  <a:pt x="124" y="342"/>
                  <a:pt x="118" y="332"/>
                </a:cubicBezTo>
                <a:cubicBezTo>
                  <a:pt x="112" y="321"/>
                  <a:pt x="107" y="309"/>
                  <a:pt x="103" y="295"/>
                </a:cubicBezTo>
                <a:cubicBezTo>
                  <a:pt x="102" y="294"/>
                  <a:pt x="102" y="294"/>
                  <a:pt x="102" y="294"/>
                </a:cubicBezTo>
                <a:lnTo>
                  <a:pt x="101" y="294"/>
                </a:lnTo>
                <a:close/>
                <a:moveTo>
                  <a:pt x="305" y="208"/>
                </a:moveTo>
                <a:cubicBezTo>
                  <a:pt x="304" y="231"/>
                  <a:pt x="301" y="253"/>
                  <a:pt x="297" y="274"/>
                </a:cubicBezTo>
                <a:cubicBezTo>
                  <a:pt x="296" y="276"/>
                  <a:pt x="296" y="276"/>
                  <a:pt x="296" y="276"/>
                </a:cubicBezTo>
                <a:cubicBezTo>
                  <a:pt x="298" y="276"/>
                  <a:pt x="298" y="276"/>
                  <a:pt x="298" y="276"/>
                </a:cubicBezTo>
                <a:cubicBezTo>
                  <a:pt x="316" y="279"/>
                  <a:pt x="333" y="283"/>
                  <a:pt x="347" y="288"/>
                </a:cubicBezTo>
                <a:cubicBezTo>
                  <a:pt x="349" y="288"/>
                  <a:pt x="349" y="288"/>
                  <a:pt x="349" y="288"/>
                </a:cubicBezTo>
                <a:cubicBezTo>
                  <a:pt x="350" y="287"/>
                  <a:pt x="350" y="287"/>
                  <a:pt x="350" y="287"/>
                </a:cubicBezTo>
                <a:cubicBezTo>
                  <a:pt x="364" y="263"/>
                  <a:pt x="372" y="236"/>
                  <a:pt x="374" y="208"/>
                </a:cubicBezTo>
                <a:cubicBezTo>
                  <a:pt x="374" y="206"/>
                  <a:pt x="374" y="206"/>
                  <a:pt x="374" y="206"/>
                </a:cubicBezTo>
                <a:cubicBezTo>
                  <a:pt x="305" y="206"/>
                  <a:pt x="305" y="206"/>
                  <a:pt x="305" y="206"/>
                </a:cubicBezTo>
                <a:lnTo>
                  <a:pt x="305" y="208"/>
                </a:lnTo>
                <a:close/>
                <a:moveTo>
                  <a:pt x="19" y="208"/>
                </a:moveTo>
                <a:cubicBezTo>
                  <a:pt x="21" y="236"/>
                  <a:pt x="29" y="262"/>
                  <a:pt x="43" y="286"/>
                </a:cubicBezTo>
                <a:cubicBezTo>
                  <a:pt x="44" y="287"/>
                  <a:pt x="44" y="287"/>
                  <a:pt x="44" y="287"/>
                </a:cubicBezTo>
                <a:cubicBezTo>
                  <a:pt x="46" y="287"/>
                  <a:pt x="46" y="287"/>
                  <a:pt x="46" y="287"/>
                </a:cubicBezTo>
                <a:cubicBezTo>
                  <a:pt x="60" y="282"/>
                  <a:pt x="77" y="279"/>
                  <a:pt x="95" y="276"/>
                </a:cubicBezTo>
                <a:cubicBezTo>
                  <a:pt x="97" y="275"/>
                  <a:pt x="97" y="275"/>
                  <a:pt x="97" y="275"/>
                </a:cubicBezTo>
                <a:cubicBezTo>
                  <a:pt x="97" y="273"/>
                  <a:pt x="97" y="273"/>
                  <a:pt x="97" y="273"/>
                </a:cubicBezTo>
                <a:cubicBezTo>
                  <a:pt x="92" y="252"/>
                  <a:pt x="89" y="231"/>
                  <a:pt x="88" y="208"/>
                </a:cubicBezTo>
                <a:cubicBezTo>
                  <a:pt x="88" y="206"/>
                  <a:pt x="88" y="206"/>
                  <a:pt x="88" y="206"/>
                </a:cubicBezTo>
                <a:cubicBezTo>
                  <a:pt x="19" y="206"/>
                  <a:pt x="19" y="206"/>
                  <a:pt x="19" y="206"/>
                </a:cubicBezTo>
                <a:lnTo>
                  <a:pt x="19" y="208"/>
                </a:lnTo>
                <a:close/>
                <a:moveTo>
                  <a:pt x="206" y="268"/>
                </a:moveTo>
                <a:cubicBezTo>
                  <a:pt x="208" y="268"/>
                  <a:pt x="208" y="268"/>
                  <a:pt x="208" y="268"/>
                </a:cubicBezTo>
                <a:cubicBezTo>
                  <a:pt x="231" y="269"/>
                  <a:pt x="254" y="270"/>
                  <a:pt x="275" y="273"/>
                </a:cubicBezTo>
                <a:cubicBezTo>
                  <a:pt x="277" y="273"/>
                  <a:pt x="277" y="273"/>
                  <a:pt x="277" y="273"/>
                </a:cubicBezTo>
                <a:cubicBezTo>
                  <a:pt x="278" y="271"/>
                  <a:pt x="278" y="271"/>
                  <a:pt x="278" y="271"/>
                </a:cubicBezTo>
                <a:cubicBezTo>
                  <a:pt x="282" y="251"/>
                  <a:pt x="285" y="230"/>
                  <a:pt x="286" y="208"/>
                </a:cubicBezTo>
                <a:cubicBezTo>
                  <a:pt x="286" y="206"/>
                  <a:pt x="286" y="206"/>
                  <a:pt x="286" y="206"/>
                </a:cubicBezTo>
                <a:cubicBezTo>
                  <a:pt x="206" y="206"/>
                  <a:pt x="206" y="206"/>
                  <a:pt x="206" y="206"/>
                </a:cubicBezTo>
                <a:lnTo>
                  <a:pt x="206" y="268"/>
                </a:lnTo>
                <a:close/>
                <a:moveTo>
                  <a:pt x="107" y="208"/>
                </a:moveTo>
                <a:cubicBezTo>
                  <a:pt x="108" y="230"/>
                  <a:pt x="111" y="251"/>
                  <a:pt x="116" y="271"/>
                </a:cubicBezTo>
                <a:cubicBezTo>
                  <a:pt x="116" y="273"/>
                  <a:pt x="116" y="273"/>
                  <a:pt x="116" y="273"/>
                </a:cubicBezTo>
                <a:cubicBezTo>
                  <a:pt x="118" y="272"/>
                  <a:pt x="118" y="272"/>
                  <a:pt x="118" y="272"/>
                </a:cubicBezTo>
                <a:cubicBezTo>
                  <a:pt x="139" y="270"/>
                  <a:pt x="162" y="268"/>
                  <a:pt x="185" y="268"/>
                </a:cubicBezTo>
                <a:cubicBezTo>
                  <a:pt x="187" y="268"/>
                  <a:pt x="187" y="268"/>
                  <a:pt x="187" y="268"/>
                </a:cubicBezTo>
                <a:cubicBezTo>
                  <a:pt x="187" y="206"/>
                  <a:pt x="187" y="206"/>
                  <a:pt x="187" y="206"/>
                </a:cubicBezTo>
                <a:cubicBezTo>
                  <a:pt x="107" y="206"/>
                  <a:pt x="107" y="206"/>
                  <a:pt x="107" y="206"/>
                </a:cubicBezTo>
                <a:lnTo>
                  <a:pt x="107" y="208"/>
                </a:lnTo>
                <a:close/>
                <a:moveTo>
                  <a:pt x="347" y="105"/>
                </a:moveTo>
                <a:cubicBezTo>
                  <a:pt x="333" y="110"/>
                  <a:pt x="317" y="113"/>
                  <a:pt x="298" y="116"/>
                </a:cubicBezTo>
                <a:cubicBezTo>
                  <a:pt x="296" y="117"/>
                  <a:pt x="296" y="117"/>
                  <a:pt x="296" y="117"/>
                </a:cubicBezTo>
                <a:cubicBezTo>
                  <a:pt x="297" y="119"/>
                  <a:pt x="297" y="119"/>
                  <a:pt x="297" y="119"/>
                </a:cubicBezTo>
                <a:cubicBezTo>
                  <a:pt x="302" y="140"/>
                  <a:pt x="304" y="162"/>
                  <a:pt x="305" y="185"/>
                </a:cubicBezTo>
                <a:cubicBezTo>
                  <a:pt x="305" y="187"/>
                  <a:pt x="305" y="187"/>
                  <a:pt x="305" y="187"/>
                </a:cubicBezTo>
                <a:cubicBezTo>
                  <a:pt x="374" y="187"/>
                  <a:pt x="374" y="187"/>
                  <a:pt x="374" y="187"/>
                </a:cubicBezTo>
                <a:cubicBezTo>
                  <a:pt x="374" y="185"/>
                  <a:pt x="374" y="185"/>
                  <a:pt x="374" y="185"/>
                </a:cubicBezTo>
                <a:cubicBezTo>
                  <a:pt x="372" y="157"/>
                  <a:pt x="364" y="130"/>
                  <a:pt x="350" y="106"/>
                </a:cubicBezTo>
                <a:cubicBezTo>
                  <a:pt x="349" y="105"/>
                  <a:pt x="349" y="105"/>
                  <a:pt x="349" y="105"/>
                </a:cubicBezTo>
                <a:lnTo>
                  <a:pt x="347" y="105"/>
                </a:lnTo>
                <a:close/>
                <a:moveTo>
                  <a:pt x="275" y="119"/>
                </a:moveTo>
                <a:cubicBezTo>
                  <a:pt x="254" y="122"/>
                  <a:pt x="231" y="123"/>
                  <a:pt x="208" y="124"/>
                </a:cubicBezTo>
                <a:cubicBezTo>
                  <a:pt x="206" y="124"/>
                  <a:pt x="206" y="124"/>
                  <a:pt x="206" y="124"/>
                </a:cubicBezTo>
                <a:cubicBezTo>
                  <a:pt x="206" y="187"/>
                  <a:pt x="206" y="187"/>
                  <a:pt x="206" y="187"/>
                </a:cubicBezTo>
                <a:cubicBezTo>
                  <a:pt x="286" y="187"/>
                  <a:pt x="286" y="187"/>
                  <a:pt x="286" y="187"/>
                </a:cubicBezTo>
                <a:cubicBezTo>
                  <a:pt x="286" y="185"/>
                  <a:pt x="286" y="185"/>
                  <a:pt x="286" y="185"/>
                </a:cubicBezTo>
                <a:cubicBezTo>
                  <a:pt x="285" y="162"/>
                  <a:pt x="283" y="141"/>
                  <a:pt x="278" y="121"/>
                </a:cubicBezTo>
                <a:cubicBezTo>
                  <a:pt x="277" y="119"/>
                  <a:pt x="277" y="119"/>
                  <a:pt x="277" y="119"/>
                </a:cubicBezTo>
                <a:lnTo>
                  <a:pt x="275" y="119"/>
                </a:lnTo>
                <a:close/>
                <a:moveTo>
                  <a:pt x="116" y="120"/>
                </a:moveTo>
                <a:cubicBezTo>
                  <a:pt x="111" y="141"/>
                  <a:pt x="108" y="162"/>
                  <a:pt x="107" y="185"/>
                </a:cubicBezTo>
                <a:cubicBezTo>
                  <a:pt x="107" y="187"/>
                  <a:pt x="107" y="187"/>
                  <a:pt x="107" y="187"/>
                </a:cubicBezTo>
                <a:cubicBezTo>
                  <a:pt x="187" y="187"/>
                  <a:pt x="187" y="187"/>
                  <a:pt x="187" y="187"/>
                </a:cubicBezTo>
                <a:cubicBezTo>
                  <a:pt x="187" y="124"/>
                  <a:pt x="187" y="124"/>
                  <a:pt x="187" y="124"/>
                </a:cubicBezTo>
                <a:cubicBezTo>
                  <a:pt x="185" y="124"/>
                  <a:pt x="185" y="124"/>
                  <a:pt x="185" y="124"/>
                </a:cubicBezTo>
                <a:cubicBezTo>
                  <a:pt x="162" y="123"/>
                  <a:pt x="139" y="122"/>
                  <a:pt x="118" y="119"/>
                </a:cubicBezTo>
                <a:cubicBezTo>
                  <a:pt x="116" y="119"/>
                  <a:pt x="116" y="119"/>
                  <a:pt x="116" y="119"/>
                </a:cubicBezTo>
                <a:lnTo>
                  <a:pt x="116" y="120"/>
                </a:lnTo>
                <a:close/>
                <a:moveTo>
                  <a:pt x="44" y="105"/>
                </a:moveTo>
                <a:cubicBezTo>
                  <a:pt x="30" y="129"/>
                  <a:pt x="21" y="156"/>
                  <a:pt x="19" y="185"/>
                </a:cubicBezTo>
                <a:cubicBezTo>
                  <a:pt x="19" y="187"/>
                  <a:pt x="19" y="187"/>
                  <a:pt x="19" y="187"/>
                </a:cubicBezTo>
                <a:cubicBezTo>
                  <a:pt x="88" y="187"/>
                  <a:pt x="88" y="187"/>
                  <a:pt x="88" y="187"/>
                </a:cubicBezTo>
                <a:cubicBezTo>
                  <a:pt x="88" y="185"/>
                  <a:pt x="88" y="185"/>
                  <a:pt x="88" y="185"/>
                </a:cubicBezTo>
                <a:cubicBezTo>
                  <a:pt x="89" y="162"/>
                  <a:pt x="92" y="139"/>
                  <a:pt x="97" y="118"/>
                </a:cubicBezTo>
                <a:cubicBezTo>
                  <a:pt x="97" y="116"/>
                  <a:pt x="97" y="116"/>
                  <a:pt x="97" y="116"/>
                </a:cubicBezTo>
                <a:cubicBezTo>
                  <a:pt x="95" y="115"/>
                  <a:pt x="95" y="115"/>
                  <a:pt x="95" y="115"/>
                </a:cubicBezTo>
                <a:cubicBezTo>
                  <a:pt x="77" y="112"/>
                  <a:pt x="61" y="109"/>
                  <a:pt x="47" y="104"/>
                </a:cubicBezTo>
                <a:cubicBezTo>
                  <a:pt x="45" y="103"/>
                  <a:pt x="45" y="103"/>
                  <a:pt x="45" y="103"/>
                </a:cubicBezTo>
                <a:lnTo>
                  <a:pt x="44" y="105"/>
                </a:lnTo>
                <a:close/>
                <a:moveTo>
                  <a:pt x="206" y="105"/>
                </a:moveTo>
                <a:cubicBezTo>
                  <a:pt x="208" y="105"/>
                  <a:pt x="208" y="105"/>
                  <a:pt x="208" y="105"/>
                </a:cubicBezTo>
                <a:cubicBezTo>
                  <a:pt x="229" y="104"/>
                  <a:pt x="250" y="103"/>
                  <a:pt x="269" y="101"/>
                </a:cubicBezTo>
                <a:cubicBezTo>
                  <a:pt x="272" y="101"/>
                  <a:pt x="272" y="101"/>
                  <a:pt x="272" y="101"/>
                </a:cubicBezTo>
                <a:cubicBezTo>
                  <a:pt x="271" y="98"/>
                  <a:pt x="271" y="98"/>
                  <a:pt x="271" y="98"/>
                </a:cubicBezTo>
                <a:cubicBezTo>
                  <a:pt x="267" y="87"/>
                  <a:pt x="263" y="77"/>
                  <a:pt x="258" y="68"/>
                </a:cubicBezTo>
                <a:cubicBezTo>
                  <a:pt x="244" y="42"/>
                  <a:pt x="227" y="26"/>
                  <a:pt x="209" y="21"/>
                </a:cubicBezTo>
                <a:cubicBezTo>
                  <a:pt x="206" y="20"/>
                  <a:pt x="206" y="20"/>
                  <a:pt x="206" y="20"/>
                </a:cubicBezTo>
                <a:lnTo>
                  <a:pt x="206" y="105"/>
                </a:lnTo>
                <a:close/>
                <a:moveTo>
                  <a:pt x="184" y="21"/>
                </a:moveTo>
                <a:cubicBezTo>
                  <a:pt x="166" y="26"/>
                  <a:pt x="149" y="42"/>
                  <a:pt x="135" y="68"/>
                </a:cubicBezTo>
                <a:cubicBezTo>
                  <a:pt x="130" y="77"/>
                  <a:pt x="126" y="87"/>
                  <a:pt x="122" y="98"/>
                </a:cubicBezTo>
                <a:cubicBezTo>
                  <a:pt x="122" y="100"/>
                  <a:pt x="122" y="100"/>
                  <a:pt x="122" y="100"/>
                </a:cubicBezTo>
                <a:cubicBezTo>
                  <a:pt x="124" y="100"/>
                  <a:pt x="124" y="100"/>
                  <a:pt x="124" y="100"/>
                </a:cubicBezTo>
                <a:cubicBezTo>
                  <a:pt x="143" y="103"/>
                  <a:pt x="164" y="104"/>
                  <a:pt x="185" y="105"/>
                </a:cubicBezTo>
                <a:cubicBezTo>
                  <a:pt x="187" y="105"/>
                  <a:pt x="187" y="105"/>
                  <a:pt x="187" y="105"/>
                </a:cubicBezTo>
                <a:cubicBezTo>
                  <a:pt x="187" y="20"/>
                  <a:pt x="187" y="20"/>
                  <a:pt x="187" y="20"/>
                </a:cubicBezTo>
                <a:lnTo>
                  <a:pt x="184" y="21"/>
                </a:lnTo>
                <a:close/>
                <a:moveTo>
                  <a:pt x="259" y="34"/>
                </a:moveTo>
                <a:cubicBezTo>
                  <a:pt x="265" y="42"/>
                  <a:pt x="270" y="50"/>
                  <a:pt x="275" y="59"/>
                </a:cubicBezTo>
                <a:cubicBezTo>
                  <a:pt x="281" y="71"/>
                  <a:pt x="286" y="83"/>
                  <a:pt x="291" y="96"/>
                </a:cubicBezTo>
                <a:cubicBezTo>
                  <a:pt x="291" y="98"/>
                  <a:pt x="291" y="98"/>
                  <a:pt x="291" y="98"/>
                </a:cubicBezTo>
                <a:cubicBezTo>
                  <a:pt x="293" y="98"/>
                  <a:pt x="293" y="98"/>
                  <a:pt x="293" y="98"/>
                </a:cubicBezTo>
                <a:cubicBezTo>
                  <a:pt x="308" y="95"/>
                  <a:pt x="322" y="93"/>
                  <a:pt x="334" y="89"/>
                </a:cubicBezTo>
                <a:cubicBezTo>
                  <a:pt x="338" y="88"/>
                  <a:pt x="338" y="88"/>
                  <a:pt x="338" y="88"/>
                </a:cubicBezTo>
                <a:cubicBezTo>
                  <a:pt x="336" y="86"/>
                  <a:pt x="336" y="86"/>
                  <a:pt x="336" y="86"/>
                </a:cubicBezTo>
                <a:cubicBezTo>
                  <a:pt x="331" y="81"/>
                  <a:pt x="327" y="76"/>
                  <a:pt x="322" y="71"/>
                </a:cubicBezTo>
                <a:cubicBezTo>
                  <a:pt x="305" y="53"/>
                  <a:pt x="284" y="40"/>
                  <a:pt x="261" y="31"/>
                </a:cubicBezTo>
                <a:cubicBezTo>
                  <a:pt x="254" y="28"/>
                  <a:pt x="254" y="28"/>
                  <a:pt x="254" y="28"/>
                </a:cubicBezTo>
                <a:lnTo>
                  <a:pt x="259" y="34"/>
                </a:lnTo>
                <a:close/>
                <a:moveTo>
                  <a:pt x="132" y="31"/>
                </a:moveTo>
                <a:cubicBezTo>
                  <a:pt x="109" y="40"/>
                  <a:pt x="89" y="53"/>
                  <a:pt x="71" y="71"/>
                </a:cubicBezTo>
                <a:cubicBezTo>
                  <a:pt x="67" y="75"/>
                  <a:pt x="63" y="80"/>
                  <a:pt x="59" y="85"/>
                </a:cubicBezTo>
                <a:cubicBezTo>
                  <a:pt x="57" y="87"/>
                  <a:pt x="57" y="87"/>
                  <a:pt x="57" y="87"/>
                </a:cubicBezTo>
                <a:cubicBezTo>
                  <a:pt x="60" y="88"/>
                  <a:pt x="60" y="88"/>
                  <a:pt x="60" y="88"/>
                </a:cubicBezTo>
                <a:cubicBezTo>
                  <a:pt x="72" y="92"/>
                  <a:pt x="86" y="95"/>
                  <a:pt x="101" y="97"/>
                </a:cubicBezTo>
                <a:cubicBezTo>
                  <a:pt x="103" y="97"/>
                  <a:pt x="103" y="97"/>
                  <a:pt x="103" y="97"/>
                </a:cubicBezTo>
                <a:cubicBezTo>
                  <a:pt x="103" y="96"/>
                  <a:pt x="103" y="96"/>
                  <a:pt x="103" y="96"/>
                </a:cubicBezTo>
                <a:cubicBezTo>
                  <a:pt x="107" y="83"/>
                  <a:pt x="112" y="70"/>
                  <a:pt x="118" y="59"/>
                </a:cubicBezTo>
                <a:cubicBezTo>
                  <a:pt x="123" y="50"/>
                  <a:pt x="129" y="42"/>
                  <a:pt x="135" y="34"/>
                </a:cubicBezTo>
                <a:cubicBezTo>
                  <a:pt x="140" y="28"/>
                  <a:pt x="140" y="28"/>
                  <a:pt x="140" y="28"/>
                </a:cubicBezTo>
                <a:lnTo>
                  <a:pt x="132" y="3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63" name="Google Shape;1051;p34"/>
          <p:cNvGrpSpPr/>
          <p:nvPr/>
        </p:nvGrpSpPr>
        <p:grpSpPr>
          <a:xfrm>
            <a:off x="4610722" y="3545783"/>
            <a:ext cx="526012" cy="526010"/>
            <a:chOff x="4803384" y="6497414"/>
            <a:chExt cx="365125" cy="365125"/>
          </a:xfrm>
          <a:solidFill>
            <a:schemeClr val="bg1">
              <a:lumMod val="75000"/>
            </a:schemeClr>
          </a:solidFill>
        </p:grpSpPr>
        <p:sp>
          <p:nvSpPr>
            <p:cNvPr id="364" name="Google Shape;1052;p34"/>
            <p:cNvSpPr/>
            <p:nvPr/>
          </p:nvSpPr>
          <p:spPr>
            <a:xfrm>
              <a:off x="4803384" y="6497414"/>
              <a:ext cx="223838" cy="342900"/>
            </a:xfrm>
            <a:custGeom>
              <a:avLst/>
              <a:gdLst/>
              <a:ahLst/>
              <a:cxnLst/>
              <a:rect l="l" t="t" r="r" b="b"/>
              <a:pathLst>
                <a:path w="333" h="507" extrusionOk="0">
                  <a:moveTo>
                    <a:pt x="95" y="418"/>
                  </a:moveTo>
                  <a:cubicBezTo>
                    <a:pt x="87" y="418"/>
                    <a:pt x="80" y="420"/>
                    <a:pt x="74" y="424"/>
                  </a:cubicBezTo>
                  <a:cubicBezTo>
                    <a:pt x="40" y="380"/>
                    <a:pt x="21" y="326"/>
                    <a:pt x="21" y="271"/>
                  </a:cubicBezTo>
                  <a:cubicBezTo>
                    <a:pt x="21" y="133"/>
                    <a:pt x="133" y="21"/>
                    <a:pt x="270" y="21"/>
                  </a:cubicBezTo>
                  <a:cubicBezTo>
                    <a:pt x="287" y="21"/>
                    <a:pt x="304" y="23"/>
                    <a:pt x="320" y="26"/>
                  </a:cubicBezTo>
                  <a:cubicBezTo>
                    <a:pt x="326" y="28"/>
                    <a:pt x="331" y="24"/>
                    <a:pt x="332" y="18"/>
                  </a:cubicBezTo>
                  <a:cubicBezTo>
                    <a:pt x="333" y="12"/>
                    <a:pt x="330" y="7"/>
                    <a:pt x="324" y="6"/>
                  </a:cubicBezTo>
                  <a:cubicBezTo>
                    <a:pt x="306" y="2"/>
                    <a:pt x="288" y="0"/>
                    <a:pt x="270" y="0"/>
                  </a:cubicBezTo>
                  <a:cubicBezTo>
                    <a:pt x="198" y="0"/>
                    <a:pt x="130" y="28"/>
                    <a:pt x="79" y="80"/>
                  </a:cubicBezTo>
                  <a:cubicBezTo>
                    <a:pt x="28" y="131"/>
                    <a:pt x="0" y="198"/>
                    <a:pt x="0" y="271"/>
                  </a:cubicBezTo>
                  <a:cubicBezTo>
                    <a:pt x="0" y="331"/>
                    <a:pt x="20" y="391"/>
                    <a:pt x="58" y="438"/>
                  </a:cubicBezTo>
                  <a:cubicBezTo>
                    <a:pt x="53" y="445"/>
                    <a:pt x="51" y="454"/>
                    <a:pt x="51" y="463"/>
                  </a:cubicBezTo>
                  <a:cubicBezTo>
                    <a:pt x="51" y="475"/>
                    <a:pt x="55" y="486"/>
                    <a:pt x="64" y="494"/>
                  </a:cubicBezTo>
                  <a:cubicBezTo>
                    <a:pt x="72" y="503"/>
                    <a:pt x="83" y="507"/>
                    <a:pt x="95" y="507"/>
                  </a:cubicBezTo>
                  <a:cubicBezTo>
                    <a:pt x="107" y="507"/>
                    <a:pt x="118" y="503"/>
                    <a:pt x="126" y="494"/>
                  </a:cubicBezTo>
                  <a:cubicBezTo>
                    <a:pt x="135" y="486"/>
                    <a:pt x="139" y="475"/>
                    <a:pt x="139" y="463"/>
                  </a:cubicBezTo>
                  <a:cubicBezTo>
                    <a:pt x="139" y="451"/>
                    <a:pt x="135" y="440"/>
                    <a:pt x="126" y="431"/>
                  </a:cubicBezTo>
                  <a:cubicBezTo>
                    <a:pt x="118" y="423"/>
                    <a:pt x="107" y="418"/>
                    <a:pt x="95" y="418"/>
                  </a:cubicBezTo>
                  <a:close/>
                  <a:moveTo>
                    <a:pt x="111" y="479"/>
                  </a:moveTo>
                  <a:cubicBezTo>
                    <a:pt x="107" y="484"/>
                    <a:pt x="101" y="486"/>
                    <a:pt x="95" y="486"/>
                  </a:cubicBezTo>
                  <a:cubicBezTo>
                    <a:pt x="89" y="486"/>
                    <a:pt x="83" y="484"/>
                    <a:pt x="79" y="479"/>
                  </a:cubicBezTo>
                  <a:cubicBezTo>
                    <a:pt x="74" y="475"/>
                    <a:pt x="72" y="469"/>
                    <a:pt x="72" y="463"/>
                  </a:cubicBezTo>
                  <a:cubicBezTo>
                    <a:pt x="72" y="457"/>
                    <a:pt x="74" y="451"/>
                    <a:pt x="79" y="446"/>
                  </a:cubicBezTo>
                  <a:cubicBezTo>
                    <a:pt x="83" y="442"/>
                    <a:pt x="89" y="440"/>
                    <a:pt x="95" y="440"/>
                  </a:cubicBezTo>
                  <a:cubicBezTo>
                    <a:pt x="101" y="440"/>
                    <a:pt x="107" y="442"/>
                    <a:pt x="111" y="446"/>
                  </a:cubicBezTo>
                  <a:cubicBezTo>
                    <a:pt x="116" y="451"/>
                    <a:pt x="118" y="457"/>
                    <a:pt x="118" y="463"/>
                  </a:cubicBezTo>
                  <a:cubicBezTo>
                    <a:pt x="118" y="469"/>
                    <a:pt x="116" y="475"/>
                    <a:pt x="111" y="4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5" name="Google Shape;1053;p34"/>
            <p:cNvSpPr/>
            <p:nvPr/>
          </p:nvSpPr>
          <p:spPr>
            <a:xfrm>
              <a:off x="4943084" y="6519639"/>
              <a:ext cx="225425" cy="342900"/>
            </a:xfrm>
            <a:custGeom>
              <a:avLst/>
              <a:gdLst/>
              <a:ahLst/>
              <a:cxnLst/>
              <a:rect l="l" t="t" r="r" b="b"/>
              <a:pathLst>
                <a:path w="333" h="507" extrusionOk="0">
                  <a:moveTo>
                    <a:pt x="275" y="69"/>
                  </a:moveTo>
                  <a:cubicBezTo>
                    <a:pt x="287" y="52"/>
                    <a:pt x="285" y="28"/>
                    <a:pt x="270" y="13"/>
                  </a:cubicBezTo>
                  <a:cubicBezTo>
                    <a:pt x="261" y="5"/>
                    <a:pt x="250" y="0"/>
                    <a:pt x="238" y="0"/>
                  </a:cubicBezTo>
                  <a:cubicBezTo>
                    <a:pt x="227" y="0"/>
                    <a:pt x="215" y="5"/>
                    <a:pt x="207" y="13"/>
                  </a:cubicBezTo>
                  <a:cubicBezTo>
                    <a:pt x="199" y="22"/>
                    <a:pt x="194" y="33"/>
                    <a:pt x="194" y="45"/>
                  </a:cubicBezTo>
                  <a:cubicBezTo>
                    <a:pt x="194" y="56"/>
                    <a:pt x="199" y="68"/>
                    <a:pt x="207" y="76"/>
                  </a:cubicBezTo>
                  <a:cubicBezTo>
                    <a:pt x="215" y="84"/>
                    <a:pt x="227" y="89"/>
                    <a:pt x="238" y="89"/>
                  </a:cubicBezTo>
                  <a:cubicBezTo>
                    <a:pt x="246" y="89"/>
                    <a:pt x="253" y="87"/>
                    <a:pt x="260" y="83"/>
                  </a:cubicBezTo>
                  <a:cubicBezTo>
                    <a:pt x="294" y="127"/>
                    <a:pt x="312" y="181"/>
                    <a:pt x="312" y="237"/>
                  </a:cubicBezTo>
                  <a:cubicBezTo>
                    <a:pt x="312" y="374"/>
                    <a:pt x="201" y="486"/>
                    <a:pt x="63" y="486"/>
                  </a:cubicBezTo>
                  <a:cubicBezTo>
                    <a:pt x="47" y="486"/>
                    <a:pt x="30" y="484"/>
                    <a:pt x="14" y="481"/>
                  </a:cubicBezTo>
                  <a:cubicBezTo>
                    <a:pt x="8" y="480"/>
                    <a:pt x="3" y="484"/>
                    <a:pt x="2" y="489"/>
                  </a:cubicBezTo>
                  <a:cubicBezTo>
                    <a:pt x="0" y="495"/>
                    <a:pt x="4" y="501"/>
                    <a:pt x="10" y="502"/>
                  </a:cubicBezTo>
                  <a:cubicBezTo>
                    <a:pt x="27" y="505"/>
                    <a:pt x="45" y="507"/>
                    <a:pt x="63" y="507"/>
                  </a:cubicBezTo>
                  <a:cubicBezTo>
                    <a:pt x="135" y="507"/>
                    <a:pt x="203" y="479"/>
                    <a:pt x="254" y="428"/>
                  </a:cubicBezTo>
                  <a:cubicBezTo>
                    <a:pt x="305" y="377"/>
                    <a:pt x="333" y="309"/>
                    <a:pt x="333" y="237"/>
                  </a:cubicBezTo>
                  <a:cubicBezTo>
                    <a:pt x="333" y="176"/>
                    <a:pt x="313" y="117"/>
                    <a:pt x="275" y="69"/>
                  </a:cubicBezTo>
                  <a:close/>
                  <a:moveTo>
                    <a:pt x="222" y="61"/>
                  </a:moveTo>
                  <a:cubicBezTo>
                    <a:pt x="218" y="57"/>
                    <a:pt x="215" y="51"/>
                    <a:pt x="215" y="45"/>
                  </a:cubicBezTo>
                  <a:cubicBezTo>
                    <a:pt x="215" y="38"/>
                    <a:pt x="218" y="33"/>
                    <a:pt x="222" y="28"/>
                  </a:cubicBezTo>
                  <a:cubicBezTo>
                    <a:pt x="226" y="24"/>
                    <a:pt x="232" y="21"/>
                    <a:pt x="238" y="21"/>
                  </a:cubicBezTo>
                  <a:cubicBezTo>
                    <a:pt x="245" y="21"/>
                    <a:pt x="250" y="24"/>
                    <a:pt x="255" y="28"/>
                  </a:cubicBezTo>
                  <a:cubicBezTo>
                    <a:pt x="264" y="37"/>
                    <a:pt x="264" y="52"/>
                    <a:pt x="255" y="61"/>
                  </a:cubicBezTo>
                  <a:cubicBezTo>
                    <a:pt x="250" y="65"/>
                    <a:pt x="245" y="68"/>
                    <a:pt x="238" y="68"/>
                  </a:cubicBezTo>
                  <a:cubicBezTo>
                    <a:pt x="232" y="68"/>
                    <a:pt x="226" y="65"/>
                    <a:pt x="222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6" name="Google Shape;1054;p34"/>
            <p:cNvSpPr/>
            <p:nvPr/>
          </p:nvSpPr>
          <p:spPr>
            <a:xfrm>
              <a:off x="4855772" y="6549801"/>
              <a:ext cx="258763" cy="260350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49" y="373"/>
                  </a:moveTo>
                  <a:cubicBezTo>
                    <a:pt x="149" y="379"/>
                    <a:pt x="153" y="384"/>
                    <a:pt x="159" y="384"/>
                  </a:cubicBezTo>
                  <a:cubicBezTo>
                    <a:pt x="225" y="384"/>
                    <a:pt x="225" y="384"/>
                    <a:pt x="225" y="384"/>
                  </a:cubicBezTo>
                  <a:cubicBezTo>
                    <a:pt x="231" y="384"/>
                    <a:pt x="236" y="379"/>
                    <a:pt x="236" y="373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50" y="349"/>
                    <a:pt x="263" y="344"/>
                    <a:pt x="275" y="336"/>
                  </a:cubicBezTo>
                  <a:cubicBezTo>
                    <a:pt x="290" y="351"/>
                    <a:pt x="290" y="351"/>
                    <a:pt x="290" y="351"/>
                  </a:cubicBezTo>
                  <a:cubicBezTo>
                    <a:pt x="292" y="353"/>
                    <a:pt x="294" y="354"/>
                    <a:pt x="297" y="354"/>
                  </a:cubicBezTo>
                  <a:cubicBezTo>
                    <a:pt x="300" y="354"/>
                    <a:pt x="303" y="353"/>
                    <a:pt x="305" y="351"/>
                  </a:cubicBezTo>
                  <a:cubicBezTo>
                    <a:pt x="351" y="304"/>
                    <a:pt x="351" y="304"/>
                    <a:pt x="351" y="304"/>
                  </a:cubicBezTo>
                  <a:cubicBezTo>
                    <a:pt x="356" y="300"/>
                    <a:pt x="356" y="293"/>
                    <a:pt x="351" y="289"/>
                  </a:cubicBezTo>
                  <a:cubicBezTo>
                    <a:pt x="337" y="275"/>
                    <a:pt x="337" y="275"/>
                    <a:pt x="337" y="275"/>
                  </a:cubicBezTo>
                  <a:cubicBezTo>
                    <a:pt x="344" y="262"/>
                    <a:pt x="350" y="249"/>
                    <a:pt x="353" y="235"/>
                  </a:cubicBezTo>
                  <a:cubicBezTo>
                    <a:pt x="374" y="235"/>
                    <a:pt x="374" y="235"/>
                    <a:pt x="374" y="235"/>
                  </a:cubicBezTo>
                  <a:cubicBezTo>
                    <a:pt x="380" y="235"/>
                    <a:pt x="384" y="230"/>
                    <a:pt x="384" y="225"/>
                  </a:cubicBezTo>
                  <a:cubicBezTo>
                    <a:pt x="384" y="159"/>
                    <a:pt x="384" y="159"/>
                    <a:pt x="384" y="159"/>
                  </a:cubicBezTo>
                  <a:cubicBezTo>
                    <a:pt x="384" y="153"/>
                    <a:pt x="380" y="148"/>
                    <a:pt x="374" y="148"/>
                  </a:cubicBezTo>
                  <a:cubicBezTo>
                    <a:pt x="353" y="148"/>
                    <a:pt x="353" y="148"/>
                    <a:pt x="353" y="148"/>
                  </a:cubicBezTo>
                  <a:cubicBezTo>
                    <a:pt x="350" y="134"/>
                    <a:pt x="344" y="121"/>
                    <a:pt x="337" y="108"/>
                  </a:cubicBezTo>
                  <a:cubicBezTo>
                    <a:pt x="351" y="94"/>
                    <a:pt x="351" y="94"/>
                    <a:pt x="351" y="94"/>
                  </a:cubicBezTo>
                  <a:cubicBezTo>
                    <a:pt x="353" y="92"/>
                    <a:pt x="354" y="89"/>
                    <a:pt x="354" y="87"/>
                  </a:cubicBezTo>
                  <a:cubicBezTo>
                    <a:pt x="354" y="84"/>
                    <a:pt x="353" y="81"/>
                    <a:pt x="351" y="79"/>
                  </a:cubicBezTo>
                  <a:cubicBezTo>
                    <a:pt x="305" y="32"/>
                    <a:pt x="305" y="32"/>
                    <a:pt x="305" y="32"/>
                  </a:cubicBezTo>
                  <a:cubicBezTo>
                    <a:pt x="301" y="28"/>
                    <a:pt x="294" y="28"/>
                    <a:pt x="290" y="32"/>
                  </a:cubicBezTo>
                  <a:cubicBezTo>
                    <a:pt x="275" y="47"/>
                    <a:pt x="275" y="47"/>
                    <a:pt x="275" y="47"/>
                  </a:cubicBezTo>
                  <a:cubicBezTo>
                    <a:pt x="263" y="40"/>
                    <a:pt x="250" y="34"/>
                    <a:pt x="236" y="30"/>
                  </a:cubicBezTo>
                  <a:cubicBezTo>
                    <a:pt x="236" y="10"/>
                    <a:pt x="236" y="10"/>
                    <a:pt x="236" y="10"/>
                  </a:cubicBezTo>
                  <a:cubicBezTo>
                    <a:pt x="236" y="4"/>
                    <a:pt x="231" y="0"/>
                    <a:pt x="225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53" y="0"/>
                    <a:pt x="149" y="4"/>
                    <a:pt x="149" y="10"/>
                  </a:cubicBezTo>
                  <a:cubicBezTo>
                    <a:pt x="149" y="30"/>
                    <a:pt x="149" y="30"/>
                    <a:pt x="149" y="30"/>
                  </a:cubicBezTo>
                  <a:cubicBezTo>
                    <a:pt x="135" y="34"/>
                    <a:pt x="121" y="40"/>
                    <a:pt x="109" y="47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1" y="28"/>
                    <a:pt x="84" y="28"/>
                    <a:pt x="80" y="32"/>
                  </a:cubicBezTo>
                  <a:cubicBezTo>
                    <a:pt x="33" y="79"/>
                    <a:pt x="33" y="79"/>
                    <a:pt x="33" y="79"/>
                  </a:cubicBezTo>
                  <a:cubicBezTo>
                    <a:pt x="31" y="81"/>
                    <a:pt x="30" y="84"/>
                    <a:pt x="30" y="87"/>
                  </a:cubicBezTo>
                  <a:cubicBezTo>
                    <a:pt x="30" y="89"/>
                    <a:pt x="31" y="92"/>
                    <a:pt x="33" y="94"/>
                  </a:cubicBezTo>
                  <a:cubicBezTo>
                    <a:pt x="47" y="108"/>
                    <a:pt x="47" y="108"/>
                    <a:pt x="47" y="108"/>
                  </a:cubicBezTo>
                  <a:cubicBezTo>
                    <a:pt x="40" y="121"/>
                    <a:pt x="35" y="134"/>
                    <a:pt x="31" y="148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5" y="148"/>
                    <a:pt x="0" y="153"/>
                    <a:pt x="0" y="159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0" y="227"/>
                    <a:pt x="1" y="230"/>
                    <a:pt x="3" y="232"/>
                  </a:cubicBezTo>
                  <a:cubicBezTo>
                    <a:pt x="5" y="234"/>
                    <a:pt x="8" y="235"/>
                    <a:pt x="11" y="235"/>
                  </a:cubicBezTo>
                  <a:cubicBezTo>
                    <a:pt x="31" y="235"/>
                    <a:pt x="31" y="235"/>
                    <a:pt x="31" y="235"/>
                  </a:cubicBezTo>
                  <a:cubicBezTo>
                    <a:pt x="35" y="249"/>
                    <a:pt x="40" y="262"/>
                    <a:pt x="47" y="275"/>
                  </a:cubicBezTo>
                  <a:cubicBezTo>
                    <a:pt x="33" y="289"/>
                    <a:pt x="33" y="289"/>
                    <a:pt x="33" y="289"/>
                  </a:cubicBezTo>
                  <a:cubicBezTo>
                    <a:pt x="29" y="293"/>
                    <a:pt x="29" y="300"/>
                    <a:pt x="33" y="304"/>
                  </a:cubicBezTo>
                  <a:cubicBezTo>
                    <a:pt x="80" y="351"/>
                    <a:pt x="80" y="351"/>
                    <a:pt x="80" y="351"/>
                  </a:cubicBezTo>
                  <a:cubicBezTo>
                    <a:pt x="82" y="353"/>
                    <a:pt x="84" y="354"/>
                    <a:pt x="87" y="354"/>
                  </a:cubicBezTo>
                  <a:cubicBezTo>
                    <a:pt x="87" y="354"/>
                    <a:pt x="87" y="354"/>
                    <a:pt x="87" y="354"/>
                  </a:cubicBezTo>
                  <a:cubicBezTo>
                    <a:pt x="90" y="354"/>
                    <a:pt x="93" y="353"/>
                    <a:pt x="95" y="351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21" y="344"/>
                    <a:pt x="135" y="349"/>
                    <a:pt x="149" y="353"/>
                  </a:cubicBezTo>
                  <a:lnTo>
                    <a:pt x="149" y="373"/>
                  </a:lnTo>
                  <a:close/>
                  <a:moveTo>
                    <a:pt x="113" y="314"/>
                  </a:moveTo>
                  <a:cubicBezTo>
                    <a:pt x="109" y="311"/>
                    <a:pt x="103" y="312"/>
                    <a:pt x="100" y="316"/>
                  </a:cubicBezTo>
                  <a:cubicBezTo>
                    <a:pt x="87" y="328"/>
                    <a:pt x="87" y="328"/>
                    <a:pt x="87" y="328"/>
                  </a:cubicBezTo>
                  <a:cubicBezTo>
                    <a:pt x="55" y="297"/>
                    <a:pt x="55" y="297"/>
                    <a:pt x="55" y="297"/>
                  </a:cubicBezTo>
                  <a:cubicBezTo>
                    <a:pt x="68" y="284"/>
                    <a:pt x="68" y="284"/>
                    <a:pt x="68" y="284"/>
                  </a:cubicBezTo>
                  <a:cubicBezTo>
                    <a:pt x="72" y="280"/>
                    <a:pt x="72" y="275"/>
                    <a:pt x="70" y="271"/>
                  </a:cubicBezTo>
                  <a:cubicBezTo>
                    <a:pt x="60" y="256"/>
                    <a:pt x="53" y="240"/>
                    <a:pt x="50" y="222"/>
                  </a:cubicBezTo>
                  <a:cubicBezTo>
                    <a:pt x="49" y="218"/>
                    <a:pt x="44" y="214"/>
                    <a:pt x="39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169"/>
                    <a:pt x="21" y="169"/>
                    <a:pt x="21" y="169"/>
                  </a:cubicBezTo>
                  <a:cubicBezTo>
                    <a:pt x="39" y="169"/>
                    <a:pt x="39" y="169"/>
                    <a:pt x="39" y="169"/>
                  </a:cubicBezTo>
                  <a:cubicBezTo>
                    <a:pt x="44" y="169"/>
                    <a:pt x="49" y="166"/>
                    <a:pt x="50" y="161"/>
                  </a:cubicBezTo>
                  <a:cubicBezTo>
                    <a:pt x="53" y="144"/>
                    <a:pt x="60" y="127"/>
                    <a:pt x="70" y="113"/>
                  </a:cubicBezTo>
                  <a:cubicBezTo>
                    <a:pt x="72" y="108"/>
                    <a:pt x="72" y="103"/>
                    <a:pt x="68" y="99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100" y="68"/>
                    <a:pt x="100" y="68"/>
                    <a:pt x="100" y="68"/>
                  </a:cubicBezTo>
                  <a:cubicBezTo>
                    <a:pt x="103" y="71"/>
                    <a:pt x="109" y="72"/>
                    <a:pt x="113" y="69"/>
                  </a:cubicBezTo>
                  <a:cubicBezTo>
                    <a:pt x="128" y="59"/>
                    <a:pt x="144" y="53"/>
                    <a:pt x="161" y="49"/>
                  </a:cubicBezTo>
                  <a:cubicBezTo>
                    <a:pt x="166" y="48"/>
                    <a:pt x="170" y="44"/>
                    <a:pt x="170" y="39"/>
                  </a:cubicBezTo>
                  <a:cubicBezTo>
                    <a:pt x="170" y="21"/>
                    <a:pt x="170" y="21"/>
                    <a:pt x="170" y="21"/>
                  </a:cubicBezTo>
                  <a:cubicBezTo>
                    <a:pt x="215" y="21"/>
                    <a:pt x="215" y="21"/>
                    <a:pt x="215" y="21"/>
                  </a:cubicBezTo>
                  <a:cubicBezTo>
                    <a:pt x="215" y="39"/>
                    <a:pt x="215" y="39"/>
                    <a:pt x="215" y="39"/>
                  </a:cubicBezTo>
                  <a:cubicBezTo>
                    <a:pt x="215" y="44"/>
                    <a:pt x="218" y="48"/>
                    <a:pt x="223" y="49"/>
                  </a:cubicBezTo>
                  <a:cubicBezTo>
                    <a:pt x="240" y="53"/>
                    <a:pt x="256" y="59"/>
                    <a:pt x="271" y="69"/>
                  </a:cubicBezTo>
                  <a:cubicBezTo>
                    <a:pt x="275" y="72"/>
                    <a:pt x="281" y="71"/>
                    <a:pt x="284" y="68"/>
                  </a:cubicBezTo>
                  <a:cubicBezTo>
                    <a:pt x="297" y="55"/>
                    <a:pt x="297" y="55"/>
                    <a:pt x="297" y="55"/>
                  </a:cubicBezTo>
                  <a:cubicBezTo>
                    <a:pt x="329" y="87"/>
                    <a:pt x="329" y="87"/>
                    <a:pt x="329" y="87"/>
                  </a:cubicBezTo>
                  <a:cubicBezTo>
                    <a:pt x="316" y="99"/>
                    <a:pt x="316" y="99"/>
                    <a:pt x="316" y="99"/>
                  </a:cubicBezTo>
                  <a:cubicBezTo>
                    <a:pt x="313" y="103"/>
                    <a:pt x="312" y="108"/>
                    <a:pt x="315" y="113"/>
                  </a:cubicBezTo>
                  <a:cubicBezTo>
                    <a:pt x="324" y="127"/>
                    <a:pt x="331" y="144"/>
                    <a:pt x="335" y="161"/>
                  </a:cubicBezTo>
                  <a:cubicBezTo>
                    <a:pt x="336" y="166"/>
                    <a:pt x="340" y="169"/>
                    <a:pt x="345" y="169"/>
                  </a:cubicBezTo>
                  <a:cubicBezTo>
                    <a:pt x="363" y="169"/>
                    <a:pt x="363" y="169"/>
                    <a:pt x="363" y="169"/>
                  </a:cubicBezTo>
                  <a:cubicBezTo>
                    <a:pt x="363" y="214"/>
                    <a:pt x="363" y="214"/>
                    <a:pt x="363" y="214"/>
                  </a:cubicBezTo>
                  <a:cubicBezTo>
                    <a:pt x="345" y="214"/>
                    <a:pt x="345" y="214"/>
                    <a:pt x="345" y="214"/>
                  </a:cubicBezTo>
                  <a:cubicBezTo>
                    <a:pt x="340" y="214"/>
                    <a:pt x="336" y="218"/>
                    <a:pt x="335" y="222"/>
                  </a:cubicBezTo>
                  <a:cubicBezTo>
                    <a:pt x="331" y="240"/>
                    <a:pt x="324" y="256"/>
                    <a:pt x="315" y="271"/>
                  </a:cubicBezTo>
                  <a:cubicBezTo>
                    <a:pt x="312" y="275"/>
                    <a:pt x="313" y="280"/>
                    <a:pt x="316" y="284"/>
                  </a:cubicBezTo>
                  <a:cubicBezTo>
                    <a:pt x="329" y="297"/>
                    <a:pt x="329" y="297"/>
                    <a:pt x="329" y="297"/>
                  </a:cubicBezTo>
                  <a:cubicBezTo>
                    <a:pt x="297" y="328"/>
                    <a:pt x="297" y="328"/>
                    <a:pt x="297" y="328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81" y="312"/>
                    <a:pt x="275" y="311"/>
                    <a:pt x="271" y="314"/>
                  </a:cubicBezTo>
                  <a:cubicBezTo>
                    <a:pt x="256" y="324"/>
                    <a:pt x="240" y="330"/>
                    <a:pt x="223" y="334"/>
                  </a:cubicBezTo>
                  <a:cubicBezTo>
                    <a:pt x="218" y="335"/>
                    <a:pt x="215" y="340"/>
                    <a:pt x="215" y="345"/>
                  </a:cubicBezTo>
                  <a:cubicBezTo>
                    <a:pt x="215" y="363"/>
                    <a:pt x="215" y="363"/>
                    <a:pt x="215" y="363"/>
                  </a:cubicBezTo>
                  <a:cubicBezTo>
                    <a:pt x="170" y="363"/>
                    <a:pt x="170" y="363"/>
                    <a:pt x="170" y="363"/>
                  </a:cubicBezTo>
                  <a:cubicBezTo>
                    <a:pt x="170" y="345"/>
                    <a:pt x="170" y="345"/>
                    <a:pt x="170" y="345"/>
                  </a:cubicBezTo>
                  <a:cubicBezTo>
                    <a:pt x="170" y="340"/>
                    <a:pt x="166" y="335"/>
                    <a:pt x="161" y="334"/>
                  </a:cubicBezTo>
                  <a:cubicBezTo>
                    <a:pt x="144" y="330"/>
                    <a:pt x="128" y="324"/>
                    <a:pt x="113" y="3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7" name="Google Shape;1055;p34"/>
            <p:cNvSpPr/>
            <p:nvPr/>
          </p:nvSpPr>
          <p:spPr>
            <a:xfrm>
              <a:off x="4927209" y="6621239"/>
              <a:ext cx="117475" cy="117475"/>
            </a:xfrm>
            <a:custGeom>
              <a:avLst/>
              <a:gdLst/>
              <a:ahLst/>
              <a:cxnLst/>
              <a:rect l="l" t="t" r="r" b="b"/>
              <a:pathLst>
                <a:path w="174" h="175" extrusionOk="0">
                  <a:moveTo>
                    <a:pt x="174" y="88"/>
                  </a:moveTo>
                  <a:cubicBezTo>
                    <a:pt x="174" y="40"/>
                    <a:pt x="135" y="0"/>
                    <a:pt x="87" y="0"/>
                  </a:cubicBezTo>
                  <a:cubicBezTo>
                    <a:pt x="39" y="0"/>
                    <a:pt x="0" y="40"/>
                    <a:pt x="0" y="88"/>
                  </a:cubicBezTo>
                  <a:cubicBezTo>
                    <a:pt x="0" y="136"/>
                    <a:pt x="39" y="175"/>
                    <a:pt x="87" y="175"/>
                  </a:cubicBezTo>
                  <a:cubicBezTo>
                    <a:pt x="135" y="175"/>
                    <a:pt x="174" y="136"/>
                    <a:pt x="174" y="88"/>
                  </a:cubicBezTo>
                  <a:close/>
                  <a:moveTo>
                    <a:pt x="21" y="88"/>
                  </a:moveTo>
                  <a:cubicBezTo>
                    <a:pt x="21" y="51"/>
                    <a:pt x="51" y="22"/>
                    <a:pt x="87" y="22"/>
                  </a:cubicBezTo>
                  <a:cubicBezTo>
                    <a:pt x="124" y="22"/>
                    <a:pt x="153" y="51"/>
                    <a:pt x="153" y="88"/>
                  </a:cubicBezTo>
                  <a:cubicBezTo>
                    <a:pt x="153" y="124"/>
                    <a:pt x="124" y="154"/>
                    <a:pt x="87" y="154"/>
                  </a:cubicBezTo>
                  <a:cubicBezTo>
                    <a:pt x="51" y="154"/>
                    <a:pt x="21" y="124"/>
                    <a:pt x="21" y="8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8" name="Google Shape;1056;p34"/>
            <p:cNvSpPr/>
            <p:nvPr/>
          </p:nvSpPr>
          <p:spPr>
            <a:xfrm>
              <a:off x="5044684" y="6510114"/>
              <a:ext cx="14288" cy="14287"/>
            </a:xfrm>
            <a:custGeom>
              <a:avLst/>
              <a:gdLst/>
              <a:ahLst/>
              <a:cxnLst/>
              <a:rect l="l" t="t" r="r" b="b"/>
              <a:pathLst>
                <a:path w="21" h="21" extrusionOk="0">
                  <a:moveTo>
                    <a:pt x="10" y="21"/>
                  </a:moveTo>
                  <a:cubicBezTo>
                    <a:pt x="13" y="21"/>
                    <a:pt x="16" y="20"/>
                    <a:pt x="18" y="18"/>
                  </a:cubicBezTo>
                  <a:cubicBezTo>
                    <a:pt x="20" y="16"/>
                    <a:pt x="21" y="14"/>
                    <a:pt x="21" y="11"/>
                  </a:cubicBezTo>
                  <a:cubicBezTo>
                    <a:pt x="21" y="8"/>
                    <a:pt x="20" y="5"/>
                    <a:pt x="18" y="3"/>
                  </a:cubicBezTo>
                  <a:cubicBezTo>
                    <a:pt x="16" y="1"/>
                    <a:pt x="13" y="0"/>
                    <a:pt x="10" y="0"/>
                  </a:cubicBezTo>
                  <a:cubicBezTo>
                    <a:pt x="8" y="0"/>
                    <a:pt x="5" y="1"/>
                    <a:pt x="3" y="3"/>
                  </a:cubicBezTo>
                  <a:cubicBezTo>
                    <a:pt x="1" y="5"/>
                    <a:pt x="0" y="8"/>
                    <a:pt x="0" y="11"/>
                  </a:cubicBezTo>
                  <a:cubicBezTo>
                    <a:pt x="0" y="14"/>
                    <a:pt x="1" y="16"/>
                    <a:pt x="3" y="18"/>
                  </a:cubicBezTo>
                  <a:cubicBezTo>
                    <a:pt x="5" y="20"/>
                    <a:pt x="8" y="21"/>
                    <a:pt x="10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9" name="Google Shape;1057;p34"/>
            <p:cNvSpPr/>
            <p:nvPr/>
          </p:nvSpPr>
          <p:spPr>
            <a:xfrm>
              <a:off x="4912922" y="6835551"/>
              <a:ext cx="14288" cy="14287"/>
            </a:xfrm>
            <a:custGeom>
              <a:avLst/>
              <a:gdLst/>
              <a:ahLst/>
              <a:cxnLst/>
              <a:rect l="l" t="t" r="r" b="b"/>
              <a:pathLst>
                <a:path w="21" h="21" extrusionOk="0">
                  <a:moveTo>
                    <a:pt x="10" y="0"/>
                  </a:moveTo>
                  <a:cubicBezTo>
                    <a:pt x="8" y="0"/>
                    <a:pt x="5" y="1"/>
                    <a:pt x="3" y="3"/>
                  </a:cubicBezTo>
                  <a:cubicBezTo>
                    <a:pt x="1" y="5"/>
                    <a:pt x="0" y="8"/>
                    <a:pt x="0" y="11"/>
                  </a:cubicBezTo>
                  <a:cubicBezTo>
                    <a:pt x="0" y="14"/>
                    <a:pt x="1" y="16"/>
                    <a:pt x="3" y="18"/>
                  </a:cubicBezTo>
                  <a:cubicBezTo>
                    <a:pt x="5" y="20"/>
                    <a:pt x="8" y="21"/>
                    <a:pt x="10" y="21"/>
                  </a:cubicBezTo>
                  <a:cubicBezTo>
                    <a:pt x="13" y="21"/>
                    <a:pt x="16" y="20"/>
                    <a:pt x="18" y="18"/>
                  </a:cubicBezTo>
                  <a:cubicBezTo>
                    <a:pt x="20" y="16"/>
                    <a:pt x="21" y="14"/>
                    <a:pt x="21" y="11"/>
                  </a:cubicBezTo>
                  <a:cubicBezTo>
                    <a:pt x="21" y="8"/>
                    <a:pt x="20" y="5"/>
                    <a:pt x="18" y="3"/>
                  </a:cubicBezTo>
                  <a:cubicBezTo>
                    <a:pt x="16" y="1"/>
                    <a:pt x="13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70" name="Google Shape;1058;p34"/>
          <p:cNvGrpSpPr/>
          <p:nvPr/>
        </p:nvGrpSpPr>
        <p:grpSpPr>
          <a:xfrm>
            <a:off x="4672063" y="4371915"/>
            <a:ext cx="396875" cy="398462"/>
            <a:chOff x="4647809" y="5870351"/>
            <a:chExt cx="396875" cy="398462"/>
          </a:xfrm>
          <a:solidFill>
            <a:schemeClr val="bg1">
              <a:lumMod val="75000"/>
            </a:schemeClr>
          </a:solidFill>
        </p:grpSpPr>
        <p:sp>
          <p:nvSpPr>
            <p:cNvPr id="371" name="Google Shape;1059;p34"/>
            <p:cNvSpPr/>
            <p:nvPr/>
          </p:nvSpPr>
          <p:spPr>
            <a:xfrm>
              <a:off x="4647809" y="5870351"/>
              <a:ext cx="396875" cy="398462"/>
            </a:xfrm>
            <a:custGeom>
              <a:avLst/>
              <a:gdLst/>
              <a:ahLst/>
              <a:cxnLst/>
              <a:rect l="l" t="t" r="r" b="b"/>
              <a:pathLst>
                <a:path w="588" h="589" extrusionOk="0">
                  <a:moveTo>
                    <a:pt x="227" y="572"/>
                  </a:moveTo>
                  <a:cubicBezTo>
                    <a:pt x="227" y="581"/>
                    <a:pt x="234" y="589"/>
                    <a:pt x="243" y="589"/>
                  </a:cubicBezTo>
                  <a:cubicBezTo>
                    <a:pt x="344" y="589"/>
                    <a:pt x="344" y="589"/>
                    <a:pt x="344" y="589"/>
                  </a:cubicBezTo>
                  <a:cubicBezTo>
                    <a:pt x="353" y="589"/>
                    <a:pt x="361" y="581"/>
                    <a:pt x="361" y="572"/>
                  </a:cubicBezTo>
                  <a:cubicBezTo>
                    <a:pt x="361" y="541"/>
                    <a:pt x="361" y="541"/>
                    <a:pt x="361" y="541"/>
                  </a:cubicBezTo>
                  <a:cubicBezTo>
                    <a:pt x="382" y="535"/>
                    <a:pt x="402" y="527"/>
                    <a:pt x="421" y="516"/>
                  </a:cubicBezTo>
                  <a:cubicBezTo>
                    <a:pt x="443" y="538"/>
                    <a:pt x="443" y="538"/>
                    <a:pt x="443" y="538"/>
                  </a:cubicBezTo>
                  <a:cubicBezTo>
                    <a:pt x="446" y="541"/>
                    <a:pt x="451" y="543"/>
                    <a:pt x="455" y="543"/>
                  </a:cubicBezTo>
                  <a:cubicBezTo>
                    <a:pt x="459" y="543"/>
                    <a:pt x="463" y="541"/>
                    <a:pt x="466" y="538"/>
                  </a:cubicBezTo>
                  <a:cubicBezTo>
                    <a:pt x="538" y="466"/>
                    <a:pt x="538" y="466"/>
                    <a:pt x="538" y="466"/>
                  </a:cubicBezTo>
                  <a:cubicBezTo>
                    <a:pt x="544" y="460"/>
                    <a:pt x="544" y="450"/>
                    <a:pt x="538" y="444"/>
                  </a:cubicBezTo>
                  <a:cubicBezTo>
                    <a:pt x="516" y="421"/>
                    <a:pt x="516" y="421"/>
                    <a:pt x="516" y="421"/>
                  </a:cubicBezTo>
                  <a:cubicBezTo>
                    <a:pt x="527" y="402"/>
                    <a:pt x="535" y="382"/>
                    <a:pt x="541" y="361"/>
                  </a:cubicBezTo>
                  <a:cubicBezTo>
                    <a:pt x="572" y="361"/>
                    <a:pt x="572" y="361"/>
                    <a:pt x="572" y="361"/>
                  </a:cubicBezTo>
                  <a:cubicBezTo>
                    <a:pt x="581" y="361"/>
                    <a:pt x="588" y="354"/>
                    <a:pt x="588" y="345"/>
                  </a:cubicBezTo>
                  <a:cubicBezTo>
                    <a:pt x="588" y="243"/>
                    <a:pt x="588" y="243"/>
                    <a:pt x="588" y="243"/>
                  </a:cubicBezTo>
                  <a:cubicBezTo>
                    <a:pt x="588" y="235"/>
                    <a:pt x="581" y="227"/>
                    <a:pt x="572" y="227"/>
                  </a:cubicBezTo>
                  <a:cubicBezTo>
                    <a:pt x="541" y="227"/>
                    <a:pt x="541" y="227"/>
                    <a:pt x="541" y="227"/>
                  </a:cubicBezTo>
                  <a:cubicBezTo>
                    <a:pt x="535" y="206"/>
                    <a:pt x="527" y="186"/>
                    <a:pt x="516" y="167"/>
                  </a:cubicBezTo>
                  <a:cubicBezTo>
                    <a:pt x="538" y="145"/>
                    <a:pt x="538" y="145"/>
                    <a:pt x="538" y="145"/>
                  </a:cubicBezTo>
                  <a:cubicBezTo>
                    <a:pt x="541" y="142"/>
                    <a:pt x="542" y="137"/>
                    <a:pt x="542" y="133"/>
                  </a:cubicBezTo>
                  <a:cubicBezTo>
                    <a:pt x="542" y="129"/>
                    <a:pt x="541" y="125"/>
                    <a:pt x="538" y="122"/>
                  </a:cubicBezTo>
                  <a:cubicBezTo>
                    <a:pt x="466" y="50"/>
                    <a:pt x="466" y="50"/>
                    <a:pt x="466" y="50"/>
                  </a:cubicBezTo>
                  <a:cubicBezTo>
                    <a:pt x="460" y="44"/>
                    <a:pt x="450" y="44"/>
                    <a:pt x="443" y="50"/>
                  </a:cubicBezTo>
                  <a:cubicBezTo>
                    <a:pt x="421" y="72"/>
                    <a:pt x="421" y="72"/>
                    <a:pt x="421" y="72"/>
                  </a:cubicBezTo>
                  <a:cubicBezTo>
                    <a:pt x="402" y="61"/>
                    <a:pt x="382" y="53"/>
                    <a:pt x="361" y="47"/>
                  </a:cubicBezTo>
                  <a:cubicBezTo>
                    <a:pt x="361" y="16"/>
                    <a:pt x="361" y="16"/>
                    <a:pt x="361" y="16"/>
                  </a:cubicBezTo>
                  <a:cubicBezTo>
                    <a:pt x="361" y="7"/>
                    <a:pt x="353" y="0"/>
                    <a:pt x="344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34" y="0"/>
                    <a:pt x="227" y="7"/>
                    <a:pt x="227" y="16"/>
                  </a:cubicBezTo>
                  <a:cubicBezTo>
                    <a:pt x="227" y="47"/>
                    <a:pt x="227" y="47"/>
                    <a:pt x="227" y="47"/>
                  </a:cubicBezTo>
                  <a:cubicBezTo>
                    <a:pt x="206" y="53"/>
                    <a:pt x="186" y="61"/>
                    <a:pt x="166" y="72"/>
                  </a:cubicBezTo>
                  <a:cubicBezTo>
                    <a:pt x="144" y="50"/>
                    <a:pt x="144" y="50"/>
                    <a:pt x="144" y="50"/>
                  </a:cubicBezTo>
                  <a:cubicBezTo>
                    <a:pt x="138" y="44"/>
                    <a:pt x="128" y="44"/>
                    <a:pt x="122" y="50"/>
                  </a:cubicBezTo>
                  <a:cubicBezTo>
                    <a:pt x="50" y="122"/>
                    <a:pt x="50" y="122"/>
                    <a:pt x="50" y="122"/>
                  </a:cubicBezTo>
                  <a:cubicBezTo>
                    <a:pt x="47" y="125"/>
                    <a:pt x="45" y="129"/>
                    <a:pt x="45" y="133"/>
                  </a:cubicBezTo>
                  <a:cubicBezTo>
                    <a:pt x="45" y="137"/>
                    <a:pt x="47" y="142"/>
                    <a:pt x="50" y="145"/>
                  </a:cubicBezTo>
                  <a:cubicBezTo>
                    <a:pt x="72" y="167"/>
                    <a:pt x="72" y="167"/>
                    <a:pt x="72" y="167"/>
                  </a:cubicBezTo>
                  <a:cubicBezTo>
                    <a:pt x="61" y="186"/>
                    <a:pt x="53" y="206"/>
                    <a:pt x="47" y="227"/>
                  </a:cubicBezTo>
                  <a:cubicBezTo>
                    <a:pt x="16" y="227"/>
                    <a:pt x="16" y="227"/>
                    <a:pt x="16" y="227"/>
                  </a:cubicBezTo>
                  <a:cubicBezTo>
                    <a:pt x="7" y="227"/>
                    <a:pt x="0" y="235"/>
                    <a:pt x="0" y="243"/>
                  </a:cubicBezTo>
                  <a:cubicBezTo>
                    <a:pt x="0" y="345"/>
                    <a:pt x="0" y="345"/>
                    <a:pt x="0" y="345"/>
                  </a:cubicBezTo>
                  <a:cubicBezTo>
                    <a:pt x="0" y="349"/>
                    <a:pt x="1" y="353"/>
                    <a:pt x="4" y="356"/>
                  </a:cubicBezTo>
                  <a:cubicBezTo>
                    <a:pt x="7" y="359"/>
                    <a:pt x="11" y="361"/>
                    <a:pt x="16" y="361"/>
                  </a:cubicBezTo>
                  <a:cubicBezTo>
                    <a:pt x="47" y="361"/>
                    <a:pt x="47" y="361"/>
                    <a:pt x="47" y="361"/>
                  </a:cubicBezTo>
                  <a:cubicBezTo>
                    <a:pt x="53" y="382"/>
                    <a:pt x="61" y="402"/>
                    <a:pt x="72" y="421"/>
                  </a:cubicBezTo>
                  <a:cubicBezTo>
                    <a:pt x="50" y="444"/>
                    <a:pt x="50" y="444"/>
                    <a:pt x="50" y="444"/>
                  </a:cubicBezTo>
                  <a:cubicBezTo>
                    <a:pt x="44" y="450"/>
                    <a:pt x="44" y="460"/>
                    <a:pt x="50" y="466"/>
                  </a:cubicBezTo>
                  <a:cubicBezTo>
                    <a:pt x="121" y="538"/>
                    <a:pt x="121" y="538"/>
                    <a:pt x="121" y="538"/>
                  </a:cubicBezTo>
                  <a:cubicBezTo>
                    <a:pt x="124" y="541"/>
                    <a:pt x="129" y="543"/>
                    <a:pt x="133" y="543"/>
                  </a:cubicBezTo>
                  <a:cubicBezTo>
                    <a:pt x="133" y="543"/>
                    <a:pt x="133" y="543"/>
                    <a:pt x="133" y="543"/>
                  </a:cubicBezTo>
                  <a:cubicBezTo>
                    <a:pt x="137" y="543"/>
                    <a:pt x="141" y="541"/>
                    <a:pt x="144" y="538"/>
                  </a:cubicBezTo>
                  <a:cubicBezTo>
                    <a:pt x="166" y="516"/>
                    <a:pt x="166" y="516"/>
                    <a:pt x="166" y="516"/>
                  </a:cubicBezTo>
                  <a:cubicBezTo>
                    <a:pt x="186" y="527"/>
                    <a:pt x="206" y="535"/>
                    <a:pt x="227" y="541"/>
                  </a:cubicBezTo>
                  <a:lnTo>
                    <a:pt x="227" y="572"/>
                  </a:lnTo>
                  <a:close/>
                  <a:moveTo>
                    <a:pt x="173" y="482"/>
                  </a:moveTo>
                  <a:cubicBezTo>
                    <a:pt x="166" y="478"/>
                    <a:pt x="158" y="479"/>
                    <a:pt x="153" y="484"/>
                  </a:cubicBezTo>
                  <a:cubicBezTo>
                    <a:pt x="133" y="504"/>
                    <a:pt x="133" y="504"/>
                    <a:pt x="133" y="504"/>
                  </a:cubicBezTo>
                  <a:cubicBezTo>
                    <a:pt x="84" y="455"/>
                    <a:pt x="84" y="455"/>
                    <a:pt x="84" y="455"/>
                  </a:cubicBezTo>
                  <a:cubicBezTo>
                    <a:pt x="104" y="435"/>
                    <a:pt x="104" y="435"/>
                    <a:pt x="104" y="435"/>
                  </a:cubicBezTo>
                  <a:cubicBezTo>
                    <a:pt x="109" y="430"/>
                    <a:pt x="110" y="422"/>
                    <a:pt x="106" y="415"/>
                  </a:cubicBezTo>
                  <a:cubicBezTo>
                    <a:pt x="91" y="392"/>
                    <a:pt x="81" y="368"/>
                    <a:pt x="75" y="341"/>
                  </a:cubicBezTo>
                  <a:cubicBezTo>
                    <a:pt x="74" y="334"/>
                    <a:pt x="67" y="328"/>
                    <a:pt x="60" y="328"/>
                  </a:cubicBezTo>
                  <a:cubicBezTo>
                    <a:pt x="32" y="328"/>
                    <a:pt x="32" y="328"/>
                    <a:pt x="32" y="328"/>
                  </a:cubicBezTo>
                  <a:cubicBezTo>
                    <a:pt x="32" y="260"/>
                    <a:pt x="32" y="260"/>
                    <a:pt x="32" y="260"/>
                  </a:cubicBezTo>
                  <a:cubicBezTo>
                    <a:pt x="60" y="260"/>
                    <a:pt x="60" y="260"/>
                    <a:pt x="60" y="260"/>
                  </a:cubicBezTo>
                  <a:cubicBezTo>
                    <a:pt x="67" y="260"/>
                    <a:pt x="74" y="254"/>
                    <a:pt x="75" y="247"/>
                  </a:cubicBezTo>
                  <a:cubicBezTo>
                    <a:pt x="81" y="221"/>
                    <a:pt x="91" y="196"/>
                    <a:pt x="106" y="173"/>
                  </a:cubicBezTo>
                  <a:cubicBezTo>
                    <a:pt x="110" y="167"/>
                    <a:pt x="109" y="158"/>
                    <a:pt x="104" y="153"/>
                  </a:cubicBezTo>
                  <a:cubicBezTo>
                    <a:pt x="84" y="133"/>
                    <a:pt x="84" y="133"/>
                    <a:pt x="84" y="133"/>
                  </a:cubicBezTo>
                  <a:cubicBezTo>
                    <a:pt x="133" y="85"/>
                    <a:pt x="133" y="85"/>
                    <a:pt x="133" y="85"/>
                  </a:cubicBezTo>
                  <a:cubicBezTo>
                    <a:pt x="153" y="104"/>
                    <a:pt x="153" y="104"/>
                    <a:pt x="153" y="104"/>
                  </a:cubicBezTo>
                  <a:cubicBezTo>
                    <a:pt x="158" y="110"/>
                    <a:pt x="166" y="110"/>
                    <a:pt x="173" y="106"/>
                  </a:cubicBezTo>
                  <a:cubicBezTo>
                    <a:pt x="195" y="92"/>
                    <a:pt x="220" y="81"/>
                    <a:pt x="247" y="76"/>
                  </a:cubicBezTo>
                  <a:cubicBezTo>
                    <a:pt x="254" y="74"/>
                    <a:pt x="259" y="67"/>
                    <a:pt x="259" y="60"/>
                  </a:cubicBezTo>
                  <a:cubicBezTo>
                    <a:pt x="259" y="32"/>
                    <a:pt x="259" y="32"/>
                    <a:pt x="259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60"/>
                    <a:pt x="328" y="60"/>
                    <a:pt x="328" y="60"/>
                  </a:cubicBezTo>
                  <a:cubicBezTo>
                    <a:pt x="328" y="67"/>
                    <a:pt x="334" y="74"/>
                    <a:pt x="341" y="76"/>
                  </a:cubicBezTo>
                  <a:cubicBezTo>
                    <a:pt x="367" y="81"/>
                    <a:pt x="392" y="92"/>
                    <a:pt x="415" y="106"/>
                  </a:cubicBezTo>
                  <a:cubicBezTo>
                    <a:pt x="421" y="110"/>
                    <a:pt x="430" y="110"/>
                    <a:pt x="435" y="104"/>
                  </a:cubicBezTo>
                  <a:cubicBezTo>
                    <a:pt x="455" y="85"/>
                    <a:pt x="455" y="85"/>
                    <a:pt x="455" y="85"/>
                  </a:cubicBezTo>
                  <a:cubicBezTo>
                    <a:pt x="503" y="133"/>
                    <a:pt x="503" y="133"/>
                    <a:pt x="503" y="133"/>
                  </a:cubicBezTo>
                  <a:cubicBezTo>
                    <a:pt x="484" y="153"/>
                    <a:pt x="484" y="153"/>
                    <a:pt x="484" y="153"/>
                  </a:cubicBezTo>
                  <a:cubicBezTo>
                    <a:pt x="478" y="158"/>
                    <a:pt x="478" y="167"/>
                    <a:pt x="482" y="173"/>
                  </a:cubicBezTo>
                  <a:cubicBezTo>
                    <a:pt x="496" y="196"/>
                    <a:pt x="507" y="221"/>
                    <a:pt x="512" y="247"/>
                  </a:cubicBezTo>
                  <a:cubicBezTo>
                    <a:pt x="514" y="254"/>
                    <a:pt x="520" y="260"/>
                    <a:pt x="528" y="260"/>
                  </a:cubicBezTo>
                  <a:cubicBezTo>
                    <a:pt x="556" y="260"/>
                    <a:pt x="556" y="260"/>
                    <a:pt x="556" y="260"/>
                  </a:cubicBezTo>
                  <a:cubicBezTo>
                    <a:pt x="556" y="328"/>
                    <a:pt x="556" y="328"/>
                    <a:pt x="556" y="328"/>
                  </a:cubicBezTo>
                  <a:cubicBezTo>
                    <a:pt x="528" y="328"/>
                    <a:pt x="528" y="328"/>
                    <a:pt x="528" y="328"/>
                  </a:cubicBezTo>
                  <a:cubicBezTo>
                    <a:pt x="520" y="328"/>
                    <a:pt x="514" y="334"/>
                    <a:pt x="512" y="341"/>
                  </a:cubicBezTo>
                  <a:cubicBezTo>
                    <a:pt x="507" y="368"/>
                    <a:pt x="496" y="392"/>
                    <a:pt x="482" y="415"/>
                  </a:cubicBezTo>
                  <a:cubicBezTo>
                    <a:pt x="478" y="422"/>
                    <a:pt x="478" y="430"/>
                    <a:pt x="484" y="435"/>
                  </a:cubicBezTo>
                  <a:cubicBezTo>
                    <a:pt x="503" y="455"/>
                    <a:pt x="503" y="455"/>
                    <a:pt x="503" y="455"/>
                  </a:cubicBezTo>
                  <a:cubicBezTo>
                    <a:pt x="455" y="504"/>
                    <a:pt x="455" y="504"/>
                    <a:pt x="455" y="504"/>
                  </a:cubicBezTo>
                  <a:cubicBezTo>
                    <a:pt x="435" y="484"/>
                    <a:pt x="435" y="484"/>
                    <a:pt x="435" y="484"/>
                  </a:cubicBezTo>
                  <a:cubicBezTo>
                    <a:pt x="430" y="479"/>
                    <a:pt x="421" y="478"/>
                    <a:pt x="415" y="482"/>
                  </a:cubicBezTo>
                  <a:cubicBezTo>
                    <a:pt x="392" y="497"/>
                    <a:pt x="367" y="507"/>
                    <a:pt x="341" y="512"/>
                  </a:cubicBezTo>
                  <a:cubicBezTo>
                    <a:pt x="334" y="514"/>
                    <a:pt x="328" y="521"/>
                    <a:pt x="328" y="528"/>
                  </a:cubicBezTo>
                  <a:cubicBezTo>
                    <a:pt x="328" y="556"/>
                    <a:pt x="328" y="556"/>
                    <a:pt x="328" y="556"/>
                  </a:cubicBezTo>
                  <a:cubicBezTo>
                    <a:pt x="259" y="556"/>
                    <a:pt x="259" y="556"/>
                    <a:pt x="259" y="556"/>
                  </a:cubicBezTo>
                  <a:cubicBezTo>
                    <a:pt x="259" y="528"/>
                    <a:pt x="259" y="528"/>
                    <a:pt x="259" y="528"/>
                  </a:cubicBezTo>
                  <a:cubicBezTo>
                    <a:pt x="259" y="521"/>
                    <a:pt x="254" y="514"/>
                    <a:pt x="247" y="512"/>
                  </a:cubicBezTo>
                  <a:cubicBezTo>
                    <a:pt x="220" y="507"/>
                    <a:pt x="195" y="497"/>
                    <a:pt x="173" y="4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2" name="Google Shape;1060;p34"/>
            <p:cNvSpPr/>
            <p:nvPr/>
          </p:nvSpPr>
          <p:spPr>
            <a:xfrm>
              <a:off x="4755759" y="5979889"/>
              <a:ext cx="180975" cy="179387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268" y="133"/>
                  </a:moveTo>
                  <a:cubicBezTo>
                    <a:pt x="268" y="60"/>
                    <a:pt x="208" y="0"/>
                    <a:pt x="134" y="0"/>
                  </a:cubicBezTo>
                  <a:cubicBezTo>
                    <a:pt x="60" y="0"/>
                    <a:pt x="0" y="60"/>
                    <a:pt x="0" y="133"/>
                  </a:cubicBezTo>
                  <a:cubicBezTo>
                    <a:pt x="0" y="207"/>
                    <a:pt x="60" y="267"/>
                    <a:pt x="134" y="267"/>
                  </a:cubicBezTo>
                  <a:cubicBezTo>
                    <a:pt x="208" y="267"/>
                    <a:pt x="268" y="207"/>
                    <a:pt x="268" y="133"/>
                  </a:cubicBezTo>
                  <a:close/>
                  <a:moveTo>
                    <a:pt x="33" y="133"/>
                  </a:moveTo>
                  <a:cubicBezTo>
                    <a:pt x="33" y="77"/>
                    <a:pt x="78" y="32"/>
                    <a:pt x="134" y="32"/>
                  </a:cubicBezTo>
                  <a:cubicBezTo>
                    <a:pt x="190" y="32"/>
                    <a:pt x="235" y="77"/>
                    <a:pt x="235" y="133"/>
                  </a:cubicBezTo>
                  <a:cubicBezTo>
                    <a:pt x="235" y="189"/>
                    <a:pt x="190" y="234"/>
                    <a:pt x="134" y="234"/>
                  </a:cubicBezTo>
                  <a:cubicBezTo>
                    <a:pt x="78" y="234"/>
                    <a:pt x="33" y="189"/>
                    <a:pt x="33" y="1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73" name="Google Shape;1061;p34"/>
          <p:cNvGrpSpPr/>
          <p:nvPr/>
        </p:nvGrpSpPr>
        <p:grpSpPr>
          <a:xfrm>
            <a:off x="7043059" y="5054716"/>
            <a:ext cx="528248" cy="529654"/>
            <a:chOff x="7831138" y="3016250"/>
            <a:chExt cx="596900" cy="598488"/>
          </a:xfrm>
          <a:solidFill>
            <a:schemeClr val="bg1">
              <a:lumMod val="75000"/>
            </a:schemeClr>
          </a:solidFill>
        </p:grpSpPr>
        <p:sp>
          <p:nvSpPr>
            <p:cNvPr id="374" name="Google Shape;1062;p34"/>
            <p:cNvSpPr/>
            <p:nvPr/>
          </p:nvSpPr>
          <p:spPr>
            <a:xfrm>
              <a:off x="7977188" y="3403600"/>
              <a:ext cx="304800" cy="211137"/>
            </a:xfrm>
            <a:custGeom>
              <a:avLst/>
              <a:gdLst/>
              <a:ahLst/>
              <a:cxnLst/>
              <a:rect l="l" t="t" r="r" b="b"/>
              <a:pathLst>
                <a:path w="452" h="313" extrusionOk="0">
                  <a:moveTo>
                    <a:pt x="424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2" y="0"/>
                    <a:pt x="0" y="14"/>
                    <a:pt x="2" y="30"/>
                  </a:cubicBezTo>
                  <a:cubicBezTo>
                    <a:pt x="49" y="313"/>
                    <a:pt x="49" y="313"/>
                    <a:pt x="49" y="313"/>
                  </a:cubicBezTo>
                  <a:cubicBezTo>
                    <a:pt x="403" y="313"/>
                    <a:pt x="403" y="313"/>
                    <a:pt x="403" y="313"/>
                  </a:cubicBezTo>
                  <a:cubicBezTo>
                    <a:pt x="450" y="30"/>
                    <a:pt x="450" y="30"/>
                    <a:pt x="450" y="30"/>
                  </a:cubicBezTo>
                  <a:cubicBezTo>
                    <a:pt x="452" y="14"/>
                    <a:pt x="440" y="0"/>
                    <a:pt x="424" y="0"/>
                  </a:cubicBezTo>
                  <a:close/>
                  <a:moveTo>
                    <a:pt x="226" y="156"/>
                  </a:moveTo>
                  <a:cubicBezTo>
                    <a:pt x="212" y="156"/>
                    <a:pt x="200" y="144"/>
                    <a:pt x="200" y="130"/>
                  </a:cubicBezTo>
                  <a:cubicBezTo>
                    <a:pt x="200" y="115"/>
                    <a:pt x="212" y="104"/>
                    <a:pt x="226" y="104"/>
                  </a:cubicBezTo>
                  <a:cubicBezTo>
                    <a:pt x="240" y="104"/>
                    <a:pt x="252" y="115"/>
                    <a:pt x="252" y="130"/>
                  </a:cubicBezTo>
                  <a:cubicBezTo>
                    <a:pt x="252" y="144"/>
                    <a:pt x="240" y="156"/>
                    <a:pt x="226" y="1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5" name="Google Shape;1063;p34"/>
            <p:cNvSpPr/>
            <p:nvPr/>
          </p:nvSpPr>
          <p:spPr>
            <a:xfrm>
              <a:off x="7831138" y="3300413"/>
              <a:ext cx="193675" cy="314325"/>
            </a:xfrm>
            <a:custGeom>
              <a:avLst/>
              <a:gdLst/>
              <a:ahLst/>
              <a:cxnLst/>
              <a:rect l="l" t="t" r="r" b="b"/>
              <a:pathLst>
                <a:path w="287" h="466" extrusionOk="0">
                  <a:moveTo>
                    <a:pt x="118" y="466"/>
                  </a:moveTo>
                  <a:cubicBezTo>
                    <a:pt x="213" y="466"/>
                    <a:pt x="213" y="466"/>
                    <a:pt x="213" y="466"/>
                  </a:cubicBezTo>
                  <a:cubicBezTo>
                    <a:pt x="167" y="192"/>
                    <a:pt x="167" y="192"/>
                    <a:pt x="167" y="192"/>
                  </a:cubicBezTo>
                  <a:cubicBezTo>
                    <a:pt x="159" y="144"/>
                    <a:pt x="196" y="101"/>
                    <a:pt x="244" y="101"/>
                  </a:cubicBezTo>
                  <a:cubicBezTo>
                    <a:pt x="287" y="101"/>
                    <a:pt x="287" y="101"/>
                    <a:pt x="287" y="101"/>
                  </a:cubicBezTo>
                  <a:cubicBezTo>
                    <a:pt x="243" y="74"/>
                    <a:pt x="202" y="39"/>
                    <a:pt x="173" y="0"/>
                  </a:cubicBezTo>
                  <a:cubicBezTo>
                    <a:pt x="59" y="132"/>
                    <a:pt x="0" y="295"/>
                    <a:pt x="0" y="347"/>
                  </a:cubicBezTo>
                  <a:cubicBezTo>
                    <a:pt x="0" y="412"/>
                    <a:pt x="54" y="466"/>
                    <a:pt x="118" y="4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6" name="Google Shape;1064;p34"/>
            <p:cNvSpPr/>
            <p:nvPr/>
          </p:nvSpPr>
          <p:spPr>
            <a:xfrm>
              <a:off x="8234363" y="3300413"/>
              <a:ext cx="193675" cy="314325"/>
            </a:xfrm>
            <a:custGeom>
              <a:avLst/>
              <a:gdLst/>
              <a:ahLst/>
              <a:cxnLst/>
              <a:rect l="l" t="t" r="r" b="b"/>
              <a:pathLst>
                <a:path w="287" h="466" extrusionOk="0">
                  <a:moveTo>
                    <a:pt x="0" y="101"/>
                  </a:moveTo>
                  <a:cubicBezTo>
                    <a:pt x="43" y="101"/>
                    <a:pt x="43" y="101"/>
                    <a:pt x="43" y="101"/>
                  </a:cubicBezTo>
                  <a:cubicBezTo>
                    <a:pt x="91" y="101"/>
                    <a:pt x="128" y="145"/>
                    <a:pt x="120" y="192"/>
                  </a:cubicBezTo>
                  <a:cubicBezTo>
                    <a:pt x="74" y="466"/>
                    <a:pt x="74" y="466"/>
                    <a:pt x="74" y="466"/>
                  </a:cubicBezTo>
                  <a:cubicBezTo>
                    <a:pt x="169" y="466"/>
                    <a:pt x="169" y="466"/>
                    <a:pt x="169" y="466"/>
                  </a:cubicBezTo>
                  <a:cubicBezTo>
                    <a:pt x="233" y="466"/>
                    <a:pt x="287" y="412"/>
                    <a:pt x="287" y="347"/>
                  </a:cubicBezTo>
                  <a:cubicBezTo>
                    <a:pt x="287" y="299"/>
                    <a:pt x="230" y="134"/>
                    <a:pt x="114" y="0"/>
                  </a:cubicBezTo>
                  <a:cubicBezTo>
                    <a:pt x="85" y="39"/>
                    <a:pt x="44" y="74"/>
                    <a:pt x="0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7" name="Google Shape;1065;p34"/>
            <p:cNvSpPr/>
            <p:nvPr/>
          </p:nvSpPr>
          <p:spPr>
            <a:xfrm>
              <a:off x="7972425" y="3016250"/>
              <a:ext cx="314325" cy="131762"/>
            </a:xfrm>
            <a:custGeom>
              <a:avLst/>
              <a:gdLst/>
              <a:ahLst/>
              <a:cxnLst/>
              <a:rect l="l" t="t" r="r" b="b"/>
              <a:pathLst>
                <a:path w="466" h="194" extrusionOk="0">
                  <a:moveTo>
                    <a:pt x="233" y="0"/>
                  </a:moveTo>
                  <a:cubicBezTo>
                    <a:pt x="151" y="0"/>
                    <a:pt x="47" y="84"/>
                    <a:pt x="0" y="194"/>
                  </a:cubicBezTo>
                  <a:cubicBezTo>
                    <a:pt x="72" y="158"/>
                    <a:pt x="176" y="157"/>
                    <a:pt x="233" y="157"/>
                  </a:cubicBezTo>
                  <a:cubicBezTo>
                    <a:pt x="290" y="157"/>
                    <a:pt x="394" y="158"/>
                    <a:pt x="466" y="194"/>
                  </a:cubicBezTo>
                  <a:cubicBezTo>
                    <a:pt x="419" y="84"/>
                    <a:pt x="315" y="0"/>
                    <a:pt x="2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8" name="Google Shape;1066;p34"/>
            <p:cNvSpPr/>
            <p:nvPr/>
          </p:nvSpPr>
          <p:spPr>
            <a:xfrm>
              <a:off x="8042275" y="3157538"/>
              <a:ext cx="174625" cy="123825"/>
            </a:xfrm>
            <a:custGeom>
              <a:avLst/>
              <a:gdLst/>
              <a:ahLst/>
              <a:cxnLst/>
              <a:rect l="l" t="t" r="r" b="b"/>
              <a:pathLst>
                <a:path w="260" h="182" extrusionOk="0">
                  <a:moveTo>
                    <a:pt x="130" y="182"/>
                  </a:moveTo>
                  <a:cubicBezTo>
                    <a:pt x="201" y="182"/>
                    <a:pt x="260" y="124"/>
                    <a:pt x="260" y="52"/>
                  </a:cubicBezTo>
                  <a:cubicBezTo>
                    <a:pt x="260" y="8"/>
                    <a:pt x="260" y="8"/>
                    <a:pt x="260" y="8"/>
                  </a:cubicBezTo>
                  <a:cubicBezTo>
                    <a:pt x="220" y="2"/>
                    <a:pt x="175" y="0"/>
                    <a:pt x="130" y="0"/>
                  </a:cubicBezTo>
                  <a:cubicBezTo>
                    <a:pt x="85" y="0"/>
                    <a:pt x="40" y="2"/>
                    <a:pt x="0" y="8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124"/>
                    <a:pt x="59" y="182"/>
                    <a:pt x="130" y="1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9" name="Google Shape;1067;p34"/>
            <p:cNvSpPr/>
            <p:nvPr/>
          </p:nvSpPr>
          <p:spPr>
            <a:xfrm>
              <a:off x="7954963" y="3170238"/>
              <a:ext cx="349250" cy="198437"/>
            </a:xfrm>
            <a:custGeom>
              <a:avLst/>
              <a:gdLst/>
              <a:ahLst/>
              <a:cxnLst/>
              <a:rect l="l" t="t" r="r" b="b"/>
              <a:pathLst>
                <a:path w="518" h="292" extrusionOk="0">
                  <a:moveTo>
                    <a:pt x="440" y="33"/>
                  </a:moveTo>
                  <a:cubicBezTo>
                    <a:pt x="440" y="133"/>
                    <a:pt x="359" y="215"/>
                    <a:pt x="259" y="215"/>
                  </a:cubicBezTo>
                  <a:cubicBezTo>
                    <a:pt x="159" y="215"/>
                    <a:pt x="78" y="133"/>
                    <a:pt x="78" y="33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31" y="15"/>
                    <a:pt x="0" y="41"/>
                    <a:pt x="0" y="85"/>
                  </a:cubicBezTo>
                  <a:cubicBezTo>
                    <a:pt x="0" y="174"/>
                    <a:pt x="163" y="292"/>
                    <a:pt x="259" y="292"/>
                  </a:cubicBezTo>
                  <a:cubicBezTo>
                    <a:pt x="355" y="292"/>
                    <a:pt x="518" y="174"/>
                    <a:pt x="518" y="85"/>
                  </a:cubicBezTo>
                  <a:cubicBezTo>
                    <a:pt x="518" y="41"/>
                    <a:pt x="487" y="15"/>
                    <a:pt x="440" y="0"/>
                  </a:cubicBezTo>
                  <a:lnTo>
                    <a:pt x="440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80" name="Google Shape;1068;p34"/>
          <p:cNvGrpSpPr/>
          <p:nvPr/>
        </p:nvGrpSpPr>
        <p:grpSpPr>
          <a:xfrm>
            <a:off x="6980379" y="5805447"/>
            <a:ext cx="674688" cy="606424"/>
            <a:chOff x="7624763" y="2154238"/>
            <a:chExt cx="674688" cy="606424"/>
          </a:xfrm>
          <a:solidFill>
            <a:schemeClr val="bg1">
              <a:lumMod val="75000"/>
            </a:schemeClr>
          </a:solidFill>
        </p:grpSpPr>
        <p:sp>
          <p:nvSpPr>
            <p:cNvPr id="381" name="Google Shape;1069;p34"/>
            <p:cNvSpPr/>
            <p:nvPr/>
          </p:nvSpPr>
          <p:spPr>
            <a:xfrm>
              <a:off x="7780338" y="2154238"/>
              <a:ext cx="366713" cy="384175"/>
            </a:xfrm>
            <a:custGeom>
              <a:avLst/>
              <a:gdLst/>
              <a:ahLst/>
              <a:cxnLst/>
              <a:rect l="l" t="t" r="r" b="b"/>
              <a:pathLst>
                <a:path w="543" h="567" extrusionOk="0">
                  <a:moveTo>
                    <a:pt x="472" y="85"/>
                  </a:moveTo>
                  <a:cubicBezTo>
                    <a:pt x="465" y="78"/>
                    <a:pt x="455" y="78"/>
                    <a:pt x="448" y="84"/>
                  </a:cubicBezTo>
                  <a:cubicBezTo>
                    <a:pt x="441" y="90"/>
                    <a:pt x="441" y="101"/>
                    <a:pt x="447" y="108"/>
                  </a:cubicBezTo>
                  <a:cubicBezTo>
                    <a:pt x="487" y="150"/>
                    <a:pt x="510" y="206"/>
                    <a:pt x="510" y="265"/>
                  </a:cubicBezTo>
                  <a:cubicBezTo>
                    <a:pt x="510" y="322"/>
                    <a:pt x="510" y="322"/>
                    <a:pt x="510" y="322"/>
                  </a:cubicBezTo>
                  <a:cubicBezTo>
                    <a:pt x="507" y="378"/>
                    <a:pt x="460" y="391"/>
                    <a:pt x="417" y="387"/>
                  </a:cubicBezTo>
                  <a:cubicBezTo>
                    <a:pt x="408" y="387"/>
                    <a:pt x="400" y="395"/>
                    <a:pt x="400" y="404"/>
                  </a:cubicBezTo>
                  <a:cubicBezTo>
                    <a:pt x="400" y="491"/>
                    <a:pt x="400" y="491"/>
                    <a:pt x="400" y="491"/>
                  </a:cubicBezTo>
                  <a:cubicBezTo>
                    <a:pt x="400" y="514"/>
                    <a:pt x="382" y="533"/>
                    <a:pt x="359" y="533"/>
                  </a:cubicBezTo>
                  <a:cubicBezTo>
                    <a:pt x="359" y="445"/>
                    <a:pt x="359" y="445"/>
                    <a:pt x="359" y="445"/>
                  </a:cubicBezTo>
                  <a:cubicBezTo>
                    <a:pt x="359" y="435"/>
                    <a:pt x="351" y="428"/>
                    <a:pt x="342" y="428"/>
                  </a:cubicBezTo>
                  <a:cubicBezTo>
                    <a:pt x="333" y="428"/>
                    <a:pt x="325" y="435"/>
                    <a:pt x="325" y="445"/>
                  </a:cubicBezTo>
                  <a:cubicBezTo>
                    <a:pt x="325" y="533"/>
                    <a:pt x="325" y="533"/>
                    <a:pt x="325" y="533"/>
                  </a:cubicBezTo>
                  <a:cubicBezTo>
                    <a:pt x="284" y="533"/>
                    <a:pt x="284" y="533"/>
                    <a:pt x="284" y="533"/>
                  </a:cubicBezTo>
                  <a:cubicBezTo>
                    <a:pt x="284" y="445"/>
                    <a:pt x="284" y="445"/>
                    <a:pt x="284" y="445"/>
                  </a:cubicBezTo>
                  <a:cubicBezTo>
                    <a:pt x="284" y="435"/>
                    <a:pt x="277" y="428"/>
                    <a:pt x="268" y="428"/>
                  </a:cubicBezTo>
                  <a:cubicBezTo>
                    <a:pt x="258" y="428"/>
                    <a:pt x="251" y="435"/>
                    <a:pt x="251" y="445"/>
                  </a:cubicBezTo>
                  <a:cubicBezTo>
                    <a:pt x="251" y="533"/>
                    <a:pt x="251" y="533"/>
                    <a:pt x="251" y="533"/>
                  </a:cubicBezTo>
                  <a:cubicBezTo>
                    <a:pt x="210" y="533"/>
                    <a:pt x="210" y="533"/>
                    <a:pt x="210" y="533"/>
                  </a:cubicBezTo>
                  <a:cubicBezTo>
                    <a:pt x="210" y="445"/>
                    <a:pt x="210" y="445"/>
                    <a:pt x="210" y="445"/>
                  </a:cubicBezTo>
                  <a:cubicBezTo>
                    <a:pt x="210" y="435"/>
                    <a:pt x="203" y="428"/>
                    <a:pt x="193" y="428"/>
                  </a:cubicBezTo>
                  <a:cubicBezTo>
                    <a:pt x="184" y="428"/>
                    <a:pt x="177" y="435"/>
                    <a:pt x="177" y="445"/>
                  </a:cubicBezTo>
                  <a:cubicBezTo>
                    <a:pt x="177" y="532"/>
                    <a:pt x="177" y="532"/>
                    <a:pt x="177" y="532"/>
                  </a:cubicBezTo>
                  <a:cubicBezTo>
                    <a:pt x="157" y="528"/>
                    <a:pt x="143" y="511"/>
                    <a:pt x="143" y="491"/>
                  </a:cubicBezTo>
                  <a:cubicBezTo>
                    <a:pt x="143" y="404"/>
                    <a:pt x="143" y="404"/>
                    <a:pt x="143" y="404"/>
                  </a:cubicBezTo>
                  <a:cubicBezTo>
                    <a:pt x="143" y="395"/>
                    <a:pt x="135" y="387"/>
                    <a:pt x="126" y="387"/>
                  </a:cubicBezTo>
                  <a:cubicBezTo>
                    <a:pt x="72" y="392"/>
                    <a:pt x="36" y="371"/>
                    <a:pt x="33" y="322"/>
                  </a:cubicBezTo>
                  <a:cubicBezTo>
                    <a:pt x="33" y="265"/>
                    <a:pt x="33" y="265"/>
                    <a:pt x="33" y="265"/>
                  </a:cubicBezTo>
                  <a:cubicBezTo>
                    <a:pt x="33" y="138"/>
                    <a:pt x="136" y="35"/>
                    <a:pt x="263" y="35"/>
                  </a:cubicBezTo>
                  <a:cubicBezTo>
                    <a:pt x="305" y="33"/>
                    <a:pt x="352" y="42"/>
                    <a:pt x="389" y="63"/>
                  </a:cubicBezTo>
                  <a:cubicBezTo>
                    <a:pt x="398" y="68"/>
                    <a:pt x="408" y="65"/>
                    <a:pt x="412" y="56"/>
                  </a:cubicBezTo>
                  <a:cubicBezTo>
                    <a:pt x="417" y="48"/>
                    <a:pt x="414" y="38"/>
                    <a:pt x="405" y="34"/>
                  </a:cubicBezTo>
                  <a:cubicBezTo>
                    <a:pt x="364" y="10"/>
                    <a:pt x="311" y="0"/>
                    <a:pt x="263" y="2"/>
                  </a:cubicBezTo>
                  <a:cubicBezTo>
                    <a:pt x="118" y="2"/>
                    <a:pt x="0" y="120"/>
                    <a:pt x="0" y="265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318"/>
                    <a:pt x="0" y="339"/>
                    <a:pt x="4" y="351"/>
                  </a:cubicBezTo>
                  <a:cubicBezTo>
                    <a:pt x="17" y="395"/>
                    <a:pt x="62" y="425"/>
                    <a:pt x="109" y="421"/>
                  </a:cubicBezTo>
                  <a:cubicBezTo>
                    <a:pt x="109" y="443"/>
                    <a:pt x="109" y="443"/>
                    <a:pt x="109" y="443"/>
                  </a:cubicBezTo>
                  <a:cubicBezTo>
                    <a:pt x="109" y="465"/>
                    <a:pt x="109" y="465"/>
                    <a:pt x="109" y="465"/>
                  </a:cubicBezTo>
                  <a:cubicBezTo>
                    <a:pt x="109" y="499"/>
                    <a:pt x="109" y="499"/>
                    <a:pt x="109" y="499"/>
                  </a:cubicBezTo>
                  <a:cubicBezTo>
                    <a:pt x="110" y="499"/>
                    <a:pt x="110" y="499"/>
                    <a:pt x="110" y="499"/>
                  </a:cubicBezTo>
                  <a:cubicBezTo>
                    <a:pt x="114" y="537"/>
                    <a:pt x="146" y="567"/>
                    <a:pt x="185" y="567"/>
                  </a:cubicBezTo>
                  <a:cubicBezTo>
                    <a:pt x="357" y="567"/>
                    <a:pt x="357" y="567"/>
                    <a:pt x="357" y="567"/>
                  </a:cubicBezTo>
                  <a:cubicBezTo>
                    <a:pt x="399" y="567"/>
                    <a:pt x="434" y="533"/>
                    <a:pt x="434" y="491"/>
                  </a:cubicBezTo>
                  <a:cubicBezTo>
                    <a:pt x="434" y="421"/>
                    <a:pt x="434" y="421"/>
                    <a:pt x="434" y="421"/>
                  </a:cubicBezTo>
                  <a:cubicBezTo>
                    <a:pt x="491" y="426"/>
                    <a:pt x="543" y="381"/>
                    <a:pt x="543" y="322"/>
                  </a:cubicBezTo>
                  <a:cubicBezTo>
                    <a:pt x="543" y="265"/>
                    <a:pt x="543" y="265"/>
                    <a:pt x="543" y="265"/>
                  </a:cubicBezTo>
                  <a:cubicBezTo>
                    <a:pt x="543" y="198"/>
                    <a:pt x="518" y="134"/>
                    <a:pt x="472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2" name="Google Shape;1070;p34"/>
            <p:cNvSpPr/>
            <p:nvPr/>
          </p:nvSpPr>
          <p:spPr>
            <a:xfrm>
              <a:off x="7832725" y="2290763"/>
              <a:ext cx="109538" cy="100012"/>
            </a:xfrm>
            <a:custGeom>
              <a:avLst/>
              <a:gdLst/>
              <a:ahLst/>
              <a:cxnLst/>
              <a:rect l="l" t="t" r="r" b="b"/>
              <a:pathLst>
                <a:path w="163" h="149" extrusionOk="0">
                  <a:moveTo>
                    <a:pt x="140" y="39"/>
                  </a:moveTo>
                  <a:cubicBezTo>
                    <a:pt x="46" y="4"/>
                    <a:pt x="46" y="4"/>
                    <a:pt x="46" y="4"/>
                  </a:cubicBezTo>
                  <a:cubicBezTo>
                    <a:pt x="35" y="0"/>
                    <a:pt x="23" y="2"/>
                    <a:pt x="14" y="9"/>
                  </a:cubicBezTo>
                  <a:cubicBezTo>
                    <a:pt x="5" y="16"/>
                    <a:pt x="0" y="27"/>
                    <a:pt x="1" y="39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9" y="121"/>
                    <a:pt x="40" y="149"/>
                    <a:pt x="78" y="149"/>
                  </a:cubicBezTo>
                  <a:cubicBezTo>
                    <a:pt x="103" y="149"/>
                    <a:pt x="126" y="136"/>
                    <a:pt x="139" y="115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62" y="80"/>
                    <a:pt x="163" y="69"/>
                    <a:pt x="160" y="60"/>
                  </a:cubicBezTo>
                  <a:cubicBezTo>
                    <a:pt x="156" y="50"/>
                    <a:pt x="149" y="42"/>
                    <a:pt x="140" y="39"/>
                  </a:cubicBezTo>
                  <a:close/>
                  <a:moveTo>
                    <a:pt x="111" y="97"/>
                  </a:moveTo>
                  <a:cubicBezTo>
                    <a:pt x="104" y="109"/>
                    <a:pt x="91" y="116"/>
                    <a:pt x="78" y="116"/>
                  </a:cubicBezTo>
                  <a:cubicBezTo>
                    <a:pt x="58" y="116"/>
                    <a:pt x="41" y="101"/>
                    <a:pt x="39" y="81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5" y="35"/>
                  </a:cubicBezTo>
                  <a:cubicBezTo>
                    <a:pt x="128" y="70"/>
                    <a:pt x="128" y="70"/>
                    <a:pt x="128" y="70"/>
                  </a:cubicBezTo>
                  <a:lnTo>
                    <a:pt x="111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3" name="Google Shape;1071;p34"/>
            <p:cNvSpPr/>
            <p:nvPr/>
          </p:nvSpPr>
          <p:spPr>
            <a:xfrm>
              <a:off x="7983538" y="2290763"/>
              <a:ext cx="111125" cy="100012"/>
            </a:xfrm>
            <a:custGeom>
              <a:avLst/>
              <a:gdLst/>
              <a:ahLst/>
              <a:cxnLst/>
              <a:rect l="l" t="t" r="r" b="b"/>
              <a:pathLst>
                <a:path w="163" h="149" extrusionOk="0">
                  <a:moveTo>
                    <a:pt x="3" y="60"/>
                  </a:moveTo>
                  <a:cubicBezTo>
                    <a:pt x="0" y="69"/>
                    <a:pt x="1" y="80"/>
                    <a:pt x="6" y="88"/>
                  </a:cubicBezTo>
                  <a:cubicBezTo>
                    <a:pt x="23" y="115"/>
                    <a:pt x="23" y="115"/>
                    <a:pt x="23" y="115"/>
                  </a:cubicBezTo>
                  <a:cubicBezTo>
                    <a:pt x="37" y="136"/>
                    <a:pt x="60" y="149"/>
                    <a:pt x="85" y="149"/>
                  </a:cubicBezTo>
                  <a:cubicBezTo>
                    <a:pt x="122" y="149"/>
                    <a:pt x="153" y="121"/>
                    <a:pt x="157" y="84"/>
                  </a:cubicBezTo>
                  <a:cubicBezTo>
                    <a:pt x="161" y="39"/>
                    <a:pt x="161" y="39"/>
                    <a:pt x="161" y="39"/>
                  </a:cubicBezTo>
                  <a:cubicBezTo>
                    <a:pt x="163" y="27"/>
                    <a:pt x="158" y="16"/>
                    <a:pt x="149" y="9"/>
                  </a:cubicBezTo>
                  <a:cubicBezTo>
                    <a:pt x="139" y="2"/>
                    <a:pt x="127" y="0"/>
                    <a:pt x="116" y="4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14" y="42"/>
                    <a:pt x="6" y="50"/>
                    <a:pt x="3" y="60"/>
                  </a:cubicBezTo>
                  <a:close/>
                  <a:moveTo>
                    <a:pt x="128" y="35"/>
                  </a:moveTo>
                  <a:cubicBezTo>
                    <a:pt x="128" y="35"/>
                    <a:pt x="128" y="35"/>
                    <a:pt x="128" y="35"/>
                  </a:cubicBezTo>
                  <a:cubicBezTo>
                    <a:pt x="124" y="81"/>
                    <a:pt x="124" y="81"/>
                    <a:pt x="124" y="81"/>
                  </a:cubicBezTo>
                  <a:cubicBezTo>
                    <a:pt x="122" y="101"/>
                    <a:pt x="105" y="116"/>
                    <a:pt x="85" y="116"/>
                  </a:cubicBezTo>
                  <a:cubicBezTo>
                    <a:pt x="71" y="116"/>
                    <a:pt x="59" y="109"/>
                    <a:pt x="52" y="97"/>
                  </a:cubicBezTo>
                  <a:cubicBezTo>
                    <a:pt x="35" y="70"/>
                    <a:pt x="35" y="70"/>
                    <a:pt x="35" y="70"/>
                  </a:cubicBezTo>
                  <a:lnTo>
                    <a:pt x="128" y="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4" name="Google Shape;1072;p34"/>
            <p:cNvSpPr/>
            <p:nvPr/>
          </p:nvSpPr>
          <p:spPr>
            <a:xfrm>
              <a:off x="7646988" y="2462213"/>
              <a:ext cx="128588" cy="20637"/>
            </a:xfrm>
            <a:custGeom>
              <a:avLst/>
              <a:gdLst/>
              <a:ahLst/>
              <a:cxnLst/>
              <a:rect l="l" t="t" r="r" b="b"/>
              <a:pathLst>
                <a:path w="190" h="30" extrusionOk="0">
                  <a:moveTo>
                    <a:pt x="175" y="30"/>
                  </a:moveTo>
                  <a:cubicBezTo>
                    <a:pt x="15" y="30"/>
                    <a:pt x="15" y="30"/>
                    <a:pt x="15" y="30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175" y="0"/>
                    <a:pt x="175" y="0"/>
                    <a:pt x="175" y="0"/>
                  </a:cubicBezTo>
                  <a:cubicBezTo>
                    <a:pt x="183" y="0"/>
                    <a:pt x="190" y="7"/>
                    <a:pt x="190" y="15"/>
                  </a:cubicBezTo>
                  <a:cubicBezTo>
                    <a:pt x="190" y="23"/>
                    <a:pt x="183" y="30"/>
                    <a:pt x="175" y="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5" name="Google Shape;1073;p34"/>
            <p:cNvSpPr/>
            <p:nvPr/>
          </p:nvSpPr>
          <p:spPr>
            <a:xfrm>
              <a:off x="7624763" y="2447925"/>
              <a:ext cx="47625" cy="492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6" name="Google Shape;1074;p34"/>
            <p:cNvSpPr/>
            <p:nvPr/>
          </p:nvSpPr>
          <p:spPr>
            <a:xfrm>
              <a:off x="7700963" y="2570163"/>
              <a:ext cx="127000" cy="125412"/>
            </a:xfrm>
            <a:custGeom>
              <a:avLst/>
              <a:gdLst/>
              <a:ahLst/>
              <a:cxnLst/>
              <a:rect l="l" t="t" r="r" b="b"/>
              <a:pathLst>
                <a:path w="188" h="186" extrusionOk="0">
                  <a:moveTo>
                    <a:pt x="17" y="186"/>
                  </a:moveTo>
                  <a:cubicBezTo>
                    <a:pt x="13" y="186"/>
                    <a:pt x="9" y="184"/>
                    <a:pt x="6" y="181"/>
                  </a:cubicBezTo>
                  <a:cubicBezTo>
                    <a:pt x="0" y="175"/>
                    <a:pt x="0" y="166"/>
                    <a:pt x="6" y="160"/>
                  </a:cubicBezTo>
                  <a:cubicBezTo>
                    <a:pt x="160" y="6"/>
                    <a:pt x="160" y="6"/>
                    <a:pt x="160" y="6"/>
                  </a:cubicBezTo>
                  <a:cubicBezTo>
                    <a:pt x="166" y="0"/>
                    <a:pt x="176" y="0"/>
                    <a:pt x="181" y="6"/>
                  </a:cubicBezTo>
                  <a:cubicBezTo>
                    <a:pt x="187" y="12"/>
                    <a:pt x="188" y="21"/>
                    <a:pt x="181" y="27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5" y="184"/>
                    <a:pt x="21" y="186"/>
                    <a:pt x="17" y="18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7" name="Google Shape;1075;p34"/>
            <p:cNvSpPr/>
            <p:nvPr/>
          </p:nvSpPr>
          <p:spPr>
            <a:xfrm>
              <a:off x="7688263" y="2660650"/>
              <a:ext cx="47625" cy="47625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8" name="Google Shape;1076;p34"/>
            <p:cNvSpPr/>
            <p:nvPr/>
          </p:nvSpPr>
          <p:spPr>
            <a:xfrm>
              <a:off x="8147050" y="2462213"/>
              <a:ext cx="128588" cy="20637"/>
            </a:xfrm>
            <a:custGeom>
              <a:avLst/>
              <a:gdLst/>
              <a:ahLst/>
              <a:cxnLst/>
              <a:rect l="l" t="t" r="r" b="b"/>
              <a:pathLst>
                <a:path w="190" h="30" extrusionOk="0">
                  <a:moveTo>
                    <a:pt x="175" y="30"/>
                  </a:moveTo>
                  <a:cubicBezTo>
                    <a:pt x="15" y="30"/>
                    <a:pt x="15" y="30"/>
                    <a:pt x="15" y="30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175" y="0"/>
                    <a:pt x="175" y="0"/>
                    <a:pt x="175" y="0"/>
                  </a:cubicBezTo>
                  <a:cubicBezTo>
                    <a:pt x="183" y="0"/>
                    <a:pt x="190" y="7"/>
                    <a:pt x="190" y="15"/>
                  </a:cubicBezTo>
                  <a:cubicBezTo>
                    <a:pt x="190" y="23"/>
                    <a:pt x="183" y="30"/>
                    <a:pt x="175" y="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9" name="Google Shape;1077;p34"/>
            <p:cNvSpPr/>
            <p:nvPr/>
          </p:nvSpPr>
          <p:spPr>
            <a:xfrm>
              <a:off x="8250238" y="2447925"/>
              <a:ext cx="49213" cy="492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0" name="Google Shape;1078;p34"/>
            <p:cNvSpPr/>
            <p:nvPr/>
          </p:nvSpPr>
          <p:spPr>
            <a:xfrm>
              <a:off x="8096250" y="2570163"/>
              <a:ext cx="127000" cy="125412"/>
            </a:xfrm>
            <a:custGeom>
              <a:avLst/>
              <a:gdLst/>
              <a:ahLst/>
              <a:cxnLst/>
              <a:rect l="l" t="t" r="r" b="b"/>
              <a:pathLst>
                <a:path w="188" h="186" extrusionOk="0">
                  <a:moveTo>
                    <a:pt x="171" y="186"/>
                  </a:moveTo>
                  <a:cubicBezTo>
                    <a:pt x="167" y="186"/>
                    <a:pt x="163" y="184"/>
                    <a:pt x="160" y="181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1" y="21"/>
                    <a:pt x="0" y="12"/>
                    <a:pt x="6" y="6"/>
                  </a:cubicBezTo>
                  <a:cubicBezTo>
                    <a:pt x="12" y="0"/>
                    <a:pt x="22" y="0"/>
                    <a:pt x="28" y="6"/>
                  </a:cubicBezTo>
                  <a:cubicBezTo>
                    <a:pt x="182" y="160"/>
                    <a:pt x="182" y="160"/>
                    <a:pt x="182" y="160"/>
                  </a:cubicBezTo>
                  <a:cubicBezTo>
                    <a:pt x="188" y="166"/>
                    <a:pt x="188" y="175"/>
                    <a:pt x="182" y="181"/>
                  </a:cubicBezTo>
                  <a:cubicBezTo>
                    <a:pt x="179" y="184"/>
                    <a:pt x="175" y="186"/>
                    <a:pt x="171" y="18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1" name="Google Shape;1079;p34"/>
            <p:cNvSpPr/>
            <p:nvPr/>
          </p:nvSpPr>
          <p:spPr>
            <a:xfrm>
              <a:off x="8186738" y="2660650"/>
              <a:ext cx="49213" cy="47625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2" name="Google Shape;1080;p34"/>
            <p:cNvSpPr/>
            <p:nvPr/>
          </p:nvSpPr>
          <p:spPr>
            <a:xfrm>
              <a:off x="7953375" y="2608263"/>
              <a:ext cx="20638" cy="128587"/>
            </a:xfrm>
            <a:custGeom>
              <a:avLst/>
              <a:gdLst/>
              <a:ahLst/>
              <a:cxnLst/>
              <a:rect l="l" t="t" r="r" b="b"/>
              <a:pathLst>
                <a:path w="31" h="190" extrusionOk="0">
                  <a:moveTo>
                    <a:pt x="16" y="190"/>
                  </a:moveTo>
                  <a:cubicBezTo>
                    <a:pt x="7" y="190"/>
                    <a:pt x="0" y="183"/>
                    <a:pt x="0" y="1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6"/>
                    <a:pt x="7" y="0"/>
                    <a:pt x="16" y="0"/>
                  </a:cubicBezTo>
                  <a:cubicBezTo>
                    <a:pt x="24" y="0"/>
                    <a:pt x="31" y="6"/>
                    <a:pt x="31" y="15"/>
                  </a:cubicBezTo>
                  <a:cubicBezTo>
                    <a:pt x="31" y="174"/>
                    <a:pt x="31" y="174"/>
                    <a:pt x="31" y="174"/>
                  </a:cubicBezTo>
                  <a:cubicBezTo>
                    <a:pt x="31" y="183"/>
                    <a:pt x="24" y="190"/>
                    <a:pt x="16" y="1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3" name="Google Shape;1081;p34"/>
            <p:cNvSpPr/>
            <p:nvPr/>
          </p:nvSpPr>
          <p:spPr>
            <a:xfrm>
              <a:off x="7940675" y="2711450"/>
              <a:ext cx="47625" cy="492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94" name="Google Shape;1082;p34"/>
          <p:cNvGrpSpPr/>
          <p:nvPr/>
        </p:nvGrpSpPr>
        <p:grpSpPr>
          <a:xfrm>
            <a:off x="3822115" y="2055743"/>
            <a:ext cx="496888" cy="495300"/>
            <a:chOff x="9318625" y="1497013"/>
            <a:chExt cx="496888" cy="495300"/>
          </a:xfrm>
          <a:solidFill>
            <a:schemeClr val="bg1">
              <a:lumMod val="75000"/>
            </a:schemeClr>
          </a:solidFill>
        </p:grpSpPr>
        <p:sp>
          <p:nvSpPr>
            <p:cNvPr id="395" name="Google Shape;1083;p34"/>
            <p:cNvSpPr/>
            <p:nvPr/>
          </p:nvSpPr>
          <p:spPr>
            <a:xfrm>
              <a:off x="9318625" y="1497013"/>
              <a:ext cx="496888" cy="495300"/>
            </a:xfrm>
            <a:custGeom>
              <a:avLst/>
              <a:gdLst/>
              <a:ahLst/>
              <a:cxnLst/>
              <a:rect l="l" t="t" r="r" b="b"/>
              <a:pathLst>
                <a:path w="735" h="733" extrusionOk="0">
                  <a:moveTo>
                    <a:pt x="714" y="733"/>
                  </a:moveTo>
                  <a:cubicBezTo>
                    <a:pt x="709" y="733"/>
                    <a:pt x="704" y="731"/>
                    <a:pt x="701" y="727"/>
                  </a:cubicBezTo>
                  <a:cubicBezTo>
                    <a:pt x="477" y="504"/>
                    <a:pt x="477" y="504"/>
                    <a:pt x="477" y="504"/>
                  </a:cubicBezTo>
                  <a:cubicBezTo>
                    <a:pt x="468" y="511"/>
                    <a:pt x="468" y="511"/>
                    <a:pt x="468" y="511"/>
                  </a:cubicBezTo>
                  <a:cubicBezTo>
                    <a:pt x="416" y="553"/>
                    <a:pt x="354" y="575"/>
                    <a:pt x="288" y="575"/>
                  </a:cubicBezTo>
                  <a:cubicBezTo>
                    <a:pt x="129" y="575"/>
                    <a:pt x="0" y="446"/>
                    <a:pt x="0" y="287"/>
                  </a:cubicBezTo>
                  <a:cubicBezTo>
                    <a:pt x="0" y="129"/>
                    <a:pt x="129" y="0"/>
                    <a:pt x="288" y="0"/>
                  </a:cubicBezTo>
                  <a:cubicBezTo>
                    <a:pt x="446" y="0"/>
                    <a:pt x="575" y="129"/>
                    <a:pt x="575" y="287"/>
                  </a:cubicBezTo>
                  <a:cubicBezTo>
                    <a:pt x="575" y="354"/>
                    <a:pt x="553" y="416"/>
                    <a:pt x="511" y="468"/>
                  </a:cubicBezTo>
                  <a:cubicBezTo>
                    <a:pt x="504" y="477"/>
                    <a:pt x="504" y="477"/>
                    <a:pt x="504" y="477"/>
                  </a:cubicBezTo>
                  <a:cubicBezTo>
                    <a:pt x="727" y="701"/>
                    <a:pt x="727" y="701"/>
                    <a:pt x="727" y="701"/>
                  </a:cubicBezTo>
                  <a:cubicBezTo>
                    <a:pt x="735" y="708"/>
                    <a:pt x="735" y="720"/>
                    <a:pt x="727" y="727"/>
                  </a:cubicBezTo>
                  <a:cubicBezTo>
                    <a:pt x="724" y="731"/>
                    <a:pt x="719" y="733"/>
                    <a:pt x="714" y="733"/>
                  </a:cubicBezTo>
                  <a:close/>
                  <a:moveTo>
                    <a:pt x="288" y="38"/>
                  </a:moveTo>
                  <a:cubicBezTo>
                    <a:pt x="150" y="38"/>
                    <a:pt x="38" y="150"/>
                    <a:pt x="38" y="287"/>
                  </a:cubicBezTo>
                  <a:cubicBezTo>
                    <a:pt x="38" y="425"/>
                    <a:pt x="150" y="537"/>
                    <a:pt x="288" y="537"/>
                  </a:cubicBezTo>
                  <a:cubicBezTo>
                    <a:pt x="425" y="537"/>
                    <a:pt x="537" y="425"/>
                    <a:pt x="537" y="287"/>
                  </a:cubicBezTo>
                  <a:cubicBezTo>
                    <a:pt x="537" y="150"/>
                    <a:pt x="425" y="38"/>
                    <a:pt x="288" y="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6" name="Google Shape;1084;p34"/>
            <p:cNvSpPr/>
            <p:nvPr/>
          </p:nvSpPr>
          <p:spPr>
            <a:xfrm>
              <a:off x="9393238" y="1608138"/>
              <a:ext cx="236538" cy="188912"/>
            </a:xfrm>
            <a:custGeom>
              <a:avLst/>
              <a:gdLst/>
              <a:ahLst/>
              <a:cxnLst/>
              <a:rect l="l" t="t" r="r" b="b"/>
              <a:pathLst>
                <a:path w="352" h="279" extrusionOk="0">
                  <a:moveTo>
                    <a:pt x="130" y="279"/>
                  </a:moveTo>
                  <a:cubicBezTo>
                    <a:pt x="68" y="84"/>
                    <a:pt x="68" y="84"/>
                    <a:pt x="68" y="84"/>
                  </a:cubicBezTo>
                  <a:cubicBezTo>
                    <a:pt x="22" y="156"/>
                    <a:pt x="22" y="156"/>
                    <a:pt x="22" y="156"/>
                  </a:cubicBezTo>
                  <a:cubicBezTo>
                    <a:pt x="19" y="161"/>
                    <a:pt x="12" y="163"/>
                    <a:pt x="6" y="159"/>
                  </a:cubicBezTo>
                  <a:cubicBezTo>
                    <a:pt x="1" y="156"/>
                    <a:pt x="0" y="149"/>
                    <a:pt x="3" y="144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133" y="214"/>
                    <a:pt x="133" y="214"/>
                    <a:pt x="133" y="214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330" y="80"/>
                    <a:pt x="330" y="80"/>
                    <a:pt x="330" y="80"/>
                  </a:cubicBezTo>
                  <a:cubicBezTo>
                    <a:pt x="334" y="75"/>
                    <a:pt x="341" y="74"/>
                    <a:pt x="346" y="78"/>
                  </a:cubicBezTo>
                  <a:cubicBezTo>
                    <a:pt x="351" y="81"/>
                    <a:pt x="352" y="88"/>
                    <a:pt x="348" y="93"/>
                  </a:cubicBezTo>
                  <a:cubicBezTo>
                    <a:pt x="252" y="228"/>
                    <a:pt x="252" y="228"/>
                    <a:pt x="252" y="228"/>
                  </a:cubicBezTo>
                  <a:cubicBezTo>
                    <a:pt x="219" y="74"/>
                    <a:pt x="219" y="74"/>
                    <a:pt x="219" y="74"/>
                  </a:cubicBezTo>
                  <a:lnTo>
                    <a:pt x="130" y="2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97" name="Google Shape;1085;p34"/>
          <p:cNvSpPr/>
          <p:nvPr/>
        </p:nvSpPr>
        <p:spPr>
          <a:xfrm>
            <a:off x="3838475" y="2849300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650" h="648" extrusionOk="0">
                <a:moveTo>
                  <a:pt x="640" y="602"/>
                </a:moveTo>
                <a:cubicBezTo>
                  <a:pt x="456" y="418"/>
                  <a:pt x="456" y="418"/>
                  <a:pt x="456" y="418"/>
                </a:cubicBezTo>
                <a:cubicBezTo>
                  <a:pt x="491" y="374"/>
                  <a:pt x="513" y="318"/>
                  <a:pt x="513" y="257"/>
                </a:cubicBezTo>
                <a:cubicBezTo>
                  <a:pt x="513" y="115"/>
                  <a:pt x="398" y="0"/>
                  <a:pt x="256" y="0"/>
                </a:cubicBezTo>
                <a:cubicBezTo>
                  <a:pt x="115" y="0"/>
                  <a:pt x="0" y="115"/>
                  <a:pt x="0" y="257"/>
                </a:cubicBezTo>
                <a:cubicBezTo>
                  <a:pt x="0" y="398"/>
                  <a:pt x="115" y="513"/>
                  <a:pt x="256" y="513"/>
                </a:cubicBezTo>
                <a:cubicBezTo>
                  <a:pt x="317" y="513"/>
                  <a:pt x="373" y="491"/>
                  <a:pt x="417" y="456"/>
                </a:cubicBezTo>
                <a:cubicBezTo>
                  <a:pt x="601" y="640"/>
                  <a:pt x="601" y="640"/>
                  <a:pt x="601" y="640"/>
                </a:cubicBezTo>
                <a:cubicBezTo>
                  <a:pt x="607" y="645"/>
                  <a:pt x="614" y="648"/>
                  <a:pt x="621" y="648"/>
                </a:cubicBezTo>
                <a:cubicBezTo>
                  <a:pt x="627" y="648"/>
                  <a:pt x="634" y="645"/>
                  <a:pt x="640" y="640"/>
                </a:cubicBezTo>
                <a:cubicBezTo>
                  <a:pt x="650" y="629"/>
                  <a:pt x="650" y="612"/>
                  <a:pt x="640" y="602"/>
                </a:cubicBezTo>
                <a:close/>
                <a:moveTo>
                  <a:pt x="256" y="459"/>
                </a:moveTo>
                <a:cubicBezTo>
                  <a:pt x="145" y="459"/>
                  <a:pt x="54" y="368"/>
                  <a:pt x="54" y="257"/>
                </a:cubicBezTo>
                <a:cubicBezTo>
                  <a:pt x="54" y="145"/>
                  <a:pt x="145" y="54"/>
                  <a:pt x="256" y="54"/>
                </a:cubicBezTo>
                <a:cubicBezTo>
                  <a:pt x="368" y="54"/>
                  <a:pt x="459" y="145"/>
                  <a:pt x="459" y="257"/>
                </a:cubicBezTo>
                <a:cubicBezTo>
                  <a:pt x="459" y="368"/>
                  <a:pt x="368" y="459"/>
                  <a:pt x="256" y="459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98" name="Google Shape;1086;p34"/>
          <p:cNvGrpSpPr/>
          <p:nvPr/>
        </p:nvGrpSpPr>
        <p:grpSpPr>
          <a:xfrm>
            <a:off x="2931495" y="2004486"/>
            <a:ext cx="644738" cy="580263"/>
            <a:chOff x="4692650" y="1906588"/>
            <a:chExt cx="365125" cy="328612"/>
          </a:xfrm>
          <a:solidFill>
            <a:schemeClr val="bg1">
              <a:lumMod val="75000"/>
            </a:schemeClr>
          </a:solidFill>
        </p:grpSpPr>
        <p:sp>
          <p:nvSpPr>
            <p:cNvPr id="399" name="Google Shape;1087;p34"/>
            <p:cNvSpPr/>
            <p:nvPr/>
          </p:nvSpPr>
          <p:spPr>
            <a:xfrm>
              <a:off x="4735513" y="1933575"/>
              <a:ext cx="9525" cy="52387"/>
            </a:xfrm>
            <a:custGeom>
              <a:avLst/>
              <a:gdLst/>
              <a:ahLst/>
              <a:cxnLst/>
              <a:rect l="l" t="t" r="r" b="b"/>
              <a:pathLst>
                <a:path w="14" h="77" extrusionOk="0">
                  <a:moveTo>
                    <a:pt x="7" y="77"/>
                  </a:moveTo>
                  <a:cubicBezTo>
                    <a:pt x="11" y="77"/>
                    <a:pt x="14" y="74"/>
                    <a:pt x="14" y="70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4"/>
                    <a:pt x="3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0" name="Google Shape;1088;p34"/>
            <p:cNvSpPr/>
            <p:nvPr/>
          </p:nvSpPr>
          <p:spPr>
            <a:xfrm>
              <a:off x="4762500" y="1933575"/>
              <a:ext cx="11113" cy="52387"/>
            </a:xfrm>
            <a:custGeom>
              <a:avLst/>
              <a:gdLst/>
              <a:ahLst/>
              <a:cxnLst/>
              <a:rect l="l" t="t" r="r" b="b"/>
              <a:pathLst>
                <a:path w="15" h="77" extrusionOk="0">
                  <a:moveTo>
                    <a:pt x="7" y="77"/>
                  </a:moveTo>
                  <a:cubicBezTo>
                    <a:pt x="11" y="77"/>
                    <a:pt x="15" y="74"/>
                    <a:pt x="15" y="7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4"/>
                    <a:pt x="3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1" name="Google Shape;1089;p34"/>
            <p:cNvSpPr/>
            <p:nvPr/>
          </p:nvSpPr>
          <p:spPr>
            <a:xfrm>
              <a:off x="4791075" y="1933575"/>
              <a:ext cx="9525" cy="52387"/>
            </a:xfrm>
            <a:custGeom>
              <a:avLst/>
              <a:gdLst/>
              <a:ahLst/>
              <a:cxnLst/>
              <a:rect l="l" t="t" r="r" b="b"/>
              <a:pathLst>
                <a:path w="15" h="77" extrusionOk="0">
                  <a:moveTo>
                    <a:pt x="8" y="77"/>
                  </a:moveTo>
                  <a:cubicBezTo>
                    <a:pt x="12" y="77"/>
                    <a:pt x="15" y="74"/>
                    <a:pt x="15" y="7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2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4"/>
                    <a:pt x="4" y="77"/>
                    <a:pt x="8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2" name="Google Shape;1090;p34"/>
            <p:cNvSpPr/>
            <p:nvPr/>
          </p:nvSpPr>
          <p:spPr>
            <a:xfrm>
              <a:off x="4930775" y="1947863"/>
              <a:ext cx="23813" cy="238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3" name="Google Shape;1091;p34"/>
            <p:cNvSpPr/>
            <p:nvPr/>
          </p:nvSpPr>
          <p:spPr>
            <a:xfrm>
              <a:off x="4887913" y="1947863"/>
              <a:ext cx="25400" cy="238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4" name="Google Shape;1092;p34"/>
            <p:cNvSpPr/>
            <p:nvPr/>
          </p:nvSpPr>
          <p:spPr>
            <a:xfrm>
              <a:off x="4735513" y="2032000"/>
              <a:ext cx="9525" cy="52387"/>
            </a:xfrm>
            <a:custGeom>
              <a:avLst/>
              <a:gdLst/>
              <a:ahLst/>
              <a:cxnLst/>
              <a:rect l="l" t="t" r="r" b="b"/>
              <a:pathLst>
                <a:path w="14" h="77" extrusionOk="0">
                  <a:moveTo>
                    <a:pt x="7" y="77"/>
                  </a:moveTo>
                  <a:cubicBezTo>
                    <a:pt x="11" y="77"/>
                    <a:pt x="14" y="74"/>
                    <a:pt x="14" y="70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4"/>
                    <a:pt x="3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5" name="Google Shape;1093;p34"/>
            <p:cNvSpPr/>
            <p:nvPr/>
          </p:nvSpPr>
          <p:spPr>
            <a:xfrm>
              <a:off x="4762500" y="2032000"/>
              <a:ext cx="11113" cy="52387"/>
            </a:xfrm>
            <a:custGeom>
              <a:avLst/>
              <a:gdLst/>
              <a:ahLst/>
              <a:cxnLst/>
              <a:rect l="l" t="t" r="r" b="b"/>
              <a:pathLst>
                <a:path w="15" h="77" extrusionOk="0">
                  <a:moveTo>
                    <a:pt x="7" y="77"/>
                  </a:moveTo>
                  <a:cubicBezTo>
                    <a:pt x="11" y="77"/>
                    <a:pt x="15" y="74"/>
                    <a:pt x="15" y="7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4"/>
                    <a:pt x="3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6" name="Google Shape;1094;p34"/>
            <p:cNvSpPr/>
            <p:nvPr/>
          </p:nvSpPr>
          <p:spPr>
            <a:xfrm>
              <a:off x="4791075" y="2032000"/>
              <a:ext cx="9525" cy="52387"/>
            </a:xfrm>
            <a:custGeom>
              <a:avLst/>
              <a:gdLst/>
              <a:ahLst/>
              <a:cxnLst/>
              <a:rect l="l" t="t" r="r" b="b"/>
              <a:pathLst>
                <a:path w="15" h="77" extrusionOk="0">
                  <a:moveTo>
                    <a:pt x="8" y="77"/>
                  </a:moveTo>
                  <a:cubicBezTo>
                    <a:pt x="12" y="77"/>
                    <a:pt x="15" y="74"/>
                    <a:pt x="15" y="7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2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4"/>
                    <a:pt x="4" y="77"/>
                    <a:pt x="8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7" name="Google Shape;1095;p34"/>
            <p:cNvSpPr/>
            <p:nvPr/>
          </p:nvSpPr>
          <p:spPr>
            <a:xfrm>
              <a:off x="4887913" y="2046288"/>
              <a:ext cx="25400" cy="238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8" name="Google Shape;1096;p34"/>
            <p:cNvSpPr/>
            <p:nvPr/>
          </p:nvSpPr>
          <p:spPr>
            <a:xfrm>
              <a:off x="4735513" y="2130425"/>
              <a:ext cx="9525" cy="52387"/>
            </a:xfrm>
            <a:custGeom>
              <a:avLst/>
              <a:gdLst/>
              <a:ahLst/>
              <a:cxnLst/>
              <a:rect l="l" t="t" r="r" b="b"/>
              <a:pathLst>
                <a:path w="14" h="77" extrusionOk="0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4"/>
                    <a:pt x="3" y="77"/>
                    <a:pt x="7" y="77"/>
                  </a:cubicBezTo>
                  <a:cubicBezTo>
                    <a:pt x="11" y="77"/>
                    <a:pt x="14" y="74"/>
                    <a:pt x="14" y="70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9" name="Google Shape;1097;p34"/>
            <p:cNvSpPr/>
            <p:nvPr/>
          </p:nvSpPr>
          <p:spPr>
            <a:xfrm>
              <a:off x="4762500" y="2130425"/>
              <a:ext cx="11113" cy="52387"/>
            </a:xfrm>
            <a:custGeom>
              <a:avLst/>
              <a:gdLst/>
              <a:ahLst/>
              <a:cxnLst/>
              <a:rect l="l" t="t" r="r" b="b"/>
              <a:pathLst>
                <a:path w="15" h="77" extrusionOk="0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4"/>
                    <a:pt x="3" y="77"/>
                    <a:pt x="7" y="77"/>
                  </a:cubicBezTo>
                  <a:cubicBezTo>
                    <a:pt x="11" y="77"/>
                    <a:pt x="15" y="74"/>
                    <a:pt x="15" y="7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1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0" name="Google Shape;1098;p34"/>
            <p:cNvSpPr/>
            <p:nvPr/>
          </p:nvSpPr>
          <p:spPr>
            <a:xfrm>
              <a:off x="4791075" y="2130425"/>
              <a:ext cx="9525" cy="52387"/>
            </a:xfrm>
            <a:custGeom>
              <a:avLst/>
              <a:gdLst/>
              <a:ahLst/>
              <a:cxnLst/>
              <a:rect l="l" t="t" r="r" b="b"/>
              <a:pathLst>
                <a:path w="15" h="77" extrusionOk="0">
                  <a:moveTo>
                    <a:pt x="8" y="0"/>
                  </a:moveTo>
                  <a:cubicBezTo>
                    <a:pt x="4" y="0"/>
                    <a:pt x="0" y="3"/>
                    <a:pt x="0" y="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4"/>
                    <a:pt x="4" y="77"/>
                    <a:pt x="8" y="77"/>
                  </a:cubicBezTo>
                  <a:cubicBezTo>
                    <a:pt x="12" y="77"/>
                    <a:pt x="15" y="74"/>
                    <a:pt x="15" y="7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2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1" name="Google Shape;1099;p34"/>
            <p:cNvSpPr/>
            <p:nvPr/>
          </p:nvSpPr>
          <p:spPr>
            <a:xfrm>
              <a:off x="4887913" y="2144713"/>
              <a:ext cx="25400" cy="238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2" name="Google Shape;1100;p34"/>
            <p:cNvSpPr/>
            <p:nvPr/>
          </p:nvSpPr>
          <p:spPr>
            <a:xfrm>
              <a:off x="4692650" y="1906588"/>
              <a:ext cx="365125" cy="328612"/>
            </a:xfrm>
            <a:custGeom>
              <a:avLst/>
              <a:gdLst/>
              <a:ahLst/>
              <a:cxnLst/>
              <a:rect l="l" t="t" r="r" b="b"/>
              <a:pathLst>
                <a:path w="541" h="487" extrusionOk="0">
                  <a:moveTo>
                    <a:pt x="514" y="128"/>
                  </a:moveTo>
                  <a:cubicBezTo>
                    <a:pt x="449" y="128"/>
                    <a:pt x="449" y="128"/>
                    <a:pt x="449" y="128"/>
                  </a:cubicBezTo>
                  <a:cubicBezTo>
                    <a:pt x="450" y="125"/>
                    <a:pt x="450" y="123"/>
                    <a:pt x="450" y="121"/>
                  </a:cubicBezTo>
                  <a:cubicBezTo>
                    <a:pt x="450" y="38"/>
                    <a:pt x="450" y="38"/>
                    <a:pt x="450" y="38"/>
                  </a:cubicBezTo>
                  <a:cubicBezTo>
                    <a:pt x="450" y="17"/>
                    <a:pt x="433" y="0"/>
                    <a:pt x="412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8" y="0"/>
                    <a:pt x="0" y="17"/>
                    <a:pt x="0" y="38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32"/>
                    <a:pt x="5" y="142"/>
                    <a:pt x="14" y="150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4" y="154"/>
                    <a:pt x="14" y="154"/>
                    <a:pt x="14" y="154"/>
                  </a:cubicBezTo>
                  <a:cubicBezTo>
                    <a:pt x="5" y="162"/>
                    <a:pt x="0" y="172"/>
                    <a:pt x="0" y="183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277"/>
                    <a:pt x="5" y="287"/>
                    <a:pt x="14" y="295"/>
                  </a:cubicBezTo>
                  <a:cubicBezTo>
                    <a:pt x="16" y="297"/>
                    <a:pt x="16" y="297"/>
                    <a:pt x="16" y="297"/>
                  </a:cubicBezTo>
                  <a:cubicBezTo>
                    <a:pt x="14" y="299"/>
                    <a:pt x="14" y="299"/>
                    <a:pt x="14" y="299"/>
                  </a:cubicBezTo>
                  <a:cubicBezTo>
                    <a:pt x="5" y="307"/>
                    <a:pt x="0" y="317"/>
                    <a:pt x="0" y="328"/>
                  </a:cubicBezTo>
                  <a:cubicBezTo>
                    <a:pt x="0" y="411"/>
                    <a:pt x="0" y="411"/>
                    <a:pt x="0" y="411"/>
                  </a:cubicBezTo>
                  <a:cubicBezTo>
                    <a:pt x="0" y="432"/>
                    <a:pt x="18" y="449"/>
                    <a:pt x="39" y="449"/>
                  </a:cubicBezTo>
                  <a:cubicBezTo>
                    <a:pt x="341" y="449"/>
                    <a:pt x="341" y="449"/>
                    <a:pt x="341" y="449"/>
                  </a:cubicBezTo>
                  <a:cubicBezTo>
                    <a:pt x="341" y="461"/>
                    <a:pt x="341" y="461"/>
                    <a:pt x="341" y="461"/>
                  </a:cubicBezTo>
                  <a:cubicBezTo>
                    <a:pt x="341" y="476"/>
                    <a:pt x="353" y="487"/>
                    <a:pt x="367" y="487"/>
                  </a:cubicBezTo>
                  <a:cubicBezTo>
                    <a:pt x="514" y="487"/>
                    <a:pt x="514" y="487"/>
                    <a:pt x="514" y="487"/>
                  </a:cubicBezTo>
                  <a:cubicBezTo>
                    <a:pt x="529" y="487"/>
                    <a:pt x="541" y="476"/>
                    <a:pt x="541" y="461"/>
                  </a:cubicBezTo>
                  <a:cubicBezTo>
                    <a:pt x="541" y="154"/>
                    <a:pt x="541" y="154"/>
                    <a:pt x="541" y="154"/>
                  </a:cubicBezTo>
                  <a:cubicBezTo>
                    <a:pt x="541" y="139"/>
                    <a:pt x="529" y="128"/>
                    <a:pt x="514" y="128"/>
                  </a:cubicBezTo>
                  <a:close/>
                  <a:moveTo>
                    <a:pt x="367" y="473"/>
                  </a:moveTo>
                  <a:cubicBezTo>
                    <a:pt x="361" y="473"/>
                    <a:pt x="355" y="468"/>
                    <a:pt x="355" y="461"/>
                  </a:cubicBezTo>
                  <a:cubicBezTo>
                    <a:pt x="355" y="449"/>
                    <a:pt x="355" y="449"/>
                    <a:pt x="355" y="449"/>
                  </a:cubicBezTo>
                  <a:cubicBezTo>
                    <a:pt x="355" y="435"/>
                    <a:pt x="355" y="435"/>
                    <a:pt x="355" y="435"/>
                  </a:cubicBezTo>
                  <a:cubicBezTo>
                    <a:pt x="355" y="424"/>
                    <a:pt x="355" y="424"/>
                    <a:pt x="355" y="424"/>
                  </a:cubicBezTo>
                  <a:cubicBezTo>
                    <a:pt x="432" y="424"/>
                    <a:pt x="432" y="424"/>
                    <a:pt x="432" y="424"/>
                  </a:cubicBezTo>
                  <a:cubicBezTo>
                    <a:pt x="448" y="424"/>
                    <a:pt x="448" y="424"/>
                    <a:pt x="448" y="424"/>
                  </a:cubicBezTo>
                  <a:cubicBezTo>
                    <a:pt x="527" y="424"/>
                    <a:pt x="527" y="424"/>
                    <a:pt x="527" y="424"/>
                  </a:cubicBezTo>
                  <a:cubicBezTo>
                    <a:pt x="527" y="461"/>
                    <a:pt x="527" y="461"/>
                    <a:pt x="527" y="461"/>
                  </a:cubicBezTo>
                  <a:cubicBezTo>
                    <a:pt x="527" y="468"/>
                    <a:pt x="521" y="473"/>
                    <a:pt x="514" y="473"/>
                  </a:cubicBezTo>
                  <a:lnTo>
                    <a:pt x="367" y="473"/>
                  </a:lnTo>
                  <a:close/>
                  <a:moveTo>
                    <a:pt x="435" y="409"/>
                  </a:moveTo>
                  <a:cubicBezTo>
                    <a:pt x="355" y="409"/>
                    <a:pt x="355" y="409"/>
                    <a:pt x="355" y="409"/>
                  </a:cubicBezTo>
                  <a:cubicBezTo>
                    <a:pt x="355" y="379"/>
                    <a:pt x="355" y="379"/>
                    <a:pt x="355" y="379"/>
                  </a:cubicBezTo>
                  <a:cubicBezTo>
                    <a:pt x="355" y="360"/>
                    <a:pt x="355" y="360"/>
                    <a:pt x="355" y="360"/>
                  </a:cubicBezTo>
                  <a:cubicBezTo>
                    <a:pt x="355" y="304"/>
                    <a:pt x="355" y="304"/>
                    <a:pt x="355" y="304"/>
                  </a:cubicBezTo>
                  <a:cubicBezTo>
                    <a:pt x="355" y="290"/>
                    <a:pt x="355" y="290"/>
                    <a:pt x="355" y="290"/>
                  </a:cubicBezTo>
                  <a:cubicBezTo>
                    <a:pt x="355" y="234"/>
                    <a:pt x="355" y="234"/>
                    <a:pt x="355" y="234"/>
                  </a:cubicBezTo>
                  <a:cubicBezTo>
                    <a:pt x="355" y="215"/>
                    <a:pt x="355" y="215"/>
                    <a:pt x="355" y="215"/>
                  </a:cubicBezTo>
                  <a:cubicBezTo>
                    <a:pt x="355" y="182"/>
                    <a:pt x="355" y="182"/>
                    <a:pt x="355" y="182"/>
                  </a:cubicBezTo>
                  <a:cubicBezTo>
                    <a:pt x="435" y="182"/>
                    <a:pt x="435" y="182"/>
                    <a:pt x="435" y="182"/>
                  </a:cubicBezTo>
                  <a:cubicBezTo>
                    <a:pt x="450" y="182"/>
                    <a:pt x="450" y="182"/>
                    <a:pt x="450" y="182"/>
                  </a:cubicBezTo>
                  <a:cubicBezTo>
                    <a:pt x="527" y="182"/>
                    <a:pt x="527" y="182"/>
                    <a:pt x="527" y="182"/>
                  </a:cubicBezTo>
                  <a:cubicBezTo>
                    <a:pt x="527" y="409"/>
                    <a:pt x="527" y="409"/>
                    <a:pt x="527" y="409"/>
                  </a:cubicBezTo>
                  <a:cubicBezTo>
                    <a:pt x="450" y="409"/>
                    <a:pt x="450" y="409"/>
                    <a:pt x="450" y="409"/>
                  </a:cubicBezTo>
                  <a:lnTo>
                    <a:pt x="435" y="409"/>
                  </a:lnTo>
                  <a:close/>
                  <a:moveTo>
                    <a:pt x="527" y="168"/>
                  </a:moveTo>
                  <a:cubicBezTo>
                    <a:pt x="447" y="168"/>
                    <a:pt x="447" y="168"/>
                    <a:pt x="447" y="168"/>
                  </a:cubicBezTo>
                  <a:cubicBezTo>
                    <a:pt x="430" y="168"/>
                    <a:pt x="430" y="168"/>
                    <a:pt x="430" y="168"/>
                  </a:cubicBezTo>
                  <a:cubicBezTo>
                    <a:pt x="355" y="168"/>
                    <a:pt x="355" y="168"/>
                    <a:pt x="355" y="168"/>
                  </a:cubicBezTo>
                  <a:cubicBezTo>
                    <a:pt x="355" y="159"/>
                    <a:pt x="355" y="159"/>
                    <a:pt x="355" y="159"/>
                  </a:cubicBezTo>
                  <a:cubicBezTo>
                    <a:pt x="355" y="154"/>
                    <a:pt x="355" y="154"/>
                    <a:pt x="355" y="154"/>
                  </a:cubicBezTo>
                  <a:cubicBezTo>
                    <a:pt x="355" y="150"/>
                    <a:pt x="357" y="147"/>
                    <a:pt x="360" y="145"/>
                  </a:cubicBezTo>
                  <a:cubicBezTo>
                    <a:pt x="362" y="143"/>
                    <a:pt x="365" y="142"/>
                    <a:pt x="367" y="142"/>
                  </a:cubicBezTo>
                  <a:cubicBezTo>
                    <a:pt x="422" y="142"/>
                    <a:pt x="422" y="142"/>
                    <a:pt x="422" y="142"/>
                  </a:cubicBezTo>
                  <a:cubicBezTo>
                    <a:pt x="443" y="142"/>
                    <a:pt x="443" y="142"/>
                    <a:pt x="443" y="142"/>
                  </a:cubicBezTo>
                  <a:cubicBezTo>
                    <a:pt x="514" y="142"/>
                    <a:pt x="514" y="142"/>
                    <a:pt x="514" y="142"/>
                  </a:cubicBezTo>
                  <a:cubicBezTo>
                    <a:pt x="521" y="142"/>
                    <a:pt x="527" y="147"/>
                    <a:pt x="527" y="154"/>
                  </a:cubicBezTo>
                  <a:lnTo>
                    <a:pt x="527" y="168"/>
                  </a:lnTo>
                  <a:close/>
                  <a:moveTo>
                    <a:pt x="15" y="121"/>
                  </a:moveTo>
                  <a:cubicBezTo>
                    <a:pt x="15" y="38"/>
                    <a:pt x="15" y="38"/>
                    <a:pt x="15" y="38"/>
                  </a:cubicBezTo>
                  <a:cubicBezTo>
                    <a:pt x="15" y="25"/>
                    <a:pt x="26" y="14"/>
                    <a:pt x="39" y="14"/>
                  </a:cubicBezTo>
                  <a:cubicBezTo>
                    <a:pt x="412" y="14"/>
                    <a:pt x="412" y="14"/>
                    <a:pt x="412" y="14"/>
                  </a:cubicBezTo>
                  <a:cubicBezTo>
                    <a:pt x="425" y="14"/>
                    <a:pt x="435" y="25"/>
                    <a:pt x="435" y="38"/>
                  </a:cubicBezTo>
                  <a:cubicBezTo>
                    <a:pt x="435" y="121"/>
                    <a:pt x="435" y="121"/>
                    <a:pt x="435" y="121"/>
                  </a:cubicBezTo>
                  <a:cubicBezTo>
                    <a:pt x="435" y="123"/>
                    <a:pt x="435" y="125"/>
                    <a:pt x="434" y="128"/>
                  </a:cubicBezTo>
                  <a:cubicBezTo>
                    <a:pt x="367" y="128"/>
                    <a:pt x="367" y="128"/>
                    <a:pt x="367" y="128"/>
                  </a:cubicBezTo>
                  <a:cubicBezTo>
                    <a:pt x="356" y="128"/>
                    <a:pt x="346" y="135"/>
                    <a:pt x="343" y="145"/>
                  </a:cubicBezTo>
                  <a:cubicBezTo>
                    <a:pt x="39" y="145"/>
                    <a:pt x="39" y="145"/>
                    <a:pt x="39" y="145"/>
                  </a:cubicBezTo>
                  <a:cubicBezTo>
                    <a:pt x="26" y="145"/>
                    <a:pt x="15" y="134"/>
                    <a:pt x="15" y="121"/>
                  </a:cubicBezTo>
                  <a:close/>
                  <a:moveTo>
                    <a:pt x="15" y="266"/>
                  </a:moveTo>
                  <a:cubicBezTo>
                    <a:pt x="15" y="183"/>
                    <a:pt x="15" y="183"/>
                    <a:pt x="15" y="183"/>
                  </a:cubicBezTo>
                  <a:cubicBezTo>
                    <a:pt x="15" y="170"/>
                    <a:pt x="26" y="159"/>
                    <a:pt x="39" y="159"/>
                  </a:cubicBezTo>
                  <a:cubicBezTo>
                    <a:pt x="341" y="159"/>
                    <a:pt x="341" y="159"/>
                    <a:pt x="341" y="159"/>
                  </a:cubicBezTo>
                  <a:cubicBezTo>
                    <a:pt x="341" y="290"/>
                    <a:pt x="341" y="290"/>
                    <a:pt x="341" y="290"/>
                  </a:cubicBezTo>
                  <a:cubicBezTo>
                    <a:pt x="39" y="290"/>
                    <a:pt x="39" y="290"/>
                    <a:pt x="39" y="290"/>
                  </a:cubicBezTo>
                  <a:cubicBezTo>
                    <a:pt x="26" y="290"/>
                    <a:pt x="15" y="279"/>
                    <a:pt x="15" y="266"/>
                  </a:cubicBezTo>
                  <a:close/>
                  <a:moveTo>
                    <a:pt x="39" y="435"/>
                  </a:moveTo>
                  <a:cubicBezTo>
                    <a:pt x="26" y="435"/>
                    <a:pt x="15" y="424"/>
                    <a:pt x="15" y="411"/>
                  </a:cubicBezTo>
                  <a:cubicBezTo>
                    <a:pt x="15" y="328"/>
                    <a:pt x="15" y="328"/>
                    <a:pt x="15" y="328"/>
                  </a:cubicBezTo>
                  <a:cubicBezTo>
                    <a:pt x="15" y="315"/>
                    <a:pt x="26" y="304"/>
                    <a:pt x="39" y="304"/>
                  </a:cubicBezTo>
                  <a:cubicBezTo>
                    <a:pt x="341" y="304"/>
                    <a:pt x="341" y="304"/>
                    <a:pt x="341" y="304"/>
                  </a:cubicBezTo>
                  <a:cubicBezTo>
                    <a:pt x="341" y="435"/>
                    <a:pt x="341" y="435"/>
                    <a:pt x="341" y="435"/>
                  </a:cubicBezTo>
                  <a:lnTo>
                    <a:pt x="39" y="4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3" name="Google Shape;1101;p34"/>
            <p:cNvSpPr/>
            <p:nvPr/>
          </p:nvSpPr>
          <p:spPr>
            <a:xfrm>
              <a:off x="4981575" y="2201863"/>
              <a:ext cx="17463" cy="17462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14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8" y="0"/>
                    <a:pt x="2" y="4"/>
                    <a:pt x="1" y="10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21" y="27"/>
                    <a:pt x="27" y="21"/>
                    <a:pt x="27" y="13"/>
                  </a:cubicBezTo>
                  <a:cubicBezTo>
                    <a:pt x="27" y="6"/>
                    <a:pt x="21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14" name="Google Shape;1102;p34"/>
          <p:cNvGrpSpPr/>
          <p:nvPr/>
        </p:nvGrpSpPr>
        <p:grpSpPr>
          <a:xfrm>
            <a:off x="2928143" y="1265147"/>
            <a:ext cx="644737" cy="560641"/>
            <a:chOff x="4638675" y="1120775"/>
            <a:chExt cx="365125" cy="317500"/>
          </a:xfrm>
          <a:solidFill>
            <a:schemeClr val="bg1">
              <a:lumMod val="75000"/>
            </a:schemeClr>
          </a:solidFill>
        </p:grpSpPr>
        <p:sp>
          <p:nvSpPr>
            <p:cNvPr id="415" name="Google Shape;1103;p34"/>
            <p:cNvSpPr/>
            <p:nvPr/>
          </p:nvSpPr>
          <p:spPr>
            <a:xfrm>
              <a:off x="4681538" y="1149350"/>
              <a:ext cx="9525" cy="52387"/>
            </a:xfrm>
            <a:custGeom>
              <a:avLst/>
              <a:gdLst/>
              <a:ahLst/>
              <a:cxnLst/>
              <a:rect l="l" t="t" r="r" b="b"/>
              <a:pathLst>
                <a:path w="14" h="77" extrusionOk="0">
                  <a:moveTo>
                    <a:pt x="7" y="77"/>
                  </a:moveTo>
                  <a:cubicBezTo>
                    <a:pt x="11" y="77"/>
                    <a:pt x="14" y="73"/>
                    <a:pt x="14" y="69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6" name="Google Shape;1104;p34"/>
            <p:cNvSpPr/>
            <p:nvPr/>
          </p:nvSpPr>
          <p:spPr>
            <a:xfrm>
              <a:off x="4708525" y="1149350"/>
              <a:ext cx="11113" cy="52387"/>
            </a:xfrm>
            <a:custGeom>
              <a:avLst/>
              <a:gdLst/>
              <a:ahLst/>
              <a:cxnLst/>
              <a:rect l="l" t="t" r="r" b="b"/>
              <a:pathLst>
                <a:path w="15" h="77" extrusionOk="0">
                  <a:moveTo>
                    <a:pt x="7" y="77"/>
                  </a:moveTo>
                  <a:cubicBezTo>
                    <a:pt x="12" y="77"/>
                    <a:pt x="15" y="73"/>
                    <a:pt x="15" y="69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2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7" name="Google Shape;1105;p34"/>
            <p:cNvSpPr/>
            <p:nvPr/>
          </p:nvSpPr>
          <p:spPr>
            <a:xfrm>
              <a:off x="4737100" y="1149350"/>
              <a:ext cx="9525" cy="52387"/>
            </a:xfrm>
            <a:custGeom>
              <a:avLst/>
              <a:gdLst/>
              <a:ahLst/>
              <a:cxnLst/>
              <a:rect l="l" t="t" r="r" b="b"/>
              <a:pathLst>
                <a:path w="14" h="77" extrusionOk="0">
                  <a:moveTo>
                    <a:pt x="7" y="77"/>
                  </a:moveTo>
                  <a:cubicBezTo>
                    <a:pt x="11" y="77"/>
                    <a:pt x="14" y="73"/>
                    <a:pt x="14" y="69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8" name="Google Shape;1106;p34"/>
            <p:cNvSpPr/>
            <p:nvPr/>
          </p:nvSpPr>
          <p:spPr>
            <a:xfrm>
              <a:off x="4876800" y="1163638"/>
              <a:ext cx="23813" cy="238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9" name="Google Shape;1107;p34"/>
            <p:cNvSpPr/>
            <p:nvPr/>
          </p:nvSpPr>
          <p:spPr>
            <a:xfrm>
              <a:off x="4835525" y="1163638"/>
              <a:ext cx="23813" cy="238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0" name="Google Shape;1108;p34"/>
            <p:cNvSpPr/>
            <p:nvPr/>
          </p:nvSpPr>
          <p:spPr>
            <a:xfrm>
              <a:off x="4681538" y="1247775"/>
              <a:ext cx="9525" cy="50800"/>
            </a:xfrm>
            <a:custGeom>
              <a:avLst/>
              <a:gdLst/>
              <a:ahLst/>
              <a:cxnLst/>
              <a:rect l="l" t="t" r="r" b="b"/>
              <a:pathLst>
                <a:path w="14" h="77" extrusionOk="0">
                  <a:moveTo>
                    <a:pt x="7" y="77"/>
                  </a:moveTo>
                  <a:cubicBezTo>
                    <a:pt x="11" y="77"/>
                    <a:pt x="14" y="73"/>
                    <a:pt x="14" y="69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1" name="Google Shape;1109;p34"/>
            <p:cNvSpPr/>
            <p:nvPr/>
          </p:nvSpPr>
          <p:spPr>
            <a:xfrm>
              <a:off x="4708525" y="1247775"/>
              <a:ext cx="11113" cy="50800"/>
            </a:xfrm>
            <a:custGeom>
              <a:avLst/>
              <a:gdLst/>
              <a:ahLst/>
              <a:cxnLst/>
              <a:rect l="l" t="t" r="r" b="b"/>
              <a:pathLst>
                <a:path w="15" h="77" extrusionOk="0">
                  <a:moveTo>
                    <a:pt x="7" y="77"/>
                  </a:moveTo>
                  <a:cubicBezTo>
                    <a:pt x="12" y="77"/>
                    <a:pt x="15" y="73"/>
                    <a:pt x="15" y="69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2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2" name="Google Shape;1110;p34"/>
            <p:cNvSpPr/>
            <p:nvPr/>
          </p:nvSpPr>
          <p:spPr>
            <a:xfrm>
              <a:off x="4737100" y="1247775"/>
              <a:ext cx="9525" cy="50800"/>
            </a:xfrm>
            <a:custGeom>
              <a:avLst/>
              <a:gdLst/>
              <a:ahLst/>
              <a:cxnLst/>
              <a:rect l="l" t="t" r="r" b="b"/>
              <a:pathLst>
                <a:path w="14" h="77" extrusionOk="0">
                  <a:moveTo>
                    <a:pt x="7" y="77"/>
                  </a:moveTo>
                  <a:cubicBezTo>
                    <a:pt x="11" y="77"/>
                    <a:pt x="14" y="73"/>
                    <a:pt x="14" y="69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3" name="Google Shape;1111;p34"/>
            <p:cNvSpPr/>
            <p:nvPr/>
          </p:nvSpPr>
          <p:spPr>
            <a:xfrm>
              <a:off x="4681538" y="1344613"/>
              <a:ext cx="9525" cy="52387"/>
            </a:xfrm>
            <a:custGeom>
              <a:avLst/>
              <a:gdLst/>
              <a:ahLst/>
              <a:cxnLst/>
              <a:rect l="l" t="t" r="r" b="b"/>
              <a:pathLst>
                <a:path w="14" h="77" extrusionOk="0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7" y="77"/>
                  </a:cubicBezTo>
                  <a:cubicBezTo>
                    <a:pt x="11" y="77"/>
                    <a:pt x="14" y="73"/>
                    <a:pt x="14" y="69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4" name="Google Shape;1112;p34"/>
            <p:cNvSpPr/>
            <p:nvPr/>
          </p:nvSpPr>
          <p:spPr>
            <a:xfrm>
              <a:off x="4708525" y="1344613"/>
              <a:ext cx="11113" cy="52387"/>
            </a:xfrm>
            <a:custGeom>
              <a:avLst/>
              <a:gdLst/>
              <a:ahLst/>
              <a:cxnLst/>
              <a:rect l="l" t="t" r="r" b="b"/>
              <a:pathLst>
                <a:path w="15" h="77" extrusionOk="0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7" y="77"/>
                  </a:cubicBezTo>
                  <a:cubicBezTo>
                    <a:pt x="12" y="77"/>
                    <a:pt x="15" y="73"/>
                    <a:pt x="15" y="69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2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5" name="Google Shape;1113;p34"/>
            <p:cNvSpPr/>
            <p:nvPr/>
          </p:nvSpPr>
          <p:spPr>
            <a:xfrm>
              <a:off x="4737100" y="1344613"/>
              <a:ext cx="9525" cy="52387"/>
            </a:xfrm>
            <a:custGeom>
              <a:avLst/>
              <a:gdLst/>
              <a:ahLst/>
              <a:cxnLst/>
              <a:rect l="l" t="t" r="r" b="b"/>
              <a:pathLst>
                <a:path w="14" h="77" extrusionOk="0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7" y="77"/>
                  </a:cubicBezTo>
                  <a:cubicBezTo>
                    <a:pt x="11" y="77"/>
                    <a:pt x="14" y="73"/>
                    <a:pt x="14" y="69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6" name="Google Shape;1114;p34"/>
            <p:cNvSpPr/>
            <p:nvPr/>
          </p:nvSpPr>
          <p:spPr>
            <a:xfrm>
              <a:off x="4638675" y="1120775"/>
              <a:ext cx="365125" cy="317500"/>
            </a:xfrm>
            <a:custGeom>
              <a:avLst/>
              <a:gdLst/>
              <a:ahLst/>
              <a:cxnLst/>
              <a:rect l="l" t="t" r="r" b="b"/>
              <a:pathLst>
                <a:path w="540" h="469" extrusionOk="0">
                  <a:moveTo>
                    <a:pt x="498" y="223"/>
                  </a:moveTo>
                  <a:cubicBezTo>
                    <a:pt x="484" y="209"/>
                    <a:pt x="467" y="198"/>
                    <a:pt x="449" y="191"/>
                  </a:cubicBezTo>
                  <a:cubicBezTo>
                    <a:pt x="449" y="184"/>
                    <a:pt x="449" y="184"/>
                    <a:pt x="449" y="184"/>
                  </a:cubicBezTo>
                  <a:cubicBezTo>
                    <a:pt x="449" y="173"/>
                    <a:pt x="444" y="162"/>
                    <a:pt x="436" y="155"/>
                  </a:cubicBezTo>
                  <a:cubicBezTo>
                    <a:pt x="433" y="153"/>
                    <a:pt x="433" y="153"/>
                    <a:pt x="433" y="153"/>
                  </a:cubicBezTo>
                  <a:cubicBezTo>
                    <a:pt x="436" y="150"/>
                    <a:pt x="436" y="150"/>
                    <a:pt x="436" y="150"/>
                  </a:cubicBezTo>
                  <a:cubicBezTo>
                    <a:pt x="444" y="143"/>
                    <a:pt x="449" y="133"/>
                    <a:pt x="449" y="122"/>
                  </a:cubicBezTo>
                  <a:cubicBezTo>
                    <a:pt x="449" y="39"/>
                    <a:pt x="449" y="39"/>
                    <a:pt x="449" y="39"/>
                  </a:cubicBezTo>
                  <a:cubicBezTo>
                    <a:pt x="449" y="18"/>
                    <a:pt x="432" y="0"/>
                    <a:pt x="411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33"/>
                    <a:pt x="4" y="143"/>
                    <a:pt x="13" y="150"/>
                  </a:cubicBezTo>
                  <a:cubicBezTo>
                    <a:pt x="15" y="153"/>
                    <a:pt x="15" y="153"/>
                    <a:pt x="15" y="153"/>
                  </a:cubicBezTo>
                  <a:cubicBezTo>
                    <a:pt x="13" y="155"/>
                    <a:pt x="13" y="155"/>
                    <a:pt x="13" y="155"/>
                  </a:cubicBezTo>
                  <a:cubicBezTo>
                    <a:pt x="4" y="162"/>
                    <a:pt x="0" y="173"/>
                    <a:pt x="0" y="184"/>
                  </a:cubicBezTo>
                  <a:cubicBezTo>
                    <a:pt x="0" y="267"/>
                    <a:pt x="0" y="267"/>
                    <a:pt x="0" y="267"/>
                  </a:cubicBezTo>
                  <a:cubicBezTo>
                    <a:pt x="0" y="278"/>
                    <a:pt x="4" y="288"/>
                    <a:pt x="13" y="295"/>
                  </a:cubicBezTo>
                  <a:cubicBezTo>
                    <a:pt x="15" y="298"/>
                    <a:pt x="15" y="298"/>
                    <a:pt x="15" y="298"/>
                  </a:cubicBezTo>
                  <a:cubicBezTo>
                    <a:pt x="13" y="300"/>
                    <a:pt x="13" y="300"/>
                    <a:pt x="13" y="300"/>
                  </a:cubicBezTo>
                  <a:cubicBezTo>
                    <a:pt x="4" y="307"/>
                    <a:pt x="0" y="318"/>
                    <a:pt x="0" y="329"/>
                  </a:cubicBezTo>
                  <a:cubicBezTo>
                    <a:pt x="0" y="412"/>
                    <a:pt x="0" y="412"/>
                    <a:pt x="0" y="412"/>
                  </a:cubicBezTo>
                  <a:cubicBezTo>
                    <a:pt x="0" y="433"/>
                    <a:pt x="17" y="450"/>
                    <a:pt x="38" y="450"/>
                  </a:cubicBezTo>
                  <a:cubicBezTo>
                    <a:pt x="324" y="450"/>
                    <a:pt x="324" y="450"/>
                    <a:pt x="324" y="450"/>
                  </a:cubicBezTo>
                  <a:cubicBezTo>
                    <a:pt x="345" y="463"/>
                    <a:pt x="370" y="469"/>
                    <a:pt x="396" y="469"/>
                  </a:cubicBezTo>
                  <a:cubicBezTo>
                    <a:pt x="434" y="469"/>
                    <a:pt x="471" y="454"/>
                    <a:pt x="498" y="427"/>
                  </a:cubicBezTo>
                  <a:cubicBezTo>
                    <a:pt x="525" y="400"/>
                    <a:pt x="540" y="364"/>
                    <a:pt x="540" y="325"/>
                  </a:cubicBezTo>
                  <a:cubicBezTo>
                    <a:pt x="540" y="287"/>
                    <a:pt x="525" y="250"/>
                    <a:pt x="498" y="223"/>
                  </a:cubicBezTo>
                  <a:close/>
                  <a:moveTo>
                    <a:pt x="379" y="450"/>
                  </a:moveTo>
                  <a:cubicBezTo>
                    <a:pt x="373" y="447"/>
                    <a:pt x="367" y="442"/>
                    <a:pt x="362" y="435"/>
                  </a:cubicBezTo>
                  <a:cubicBezTo>
                    <a:pt x="358" y="430"/>
                    <a:pt x="354" y="425"/>
                    <a:pt x="351" y="418"/>
                  </a:cubicBezTo>
                  <a:cubicBezTo>
                    <a:pt x="347" y="412"/>
                    <a:pt x="344" y="404"/>
                    <a:pt x="341" y="397"/>
                  </a:cubicBezTo>
                  <a:cubicBezTo>
                    <a:pt x="341" y="395"/>
                    <a:pt x="341" y="395"/>
                    <a:pt x="341" y="395"/>
                  </a:cubicBezTo>
                  <a:cubicBezTo>
                    <a:pt x="343" y="394"/>
                    <a:pt x="343" y="394"/>
                    <a:pt x="343" y="394"/>
                  </a:cubicBezTo>
                  <a:cubicBezTo>
                    <a:pt x="357" y="393"/>
                    <a:pt x="372" y="392"/>
                    <a:pt x="387" y="392"/>
                  </a:cubicBezTo>
                  <a:cubicBezTo>
                    <a:pt x="389" y="392"/>
                    <a:pt x="389" y="392"/>
                    <a:pt x="389" y="392"/>
                  </a:cubicBezTo>
                  <a:cubicBezTo>
                    <a:pt x="389" y="435"/>
                    <a:pt x="389" y="435"/>
                    <a:pt x="389" y="435"/>
                  </a:cubicBezTo>
                  <a:cubicBezTo>
                    <a:pt x="389" y="450"/>
                    <a:pt x="389" y="450"/>
                    <a:pt x="389" y="450"/>
                  </a:cubicBezTo>
                  <a:lnTo>
                    <a:pt x="379" y="450"/>
                  </a:lnTo>
                  <a:close/>
                  <a:moveTo>
                    <a:pt x="476" y="318"/>
                  </a:moveTo>
                  <a:cubicBezTo>
                    <a:pt x="475" y="317"/>
                    <a:pt x="475" y="317"/>
                    <a:pt x="475" y="317"/>
                  </a:cubicBezTo>
                  <a:cubicBezTo>
                    <a:pt x="475" y="300"/>
                    <a:pt x="473" y="284"/>
                    <a:pt x="469" y="268"/>
                  </a:cubicBezTo>
                  <a:cubicBezTo>
                    <a:pt x="469" y="267"/>
                    <a:pt x="469" y="267"/>
                    <a:pt x="469" y="267"/>
                  </a:cubicBezTo>
                  <a:cubicBezTo>
                    <a:pt x="471" y="266"/>
                    <a:pt x="471" y="266"/>
                    <a:pt x="471" y="266"/>
                  </a:cubicBezTo>
                  <a:cubicBezTo>
                    <a:pt x="484" y="264"/>
                    <a:pt x="496" y="261"/>
                    <a:pt x="506" y="258"/>
                  </a:cubicBezTo>
                  <a:cubicBezTo>
                    <a:pt x="508" y="258"/>
                    <a:pt x="508" y="258"/>
                    <a:pt x="508" y="258"/>
                  </a:cubicBezTo>
                  <a:cubicBezTo>
                    <a:pt x="508" y="259"/>
                    <a:pt x="508" y="259"/>
                    <a:pt x="508" y="259"/>
                  </a:cubicBezTo>
                  <a:cubicBezTo>
                    <a:pt x="519" y="277"/>
                    <a:pt x="525" y="296"/>
                    <a:pt x="526" y="317"/>
                  </a:cubicBezTo>
                  <a:cubicBezTo>
                    <a:pt x="526" y="318"/>
                    <a:pt x="526" y="318"/>
                    <a:pt x="526" y="318"/>
                  </a:cubicBezTo>
                  <a:lnTo>
                    <a:pt x="476" y="318"/>
                  </a:lnTo>
                  <a:close/>
                  <a:moveTo>
                    <a:pt x="526" y="332"/>
                  </a:moveTo>
                  <a:cubicBezTo>
                    <a:pt x="526" y="334"/>
                    <a:pt x="526" y="334"/>
                    <a:pt x="526" y="334"/>
                  </a:cubicBezTo>
                  <a:cubicBezTo>
                    <a:pt x="525" y="354"/>
                    <a:pt x="519" y="374"/>
                    <a:pt x="508" y="392"/>
                  </a:cubicBezTo>
                  <a:cubicBezTo>
                    <a:pt x="508" y="393"/>
                    <a:pt x="508" y="393"/>
                    <a:pt x="508" y="393"/>
                  </a:cubicBezTo>
                  <a:cubicBezTo>
                    <a:pt x="506" y="392"/>
                    <a:pt x="506" y="392"/>
                    <a:pt x="506" y="392"/>
                  </a:cubicBezTo>
                  <a:cubicBezTo>
                    <a:pt x="496" y="389"/>
                    <a:pt x="484" y="386"/>
                    <a:pt x="470" y="384"/>
                  </a:cubicBezTo>
                  <a:cubicBezTo>
                    <a:pt x="469" y="383"/>
                    <a:pt x="469" y="383"/>
                    <a:pt x="469" y="383"/>
                  </a:cubicBezTo>
                  <a:cubicBezTo>
                    <a:pt x="469" y="382"/>
                    <a:pt x="469" y="382"/>
                    <a:pt x="469" y="382"/>
                  </a:cubicBezTo>
                  <a:cubicBezTo>
                    <a:pt x="473" y="367"/>
                    <a:pt x="475" y="350"/>
                    <a:pt x="475" y="334"/>
                  </a:cubicBezTo>
                  <a:cubicBezTo>
                    <a:pt x="475" y="332"/>
                    <a:pt x="475" y="332"/>
                    <a:pt x="475" y="332"/>
                  </a:cubicBezTo>
                  <a:lnTo>
                    <a:pt x="526" y="332"/>
                  </a:lnTo>
                  <a:close/>
                  <a:moveTo>
                    <a:pt x="499" y="246"/>
                  </a:moveTo>
                  <a:cubicBezTo>
                    <a:pt x="497" y="246"/>
                    <a:pt x="497" y="246"/>
                    <a:pt x="497" y="246"/>
                  </a:cubicBezTo>
                  <a:cubicBezTo>
                    <a:pt x="488" y="249"/>
                    <a:pt x="478" y="251"/>
                    <a:pt x="467" y="253"/>
                  </a:cubicBezTo>
                  <a:cubicBezTo>
                    <a:pt x="465" y="253"/>
                    <a:pt x="465" y="253"/>
                    <a:pt x="465" y="253"/>
                  </a:cubicBezTo>
                  <a:cubicBezTo>
                    <a:pt x="465" y="252"/>
                    <a:pt x="465" y="252"/>
                    <a:pt x="465" y="252"/>
                  </a:cubicBezTo>
                  <a:cubicBezTo>
                    <a:pt x="462" y="242"/>
                    <a:pt x="458" y="233"/>
                    <a:pt x="453" y="225"/>
                  </a:cubicBezTo>
                  <a:cubicBezTo>
                    <a:pt x="452" y="222"/>
                    <a:pt x="451" y="220"/>
                    <a:pt x="449" y="217"/>
                  </a:cubicBezTo>
                  <a:cubicBezTo>
                    <a:pt x="447" y="213"/>
                    <a:pt x="444" y="210"/>
                    <a:pt x="441" y="206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43" y="204"/>
                    <a:pt x="443" y="204"/>
                    <a:pt x="443" y="204"/>
                  </a:cubicBezTo>
                  <a:cubicBezTo>
                    <a:pt x="445" y="205"/>
                    <a:pt x="447" y="205"/>
                    <a:pt x="449" y="206"/>
                  </a:cubicBezTo>
                  <a:cubicBezTo>
                    <a:pt x="464" y="213"/>
                    <a:pt x="477" y="222"/>
                    <a:pt x="488" y="233"/>
                  </a:cubicBezTo>
                  <a:cubicBezTo>
                    <a:pt x="492" y="237"/>
                    <a:pt x="495" y="240"/>
                    <a:pt x="498" y="244"/>
                  </a:cubicBezTo>
                  <a:lnTo>
                    <a:pt x="499" y="246"/>
                  </a:lnTo>
                  <a:close/>
                  <a:moveTo>
                    <a:pt x="389" y="378"/>
                  </a:moveTo>
                  <a:cubicBezTo>
                    <a:pt x="387" y="378"/>
                    <a:pt x="387" y="378"/>
                    <a:pt x="387" y="378"/>
                  </a:cubicBezTo>
                  <a:cubicBezTo>
                    <a:pt x="387" y="378"/>
                    <a:pt x="386" y="378"/>
                    <a:pt x="385" y="378"/>
                  </a:cubicBezTo>
                  <a:cubicBezTo>
                    <a:pt x="375" y="378"/>
                    <a:pt x="364" y="379"/>
                    <a:pt x="354" y="379"/>
                  </a:cubicBezTo>
                  <a:cubicBezTo>
                    <a:pt x="349" y="380"/>
                    <a:pt x="344" y="380"/>
                    <a:pt x="338" y="381"/>
                  </a:cubicBezTo>
                  <a:cubicBezTo>
                    <a:pt x="337" y="381"/>
                    <a:pt x="337" y="381"/>
                    <a:pt x="337" y="381"/>
                  </a:cubicBezTo>
                  <a:cubicBezTo>
                    <a:pt x="337" y="380"/>
                    <a:pt x="337" y="380"/>
                    <a:pt x="337" y="380"/>
                  </a:cubicBezTo>
                  <a:cubicBezTo>
                    <a:pt x="333" y="365"/>
                    <a:pt x="331" y="350"/>
                    <a:pt x="330" y="334"/>
                  </a:cubicBezTo>
                  <a:cubicBezTo>
                    <a:pt x="330" y="332"/>
                    <a:pt x="330" y="332"/>
                    <a:pt x="330" y="332"/>
                  </a:cubicBezTo>
                  <a:cubicBezTo>
                    <a:pt x="389" y="332"/>
                    <a:pt x="389" y="332"/>
                    <a:pt x="389" y="332"/>
                  </a:cubicBezTo>
                  <a:lnTo>
                    <a:pt x="389" y="378"/>
                  </a:lnTo>
                  <a:close/>
                  <a:moveTo>
                    <a:pt x="389" y="318"/>
                  </a:moveTo>
                  <a:cubicBezTo>
                    <a:pt x="330" y="318"/>
                    <a:pt x="330" y="318"/>
                    <a:pt x="330" y="318"/>
                  </a:cubicBezTo>
                  <a:cubicBezTo>
                    <a:pt x="330" y="317"/>
                    <a:pt x="330" y="317"/>
                    <a:pt x="330" y="317"/>
                  </a:cubicBezTo>
                  <a:cubicBezTo>
                    <a:pt x="330" y="313"/>
                    <a:pt x="331" y="309"/>
                    <a:pt x="331" y="305"/>
                  </a:cubicBezTo>
                  <a:cubicBezTo>
                    <a:pt x="331" y="300"/>
                    <a:pt x="332" y="295"/>
                    <a:pt x="333" y="290"/>
                  </a:cubicBezTo>
                  <a:cubicBezTo>
                    <a:pt x="334" y="283"/>
                    <a:pt x="335" y="276"/>
                    <a:pt x="337" y="269"/>
                  </a:cubicBezTo>
                  <a:cubicBezTo>
                    <a:pt x="337" y="268"/>
                    <a:pt x="337" y="268"/>
                    <a:pt x="337" y="268"/>
                  </a:cubicBezTo>
                  <a:cubicBezTo>
                    <a:pt x="338" y="268"/>
                    <a:pt x="338" y="268"/>
                    <a:pt x="338" y="268"/>
                  </a:cubicBezTo>
                  <a:cubicBezTo>
                    <a:pt x="354" y="270"/>
                    <a:pt x="370" y="271"/>
                    <a:pt x="387" y="272"/>
                  </a:cubicBezTo>
                  <a:cubicBezTo>
                    <a:pt x="389" y="272"/>
                    <a:pt x="389" y="272"/>
                    <a:pt x="389" y="272"/>
                  </a:cubicBezTo>
                  <a:cubicBezTo>
                    <a:pt x="389" y="290"/>
                    <a:pt x="389" y="290"/>
                    <a:pt x="389" y="290"/>
                  </a:cubicBezTo>
                  <a:cubicBezTo>
                    <a:pt x="389" y="305"/>
                    <a:pt x="389" y="305"/>
                    <a:pt x="389" y="305"/>
                  </a:cubicBezTo>
                  <a:lnTo>
                    <a:pt x="389" y="318"/>
                  </a:lnTo>
                  <a:close/>
                  <a:moveTo>
                    <a:pt x="318" y="384"/>
                  </a:moveTo>
                  <a:cubicBezTo>
                    <a:pt x="313" y="385"/>
                    <a:pt x="307" y="386"/>
                    <a:pt x="302" y="387"/>
                  </a:cubicBezTo>
                  <a:cubicBezTo>
                    <a:pt x="296" y="388"/>
                    <a:pt x="290" y="390"/>
                    <a:pt x="285" y="391"/>
                  </a:cubicBezTo>
                  <a:cubicBezTo>
                    <a:pt x="284" y="392"/>
                    <a:pt x="284" y="392"/>
                    <a:pt x="284" y="392"/>
                  </a:cubicBezTo>
                  <a:cubicBezTo>
                    <a:pt x="283" y="391"/>
                    <a:pt x="283" y="391"/>
                    <a:pt x="283" y="391"/>
                  </a:cubicBezTo>
                  <a:cubicBezTo>
                    <a:pt x="273" y="373"/>
                    <a:pt x="267" y="354"/>
                    <a:pt x="266" y="334"/>
                  </a:cubicBezTo>
                  <a:cubicBezTo>
                    <a:pt x="266" y="332"/>
                    <a:pt x="266" y="332"/>
                    <a:pt x="266" y="332"/>
                  </a:cubicBezTo>
                  <a:cubicBezTo>
                    <a:pt x="316" y="332"/>
                    <a:pt x="316" y="332"/>
                    <a:pt x="316" y="332"/>
                  </a:cubicBezTo>
                  <a:cubicBezTo>
                    <a:pt x="316" y="334"/>
                    <a:pt x="316" y="334"/>
                    <a:pt x="316" y="334"/>
                  </a:cubicBezTo>
                  <a:cubicBezTo>
                    <a:pt x="317" y="341"/>
                    <a:pt x="317" y="349"/>
                    <a:pt x="318" y="356"/>
                  </a:cubicBezTo>
                  <a:cubicBezTo>
                    <a:pt x="319" y="364"/>
                    <a:pt x="321" y="372"/>
                    <a:pt x="322" y="380"/>
                  </a:cubicBezTo>
                  <a:lnTo>
                    <a:pt x="318" y="384"/>
                  </a:lnTo>
                  <a:close/>
                  <a:moveTo>
                    <a:pt x="316" y="317"/>
                  </a:moveTo>
                  <a:cubicBezTo>
                    <a:pt x="316" y="318"/>
                    <a:pt x="316" y="318"/>
                    <a:pt x="316" y="318"/>
                  </a:cubicBezTo>
                  <a:cubicBezTo>
                    <a:pt x="266" y="318"/>
                    <a:pt x="266" y="318"/>
                    <a:pt x="266" y="318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3"/>
                    <a:pt x="267" y="309"/>
                    <a:pt x="267" y="305"/>
                  </a:cubicBezTo>
                  <a:cubicBezTo>
                    <a:pt x="268" y="300"/>
                    <a:pt x="269" y="295"/>
                    <a:pt x="270" y="290"/>
                  </a:cubicBezTo>
                  <a:cubicBezTo>
                    <a:pt x="273" y="279"/>
                    <a:pt x="278" y="268"/>
                    <a:pt x="284" y="258"/>
                  </a:cubicBezTo>
                  <a:cubicBezTo>
                    <a:pt x="285" y="257"/>
                    <a:pt x="285" y="257"/>
                    <a:pt x="285" y="257"/>
                  </a:cubicBezTo>
                  <a:cubicBezTo>
                    <a:pt x="286" y="257"/>
                    <a:pt x="286" y="257"/>
                    <a:pt x="286" y="257"/>
                  </a:cubicBezTo>
                  <a:cubicBezTo>
                    <a:pt x="296" y="261"/>
                    <a:pt x="308" y="263"/>
                    <a:pt x="321" y="266"/>
                  </a:cubicBezTo>
                  <a:cubicBezTo>
                    <a:pt x="323" y="266"/>
                    <a:pt x="323" y="266"/>
                    <a:pt x="323" y="266"/>
                  </a:cubicBezTo>
                  <a:cubicBezTo>
                    <a:pt x="323" y="268"/>
                    <a:pt x="323" y="268"/>
                    <a:pt x="323" y="268"/>
                  </a:cubicBezTo>
                  <a:cubicBezTo>
                    <a:pt x="321" y="275"/>
                    <a:pt x="320" y="283"/>
                    <a:pt x="319" y="290"/>
                  </a:cubicBezTo>
                  <a:cubicBezTo>
                    <a:pt x="318" y="295"/>
                    <a:pt x="317" y="300"/>
                    <a:pt x="317" y="305"/>
                  </a:cubicBezTo>
                  <a:cubicBezTo>
                    <a:pt x="317" y="309"/>
                    <a:pt x="317" y="313"/>
                    <a:pt x="316" y="317"/>
                  </a:cubicBezTo>
                  <a:close/>
                  <a:moveTo>
                    <a:pt x="295" y="243"/>
                  </a:moveTo>
                  <a:cubicBezTo>
                    <a:pt x="296" y="242"/>
                    <a:pt x="297" y="241"/>
                    <a:pt x="297" y="240"/>
                  </a:cubicBezTo>
                  <a:cubicBezTo>
                    <a:pt x="299" y="238"/>
                    <a:pt x="302" y="235"/>
                    <a:pt x="304" y="233"/>
                  </a:cubicBezTo>
                  <a:cubicBezTo>
                    <a:pt x="310" y="227"/>
                    <a:pt x="316" y="222"/>
                    <a:pt x="323" y="217"/>
                  </a:cubicBezTo>
                  <a:cubicBezTo>
                    <a:pt x="331" y="212"/>
                    <a:pt x="340" y="207"/>
                    <a:pt x="349" y="204"/>
                  </a:cubicBezTo>
                  <a:cubicBezTo>
                    <a:pt x="354" y="202"/>
                    <a:pt x="354" y="202"/>
                    <a:pt x="354" y="202"/>
                  </a:cubicBezTo>
                  <a:cubicBezTo>
                    <a:pt x="350" y="206"/>
                    <a:pt x="350" y="206"/>
                    <a:pt x="350" y="206"/>
                  </a:cubicBezTo>
                  <a:cubicBezTo>
                    <a:pt x="346" y="212"/>
                    <a:pt x="342" y="218"/>
                    <a:pt x="338" y="225"/>
                  </a:cubicBezTo>
                  <a:cubicBezTo>
                    <a:pt x="334" y="233"/>
                    <a:pt x="330" y="242"/>
                    <a:pt x="327" y="251"/>
                  </a:cubicBezTo>
                  <a:cubicBezTo>
                    <a:pt x="327" y="253"/>
                    <a:pt x="327" y="253"/>
                    <a:pt x="327" y="253"/>
                  </a:cubicBezTo>
                  <a:cubicBezTo>
                    <a:pt x="326" y="252"/>
                    <a:pt x="326" y="252"/>
                    <a:pt x="326" y="252"/>
                  </a:cubicBezTo>
                  <a:cubicBezTo>
                    <a:pt x="315" y="250"/>
                    <a:pt x="304" y="248"/>
                    <a:pt x="295" y="246"/>
                  </a:cubicBezTo>
                  <a:cubicBezTo>
                    <a:pt x="293" y="245"/>
                    <a:pt x="293" y="245"/>
                    <a:pt x="293" y="245"/>
                  </a:cubicBezTo>
                  <a:lnTo>
                    <a:pt x="295" y="243"/>
                  </a:lnTo>
                  <a:close/>
                  <a:moveTo>
                    <a:pt x="449" y="255"/>
                  </a:moveTo>
                  <a:cubicBezTo>
                    <a:pt x="444" y="256"/>
                    <a:pt x="440" y="256"/>
                    <a:pt x="435" y="256"/>
                  </a:cubicBezTo>
                  <a:cubicBezTo>
                    <a:pt x="425" y="257"/>
                    <a:pt x="415" y="258"/>
                    <a:pt x="405" y="258"/>
                  </a:cubicBezTo>
                  <a:cubicBezTo>
                    <a:pt x="403" y="258"/>
                    <a:pt x="403" y="258"/>
                    <a:pt x="403" y="258"/>
                  </a:cubicBezTo>
                  <a:cubicBezTo>
                    <a:pt x="403" y="196"/>
                    <a:pt x="403" y="196"/>
                    <a:pt x="403" y="196"/>
                  </a:cubicBezTo>
                  <a:cubicBezTo>
                    <a:pt x="405" y="196"/>
                    <a:pt x="405" y="196"/>
                    <a:pt x="405" y="196"/>
                  </a:cubicBezTo>
                  <a:cubicBezTo>
                    <a:pt x="416" y="199"/>
                    <a:pt x="426" y="208"/>
                    <a:pt x="435" y="220"/>
                  </a:cubicBezTo>
                  <a:cubicBezTo>
                    <a:pt x="437" y="224"/>
                    <a:pt x="439" y="227"/>
                    <a:pt x="441" y="231"/>
                  </a:cubicBezTo>
                  <a:cubicBezTo>
                    <a:pt x="444" y="237"/>
                    <a:pt x="447" y="243"/>
                    <a:pt x="449" y="249"/>
                  </a:cubicBezTo>
                  <a:cubicBezTo>
                    <a:pt x="450" y="251"/>
                    <a:pt x="450" y="252"/>
                    <a:pt x="451" y="253"/>
                  </a:cubicBezTo>
                  <a:cubicBezTo>
                    <a:pt x="451" y="255"/>
                    <a:pt x="451" y="255"/>
                    <a:pt x="451" y="255"/>
                  </a:cubicBezTo>
                  <a:cubicBezTo>
                    <a:pt x="449" y="255"/>
                    <a:pt x="449" y="255"/>
                    <a:pt x="449" y="255"/>
                  </a:cubicBezTo>
                  <a:cubicBezTo>
                    <a:pt x="449" y="267"/>
                    <a:pt x="449" y="267"/>
                    <a:pt x="449" y="267"/>
                  </a:cubicBezTo>
                  <a:lnTo>
                    <a:pt x="449" y="255"/>
                  </a:lnTo>
                  <a:close/>
                  <a:moveTo>
                    <a:pt x="389" y="258"/>
                  </a:moveTo>
                  <a:cubicBezTo>
                    <a:pt x="387" y="258"/>
                    <a:pt x="387" y="258"/>
                    <a:pt x="387" y="258"/>
                  </a:cubicBezTo>
                  <a:cubicBezTo>
                    <a:pt x="372" y="257"/>
                    <a:pt x="357" y="256"/>
                    <a:pt x="343" y="255"/>
                  </a:cubicBezTo>
                  <a:cubicBezTo>
                    <a:pt x="341" y="255"/>
                    <a:pt x="341" y="255"/>
                    <a:pt x="341" y="255"/>
                  </a:cubicBezTo>
                  <a:cubicBezTo>
                    <a:pt x="341" y="253"/>
                    <a:pt x="341" y="253"/>
                    <a:pt x="341" y="253"/>
                  </a:cubicBezTo>
                  <a:cubicBezTo>
                    <a:pt x="344" y="245"/>
                    <a:pt x="347" y="238"/>
                    <a:pt x="351" y="231"/>
                  </a:cubicBezTo>
                  <a:cubicBezTo>
                    <a:pt x="351" y="230"/>
                    <a:pt x="352" y="230"/>
                    <a:pt x="352" y="229"/>
                  </a:cubicBezTo>
                  <a:cubicBezTo>
                    <a:pt x="357" y="220"/>
                    <a:pt x="362" y="213"/>
                    <a:pt x="368" y="208"/>
                  </a:cubicBezTo>
                  <a:cubicBezTo>
                    <a:pt x="374" y="202"/>
                    <a:pt x="380" y="198"/>
                    <a:pt x="387" y="196"/>
                  </a:cubicBezTo>
                  <a:cubicBezTo>
                    <a:pt x="389" y="196"/>
                    <a:pt x="389" y="196"/>
                    <a:pt x="389" y="196"/>
                  </a:cubicBezTo>
                  <a:lnTo>
                    <a:pt x="389" y="258"/>
                  </a:lnTo>
                  <a:close/>
                  <a:moveTo>
                    <a:pt x="403" y="332"/>
                  </a:moveTo>
                  <a:cubicBezTo>
                    <a:pt x="435" y="332"/>
                    <a:pt x="435" y="332"/>
                    <a:pt x="435" y="332"/>
                  </a:cubicBezTo>
                  <a:cubicBezTo>
                    <a:pt x="449" y="332"/>
                    <a:pt x="449" y="332"/>
                    <a:pt x="449" y="332"/>
                  </a:cubicBezTo>
                  <a:cubicBezTo>
                    <a:pt x="462" y="332"/>
                    <a:pt x="462" y="332"/>
                    <a:pt x="462" y="332"/>
                  </a:cubicBezTo>
                  <a:cubicBezTo>
                    <a:pt x="461" y="334"/>
                    <a:pt x="461" y="334"/>
                    <a:pt x="461" y="334"/>
                  </a:cubicBezTo>
                  <a:cubicBezTo>
                    <a:pt x="461" y="350"/>
                    <a:pt x="459" y="366"/>
                    <a:pt x="455" y="380"/>
                  </a:cubicBezTo>
                  <a:cubicBezTo>
                    <a:pt x="455" y="381"/>
                    <a:pt x="455" y="381"/>
                    <a:pt x="455" y="381"/>
                  </a:cubicBezTo>
                  <a:cubicBezTo>
                    <a:pt x="454" y="381"/>
                    <a:pt x="454" y="381"/>
                    <a:pt x="454" y="381"/>
                  </a:cubicBezTo>
                  <a:cubicBezTo>
                    <a:pt x="452" y="381"/>
                    <a:pt x="451" y="381"/>
                    <a:pt x="449" y="381"/>
                  </a:cubicBezTo>
                  <a:cubicBezTo>
                    <a:pt x="444" y="380"/>
                    <a:pt x="440" y="380"/>
                    <a:pt x="435" y="379"/>
                  </a:cubicBezTo>
                  <a:cubicBezTo>
                    <a:pt x="425" y="379"/>
                    <a:pt x="415" y="378"/>
                    <a:pt x="404" y="378"/>
                  </a:cubicBezTo>
                  <a:cubicBezTo>
                    <a:pt x="403" y="378"/>
                    <a:pt x="403" y="378"/>
                    <a:pt x="403" y="378"/>
                  </a:cubicBezTo>
                  <a:lnTo>
                    <a:pt x="403" y="332"/>
                  </a:lnTo>
                  <a:close/>
                  <a:moveTo>
                    <a:pt x="448" y="318"/>
                  </a:moveTo>
                  <a:cubicBezTo>
                    <a:pt x="432" y="318"/>
                    <a:pt x="432" y="318"/>
                    <a:pt x="432" y="318"/>
                  </a:cubicBezTo>
                  <a:cubicBezTo>
                    <a:pt x="403" y="318"/>
                    <a:pt x="403" y="318"/>
                    <a:pt x="403" y="318"/>
                  </a:cubicBezTo>
                  <a:cubicBezTo>
                    <a:pt x="403" y="305"/>
                    <a:pt x="403" y="305"/>
                    <a:pt x="403" y="305"/>
                  </a:cubicBezTo>
                  <a:cubicBezTo>
                    <a:pt x="403" y="290"/>
                    <a:pt x="403" y="290"/>
                    <a:pt x="403" y="290"/>
                  </a:cubicBezTo>
                  <a:cubicBezTo>
                    <a:pt x="403" y="272"/>
                    <a:pt x="403" y="272"/>
                    <a:pt x="403" y="272"/>
                  </a:cubicBezTo>
                  <a:cubicBezTo>
                    <a:pt x="404" y="272"/>
                    <a:pt x="404" y="272"/>
                    <a:pt x="404" y="272"/>
                  </a:cubicBezTo>
                  <a:cubicBezTo>
                    <a:pt x="415" y="272"/>
                    <a:pt x="424" y="271"/>
                    <a:pt x="434" y="270"/>
                  </a:cubicBezTo>
                  <a:cubicBezTo>
                    <a:pt x="439" y="270"/>
                    <a:pt x="444" y="270"/>
                    <a:pt x="449" y="269"/>
                  </a:cubicBezTo>
                  <a:cubicBezTo>
                    <a:pt x="451" y="269"/>
                    <a:pt x="452" y="269"/>
                    <a:pt x="454" y="269"/>
                  </a:cubicBezTo>
                  <a:cubicBezTo>
                    <a:pt x="455" y="268"/>
                    <a:pt x="455" y="268"/>
                    <a:pt x="455" y="268"/>
                  </a:cubicBezTo>
                  <a:cubicBezTo>
                    <a:pt x="455" y="270"/>
                    <a:pt x="455" y="270"/>
                    <a:pt x="455" y="270"/>
                  </a:cubicBezTo>
                  <a:cubicBezTo>
                    <a:pt x="459" y="285"/>
                    <a:pt x="461" y="300"/>
                    <a:pt x="462" y="317"/>
                  </a:cubicBezTo>
                  <a:cubicBezTo>
                    <a:pt x="462" y="318"/>
                    <a:pt x="462" y="318"/>
                    <a:pt x="462" y="318"/>
                  </a:cubicBezTo>
                  <a:lnTo>
                    <a:pt x="448" y="318"/>
                  </a:lnTo>
                  <a:close/>
                  <a:moveTo>
                    <a:pt x="304" y="417"/>
                  </a:moveTo>
                  <a:cubicBezTo>
                    <a:pt x="300" y="414"/>
                    <a:pt x="297" y="410"/>
                    <a:pt x="294" y="406"/>
                  </a:cubicBezTo>
                  <a:cubicBezTo>
                    <a:pt x="292" y="404"/>
                    <a:pt x="292" y="404"/>
                    <a:pt x="292" y="404"/>
                  </a:cubicBezTo>
                  <a:cubicBezTo>
                    <a:pt x="294" y="403"/>
                    <a:pt x="294" y="403"/>
                    <a:pt x="294" y="403"/>
                  </a:cubicBezTo>
                  <a:cubicBezTo>
                    <a:pt x="304" y="401"/>
                    <a:pt x="314" y="398"/>
                    <a:pt x="325" y="397"/>
                  </a:cubicBezTo>
                  <a:cubicBezTo>
                    <a:pt x="327" y="397"/>
                    <a:pt x="327" y="397"/>
                    <a:pt x="327" y="397"/>
                  </a:cubicBezTo>
                  <a:cubicBezTo>
                    <a:pt x="327" y="398"/>
                    <a:pt x="327" y="398"/>
                    <a:pt x="327" y="398"/>
                  </a:cubicBezTo>
                  <a:cubicBezTo>
                    <a:pt x="330" y="407"/>
                    <a:pt x="334" y="417"/>
                    <a:pt x="338" y="425"/>
                  </a:cubicBezTo>
                  <a:cubicBezTo>
                    <a:pt x="340" y="428"/>
                    <a:pt x="343" y="432"/>
                    <a:pt x="345" y="435"/>
                  </a:cubicBezTo>
                  <a:cubicBezTo>
                    <a:pt x="347" y="439"/>
                    <a:pt x="349" y="442"/>
                    <a:pt x="352" y="445"/>
                  </a:cubicBezTo>
                  <a:cubicBezTo>
                    <a:pt x="355" y="449"/>
                    <a:pt x="355" y="449"/>
                    <a:pt x="355" y="449"/>
                  </a:cubicBezTo>
                  <a:cubicBezTo>
                    <a:pt x="350" y="447"/>
                    <a:pt x="350" y="447"/>
                    <a:pt x="350" y="447"/>
                  </a:cubicBezTo>
                  <a:cubicBezTo>
                    <a:pt x="342" y="444"/>
                    <a:pt x="334" y="440"/>
                    <a:pt x="326" y="435"/>
                  </a:cubicBezTo>
                  <a:cubicBezTo>
                    <a:pt x="318" y="430"/>
                    <a:pt x="311" y="424"/>
                    <a:pt x="304" y="417"/>
                  </a:cubicBezTo>
                  <a:close/>
                  <a:moveTo>
                    <a:pt x="403" y="435"/>
                  </a:moveTo>
                  <a:cubicBezTo>
                    <a:pt x="403" y="392"/>
                    <a:pt x="403" y="392"/>
                    <a:pt x="403" y="392"/>
                  </a:cubicBezTo>
                  <a:cubicBezTo>
                    <a:pt x="405" y="392"/>
                    <a:pt x="405" y="392"/>
                    <a:pt x="405" y="392"/>
                  </a:cubicBezTo>
                  <a:cubicBezTo>
                    <a:pt x="415" y="392"/>
                    <a:pt x="425" y="393"/>
                    <a:pt x="435" y="393"/>
                  </a:cubicBezTo>
                  <a:cubicBezTo>
                    <a:pt x="439" y="394"/>
                    <a:pt x="444" y="394"/>
                    <a:pt x="449" y="395"/>
                  </a:cubicBezTo>
                  <a:cubicBezTo>
                    <a:pt x="449" y="395"/>
                    <a:pt x="449" y="395"/>
                    <a:pt x="449" y="395"/>
                  </a:cubicBezTo>
                  <a:cubicBezTo>
                    <a:pt x="451" y="395"/>
                    <a:pt x="451" y="395"/>
                    <a:pt x="451" y="395"/>
                  </a:cubicBezTo>
                  <a:cubicBezTo>
                    <a:pt x="450" y="397"/>
                    <a:pt x="450" y="397"/>
                    <a:pt x="450" y="397"/>
                  </a:cubicBezTo>
                  <a:cubicBezTo>
                    <a:pt x="450" y="398"/>
                    <a:pt x="450" y="399"/>
                    <a:pt x="449" y="400"/>
                  </a:cubicBezTo>
                  <a:cubicBezTo>
                    <a:pt x="447" y="406"/>
                    <a:pt x="444" y="413"/>
                    <a:pt x="441" y="418"/>
                  </a:cubicBezTo>
                  <a:cubicBezTo>
                    <a:pt x="433" y="433"/>
                    <a:pt x="423" y="444"/>
                    <a:pt x="413" y="450"/>
                  </a:cubicBezTo>
                  <a:cubicBezTo>
                    <a:pt x="412" y="450"/>
                    <a:pt x="412" y="450"/>
                    <a:pt x="411" y="450"/>
                  </a:cubicBezTo>
                  <a:cubicBezTo>
                    <a:pt x="403" y="450"/>
                    <a:pt x="403" y="450"/>
                    <a:pt x="403" y="450"/>
                  </a:cubicBezTo>
                  <a:lnTo>
                    <a:pt x="403" y="435"/>
                  </a:lnTo>
                  <a:close/>
                  <a:moveTo>
                    <a:pt x="442" y="447"/>
                  </a:moveTo>
                  <a:cubicBezTo>
                    <a:pt x="436" y="449"/>
                    <a:pt x="436" y="449"/>
                    <a:pt x="436" y="449"/>
                  </a:cubicBezTo>
                  <a:cubicBezTo>
                    <a:pt x="440" y="445"/>
                    <a:pt x="440" y="445"/>
                    <a:pt x="440" y="445"/>
                  </a:cubicBezTo>
                  <a:cubicBezTo>
                    <a:pt x="445" y="439"/>
                    <a:pt x="450" y="432"/>
                    <a:pt x="453" y="425"/>
                  </a:cubicBezTo>
                  <a:cubicBezTo>
                    <a:pt x="458" y="417"/>
                    <a:pt x="461" y="408"/>
                    <a:pt x="465" y="398"/>
                  </a:cubicBezTo>
                  <a:cubicBezTo>
                    <a:pt x="465" y="397"/>
                    <a:pt x="465" y="397"/>
                    <a:pt x="465" y="397"/>
                  </a:cubicBezTo>
                  <a:cubicBezTo>
                    <a:pt x="466" y="397"/>
                    <a:pt x="466" y="397"/>
                    <a:pt x="466" y="397"/>
                  </a:cubicBezTo>
                  <a:cubicBezTo>
                    <a:pt x="478" y="399"/>
                    <a:pt x="488" y="401"/>
                    <a:pt x="497" y="404"/>
                  </a:cubicBezTo>
                  <a:cubicBezTo>
                    <a:pt x="499" y="405"/>
                    <a:pt x="499" y="405"/>
                    <a:pt x="499" y="405"/>
                  </a:cubicBezTo>
                  <a:cubicBezTo>
                    <a:pt x="498" y="406"/>
                    <a:pt x="498" y="406"/>
                    <a:pt x="498" y="406"/>
                  </a:cubicBezTo>
                  <a:cubicBezTo>
                    <a:pt x="495" y="410"/>
                    <a:pt x="492" y="414"/>
                    <a:pt x="488" y="417"/>
                  </a:cubicBezTo>
                  <a:cubicBezTo>
                    <a:pt x="475" y="431"/>
                    <a:pt x="459" y="441"/>
                    <a:pt x="442" y="447"/>
                  </a:cubicBezTo>
                  <a:close/>
                  <a:moveTo>
                    <a:pt x="14" y="122"/>
                  </a:moveTo>
                  <a:cubicBezTo>
                    <a:pt x="14" y="39"/>
                    <a:pt x="14" y="39"/>
                    <a:pt x="14" y="39"/>
                  </a:cubicBezTo>
                  <a:cubicBezTo>
                    <a:pt x="14" y="26"/>
                    <a:pt x="25" y="15"/>
                    <a:pt x="38" y="15"/>
                  </a:cubicBezTo>
                  <a:cubicBezTo>
                    <a:pt x="411" y="15"/>
                    <a:pt x="411" y="15"/>
                    <a:pt x="411" y="15"/>
                  </a:cubicBezTo>
                  <a:cubicBezTo>
                    <a:pt x="424" y="15"/>
                    <a:pt x="435" y="26"/>
                    <a:pt x="435" y="39"/>
                  </a:cubicBezTo>
                  <a:cubicBezTo>
                    <a:pt x="435" y="122"/>
                    <a:pt x="435" y="122"/>
                    <a:pt x="435" y="122"/>
                  </a:cubicBezTo>
                  <a:cubicBezTo>
                    <a:pt x="435" y="135"/>
                    <a:pt x="424" y="145"/>
                    <a:pt x="411" y="145"/>
                  </a:cubicBezTo>
                  <a:cubicBezTo>
                    <a:pt x="38" y="145"/>
                    <a:pt x="38" y="145"/>
                    <a:pt x="38" y="145"/>
                  </a:cubicBezTo>
                  <a:cubicBezTo>
                    <a:pt x="25" y="145"/>
                    <a:pt x="14" y="135"/>
                    <a:pt x="14" y="122"/>
                  </a:cubicBezTo>
                  <a:close/>
                  <a:moveTo>
                    <a:pt x="14" y="267"/>
                  </a:moveTo>
                  <a:cubicBezTo>
                    <a:pt x="14" y="184"/>
                    <a:pt x="14" y="184"/>
                    <a:pt x="14" y="184"/>
                  </a:cubicBezTo>
                  <a:cubicBezTo>
                    <a:pt x="14" y="171"/>
                    <a:pt x="25" y="160"/>
                    <a:pt x="38" y="160"/>
                  </a:cubicBezTo>
                  <a:cubicBezTo>
                    <a:pt x="411" y="160"/>
                    <a:pt x="411" y="160"/>
                    <a:pt x="411" y="160"/>
                  </a:cubicBezTo>
                  <a:cubicBezTo>
                    <a:pt x="424" y="160"/>
                    <a:pt x="435" y="171"/>
                    <a:pt x="435" y="184"/>
                  </a:cubicBezTo>
                  <a:cubicBezTo>
                    <a:pt x="435" y="186"/>
                    <a:pt x="435" y="186"/>
                    <a:pt x="435" y="186"/>
                  </a:cubicBezTo>
                  <a:cubicBezTo>
                    <a:pt x="422" y="183"/>
                    <a:pt x="409" y="181"/>
                    <a:pt x="396" y="181"/>
                  </a:cubicBezTo>
                  <a:cubicBezTo>
                    <a:pt x="365" y="181"/>
                    <a:pt x="336" y="190"/>
                    <a:pt x="312" y="208"/>
                  </a:cubicBezTo>
                  <a:cubicBezTo>
                    <a:pt x="310" y="208"/>
                    <a:pt x="309" y="208"/>
                    <a:pt x="307" y="208"/>
                  </a:cubicBezTo>
                  <a:cubicBezTo>
                    <a:pt x="298" y="208"/>
                    <a:pt x="290" y="215"/>
                    <a:pt x="290" y="225"/>
                  </a:cubicBezTo>
                  <a:cubicBezTo>
                    <a:pt x="290" y="226"/>
                    <a:pt x="290" y="227"/>
                    <a:pt x="290" y="228"/>
                  </a:cubicBezTo>
                  <a:cubicBezTo>
                    <a:pt x="273" y="246"/>
                    <a:pt x="262" y="267"/>
                    <a:pt x="256" y="290"/>
                  </a:cubicBezTo>
                  <a:cubicBezTo>
                    <a:pt x="38" y="290"/>
                    <a:pt x="38" y="290"/>
                    <a:pt x="38" y="290"/>
                  </a:cubicBezTo>
                  <a:cubicBezTo>
                    <a:pt x="25" y="290"/>
                    <a:pt x="14" y="280"/>
                    <a:pt x="14" y="267"/>
                  </a:cubicBezTo>
                  <a:close/>
                  <a:moveTo>
                    <a:pt x="38" y="435"/>
                  </a:moveTo>
                  <a:cubicBezTo>
                    <a:pt x="25" y="435"/>
                    <a:pt x="14" y="425"/>
                    <a:pt x="14" y="412"/>
                  </a:cubicBezTo>
                  <a:cubicBezTo>
                    <a:pt x="14" y="329"/>
                    <a:pt x="14" y="329"/>
                    <a:pt x="14" y="329"/>
                  </a:cubicBezTo>
                  <a:cubicBezTo>
                    <a:pt x="14" y="316"/>
                    <a:pt x="25" y="305"/>
                    <a:pt x="38" y="305"/>
                  </a:cubicBezTo>
                  <a:cubicBezTo>
                    <a:pt x="253" y="305"/>
                    <a:pt x="253" y="305"/>
                    <a:pt x="253" y="305"/>
                  </a:cubicBezTo>
                  <a:cubicBezTo>
                    <a:pt x="252" y="312"/>
                    <a:pt x="252" y="318"/>
                    <a:pt x="252" y="325"/>
                  </a:cubicBezTo>
                  <a:cubicBezTo>
                    <a:pt x="252" y="364"/>
                    <a:pt x="267" y="400"/>
                    <a:pt x="294" y="427"/>
                  </a:cubicBezTo>
                  <a:cubicBezTo>
                    <a:pt x="297" y="430"/>
                    <a:pt x="300" y="433"/>
                    <a:pt x="303" y="435"/>
                  </a:cubicBezTo>
                  <a:lnTo>
                    <a:pt x="38" y="4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27" name="Google Shape;1115;p34"/>
          <p:cNvGrpSpPr/>
          <p:nvPr/>
        </p:nvGrpSpPr>
        <p:grpSpPr>
          <a:xfrm>
            <a:off x="2981155" y="496677"/>
            <a:ext cx="557350" cy="557350"/>
            <a:chOff x="4646613" y="541338"/>
            <a:chExt cx="365125" cy="365125"/>
          </a:xfrm>
          <a:solidFill>
            <a:schemeClr val="bg1">
              <a:lumMod val="75000"/>
            </a:schemeClr>
          </a:solidFill>
        </p:grpSpPr>
        <p:sp>
          <p:nvSpPr>
            <p:cNvPr id="428" name="Google Shape;1116;p34"/>
            <p:cNvSpPr/>
            <p:nvPr/>
          </p:nvSpPr>
          <p:spPr>
            <a:xfrm>
              <a:off x="4646613" y="541338"/>
              <a:ext cx="365125" cy="365125"/>
            </a:xfrm>
            <a:custGeom>
              <a:avLst/>
              <a:gdLst/>
              <a:ahLst/>
              <a:cxnLst/>
              <a:rect l="l" t="t" r="r" b="b"/>
              <a:pathLst>
                <a:path w="541" h="541" extrusionOk="0">
                  <a:moveTo>
                    <a:pt x="46" y="541"/>
                  </a:moveTo>
                  <a:cubicBezTo>
                    <a:pt x="21" y="541"/>
                    <a:pt x="0" y="520"/>
                    <a:pt x="0" y="495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82"/>
                    <a:pt x="6" y="369"/>
                    <a:pt x="16" y="360"/>
                  </a:cubicBezTo>
                  <a:cubicBezTo>
                    <a:pt x="19" y="358"/>
                    <a:pt x="19" y="358"/>
                    <a:pt x="19" y="358"/>
                  </a:cubicBezTo>
                  <a:cubicBezTo>
                    <a:pt x="16" y="355"/>
                    <a:pt x="16" y="355"/>
                    <a:pt x="16" y="355"/>
                  </a:cubicBezTo>
                  <a:cubicBezTo>
                    <a:pt x="6" y="346"/>
                    <a:pt x="0" y="333"/>
                    <a:pt x="0" y="320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08"/>
                    <a:pt x="6" y="195"/>
                    <a:pt x="16" y="186"/>
                  </a:cubicBezTo>
                  <a:cubicBezTo>
                    <a:pt x="19" y="183"/>
                    <a:pt x="19" y="183"/>
                    <a:pt x="19" y="183"/>
                  </a:cubicBezTo>
                  <a:cubicBezTo>
                    <a:pt x="16" y="181"/>
                    <a:pt x="16" y="181"/>
                    <a:pt x="16" y="181"/>
                  </a:cubicBezTo>
                  <a:cubicBezTo>
                    <a:pt x="6" y="172"/>
                    <a:pt x="0" y="159"/>
                    <a:pt x="0" y="1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1"/>
                    <a:pt x="21" y="0"/>
                    <a:pt x="46" y="0"/>
                  </a:cubicBezTo>
                  <a:cubicBezTo>
                    <a:pt x="495" y="0"/>
                    <a:pt x="495" y="0"/>
                    <a:pt x="495" y="0"/>
                  </a:cubicBezTo>
                  <a:cubicBezTo>
                    <a:pt x="520" y="0"/>
                    <a:pt x="541" y="21"/>
                    <a:pt x="541" y="46"/>
                  </a:cubicBezTo>
                  <a:cubicBezTo>
                    <a:pt x="541" y="146"/>
                    <a:pt x="541" y="146"/>
                    <a:pt x="541" y="146"/>
                  </a:cubicBezTo>
                  <a:cubicBezTo>
                    <a:pt x="541" y="159"/>
                    <a:pt x="535" y="172"/>
                    <a:pt x="525" y="181"/>
                  </a:cubicBezTo>
                  <a:cubicBezTo>
                    <a:pt x="522" y="183"/>
                    <a:pt x="522" y="183"/>
                    <a:pt x="522" y="183"/>
                  </a:cubicBezTo>
                  <a:cubicBezTo>
                    <a:pt x="525" y="186"/>
                    <a:pt x="525" y="186"/>
                    <a:pt x="525" y="186"/>
                  </a:cubicBezTo>
                  <a:cubicBezTo>
                    <a:pt x="535" y="195"/>
                    <a:pt x="541" y="208"/>
                    <a:pt x="541" y="221"/>
                  </a:cubicBezTo>
                  <a:cubicBezTo>
                    <a:pt x="541" y="320"/>
                    <a:pt x="541" y="320"/>
                    <a:pt x="541" y="320"/>
                  </a:cubicBezTo>
                  <a:cubicBezTo>
                    <a:pt x="541" y="333"/>
                    <a:pt x="535" y="346"/>
                    <a:pt x="525" y="355"/>
                  </a:cubicBezTo>
                  <a:cubicBezTo>
                    <a:pt x="522" y="358"/>
                    <a:pt x="522" y="358"/>
                    <a:pt x="522" y="358"/>
                  </a:cubicBezTo>
                  <a:cubicBezTo>
                    <a:pt x="525" y="360"/>
                    <a:pt x="525" y="360"/>
                    <a:pt x="525" y="360"/>
                  </a:cubicBezTo>
                  <a:cubicBezTo>
                    <a:pt x="535" y="369"/>
                    <a:pt x="541" y="382"/>
                    <a:pt x="541" y="395"/>
                  </a:cubicBezTo>
                  <a:cubicBezTo>
                    <a:pt x="541" y="495"/>
                    <a:pt x="541" y="495"/>
                    <a:pt x="541" y="495"/>
                  </a:cubicBezTo>
                  <a:cubicBezTo>
                    <a:pt x="541" y="520"/>
                    <a:pt x="520" y="541"/>
                    <a:pt x="495" y="541"/>
                  </a:cubicBezTo>
                  <a:lnTo>
                    <a:pt x="46" y="541"/>
                  </a:lnTo>
                  <a:close/>
                  <a:moveTo>
                    <a:pt x="46" y="366"/>
                  </a:moveTo>
                  <a:cubicBezTo>
                    <a:pt x="31" y="366"/>
                    <a:pt x="18" y="379"/>
                    <a:pt x="18" y="395"/>
                  </a:cubicBezTo>
                  <a:cubicBezTo>
                    <a:pt x="18" y="495"/>
                    <a:pt x="18" y="495"/>
                    <a:pt x="18" y="495"/>
                  </a:cubicBezTo>
                  <a:cubicBezTo>
                    <a:pt x="18" y="510"/>
                    <a:pt x="31" y="523"/>
                    <a:pt x="46" y="523"/>
                  </a:cubicBezTo>
                  <a:cubicBezTo>
                    <a:pt x="495" y="523"/>
                    <a:pt x="495" y="523"/>
                    <a:pt x="495" y="523"/>
                  </a:cubicBezTo>
                  <a:cubicBezTo>
                    <a:pt x="510" y="523"/>
                    <a:pt x="523" y="510"/>
                    <a:pt x="523" y="495"/>
                  </a:cubicBezTo>
                  <a:cubicBezTo>
                    <a:pt x="523" y="395"/>
                    <a:pt x="523" y="395"/>
                    <a:pt x="523" y="395"/>
                  </a:cubicBezTo>
                  <a:cubicBezTo>
                    <a:pt x="523" y="379"/>
                    <a:pt x="510" y="366"/>
                    <a:pt x="495" y="366"/>
                  </a:cubicBezTo>
                  <a:lnTo>
                    <a:pt x="46" y="366"/>
                  </a:lnTo>
                  <a:close/>
                  <a:moveTo>
                    <a:pt x="46" y="192"/>
                  </a:moveTo>
                  <a:cubicBezTo>
                    <a:pt x="31" y="192"/>
                    <a:pt x="18" y="205"/>
                    <a:pt x="18" y="221"/>
                  </a:cubicBezTo>
                  <a:cubicBezTo>
                    <a:pt x="18" y="320"/>
                    <a:pt x="18" y="320"/>
                    <a:pt x="18" y="320"/>
                  </a:cubicBezTo>
                  <a:cubicBezTo>
                    <a:pt x="18" y="336"/>
                    <a:pt x="31" y="349"/>
                    <a:pt x="46" y="349"/>
                  </a:cubicBezTo>
                  <a:cubicBezTo>
                    <a:pt x="495" y="349"/>
                    <a:pt x="495" y="349"/>
                    <a:pt x="495" y="349"/>
                  </a:cubicBezTo>
                  <a:cubicBezTo>
                    <a:pt x="510" y="349"/>
                    <a:pt x="523" y="336"/>
                    <a:pt x="523" y="320"/>
                  </a:cubicBezTo>
                  <a:cubicBezTo>
                    <a:pt x="523" y="221"/>
                    <a:pt x="523" y="221"/>
                    <a:pt x="523" y="221"/>
                  </a:cubicBezTo>
                  <a:cubicBezTo>
                    <a:pt x="523" y="205"/>
                    <a:pt x="510" y="192"/>
                    <a:pt x="495" y="192"/>
                  </a:cubicBezTo>
                  <a:lnTo>
                    <a:pt x="46" y="192"/>
                  </a:lnTo>
                  <a:close/>
                  <a:moveTo>
                    <a:pt x="46" y="18"/>
                  </a:moveTo>
                  <a:cubicBezTo>
                    <a:pt x="31" y="18"/>
                    <a:pt x="18" y="31"/>
                    <a:pt x="18" y="46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8" y="162"/>
                    <a:pt x="31" y="175"/>
                    <a:pt x="46" y="175"/>
                  </a:cubicBezTo>
                  <a:cubicBezTo>
                    <a:pt x="495" y="175"/>
                    <a:pt x="495" y="175"/>
                    <a:pt x="495" y="175"/>
                  </a:cubicBezTo>
                  <a:cubicBezTo>
                    <a:pt x="510" y="175"/>
                    <a:pt x="523" y="162"/>
                    <a:pt x="523" y="146"/>
                  </a:cubicBezTo>
                  <a:cubicBezTo>
                    <a:pt x="523" y="46"/>
                    <a:pt x="523" y="46"/>
                    <a:pt x="523" y="46"/>
                  </a:cubicBezTo>
                  <a:cubicBezTo>
                    <a:pt x="523" y="31"/>
                    <a:pt x="510" y="18"/>
                    <a:pt x="495" y="18"/>
                  </a:cubicBezTo>
                  <a:lnTo>
                    <a:pt x="46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9" name="Google Shape;1117;p34"/>
            <p:cNvSpPr/>
            <p:nvPr/>
          </p:nvSpPr>
          <p:spPr>
            <a:xfrm>
              <a:off x="4697413" y="574675"/>
              <a:ext cx="12700" cy="63500"/>
            </a:xfrm>
            <a:custGeom>
              <a:avLst/>
              <a:gdLst/>
              <a:ahLst/>
              <a:cxnLst/>
              <a:rect l="l" t="t" r="r" b="b"/>
              <a:pathLst>
                <a:path w="18" h="92" extrusionOk="0">
                  <a:moveTo>
                    <a:pt x="9" y="92"/>
                  </a:moveTo>
                  <a:cubicBezTo>
                    <a:pt x="4" y="92"/>
                    <a:pt x="0" y="88"/>
                    <a:pt x="0" y="8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18" y="88"/>
                    <a:pt x="14" y="92"/>
                    <a:pt x="9" y="9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0" name="Google Shape;1118;p34"/>
            <p:cNvSpPr/>
            <p:nvPr/>
          </p:nvSpPr>
          <p:spPr>
            <a:xfrm>
              <a:off x="4730750" y="574675"/>
              <a:ext cx="12700" cy="63500"/>
            </a:xfrm>
            <a:custGeom>
              <a:avLst/>
              <a:gdLst/>
              <a:ahLst/>
              <a:cxnLst/>
              <a:rect l="l" t="t" r="r" b="b"/>
              <a:pathLst>
                <a:path w="17" h="92" extrusionOk="0">
                  <a:moveTo>
                    <a:pt x="9" y="92"/>
                  </a:moveTo>
                  <a:cubicBezTo>
                    <a:pt x="4" y="92"/>
                    <a:pt x="0" y="88"/>
                    <a:pt x="0" y="8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7" y="88"/>
                    <a:pt x="13" y="92"/>
                    <a:pt x="9" y="9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1" name="Google Shape;1119;p34"/>
            <p:cNvSpPr/>
            <p:nvPr/>
          </p:nvSpPr>
          <p:spPr>
            <a:xfrm>
              <a:off x="4765675" y="574675"/>
              <a:ext cx="11113" cy="63500"/>
            </a:xfrm>
            <a:custGeom>
              <a:avLst/>
              <a:gdLst/>
              <a:ahLst/>
              <a:cxnLst/>
              <a:rect l="l" t="t" r="r" b="b"/>
              <a:pathLst>
                <a:path w="17" h="92" extrusionOk="0">
                  <a:moveTo>
                    <a:pt x="8" y="92"/>
                  </a:moveTo>
                  <a:cubicBezTo>
                    <a:pt x="4" y="92"/>
                    <a:pt x="0" y="88"/>
                    <a:pt x="0" y="8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7" y="88"/>
                    <a:pt x="13" y="92"/>
                    <a:pt x="8" y="9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2" name="Google Shape;1120;p34"/>
            <p:cNvSpPr/>
            <p:nvPr/>
          </p:nvSpPr>
          <p:spPr>
            <a:xfrm>
              <a:off x="4933950" y="592138"/>
              <a:ext cx="26988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3" name="Google Shape;1121;p34"/>
            <p:cNvSpPr/>
            <p:nvPr/>
          </p:nvSpPr>
          <p:spPr>
            <a:xfrm>
              <a:off x="4883150" y="592138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4" name="Google Shape;1122;p34"/>
            <p:cNvSpPr/>
            <p:nvPr/>
          </p:nvSpPr>
          <p:spPr>
            <a:xfrm>
              <a:off x="4697413" y="692150"/>
              <a:ext cx="12700" cy="63500"/>
            </a:xfrm>
            <a:custGeom>
              <a:avLst/>
              <a:gdLst/>
              <a:ahLst/>
              <a:cxnLst/>
              <a:rect l="l" t="t" r="r" b="b"/>
              <a:pathLst>
                <a:path w="18" h="93" extrusionOk="0">
                  <a:moveTo>
                    <a:pt x="9" y="93"/>
                  </a:moveTo>
                  <a:cubicBezTo>
                    <a:pt x="4" y="93"/>
                    <a:pt x="0" y="89"/>
                    <a:pt x="0" y="8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18" y="89"/>
                    <a:pt x="14" y="93"/>
                    <a:pt x="9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5" name="Google Shape;1123;p34"/>
            <p:cNvSpPr/>
            <p:nvPr/>
          </p:nvSpPr>
          <p:spPr>
            <a:xfrm>
              <a:off x="4730750" y="692150"/>
              <a:ext cx="12700" cy="63500"/>
            </a:xfrm>
            <a:custGeom>
              <a:avLst/>
              <a:gdLst/>
              <a:ahLst/>
              <a:cxnLst/>
              <a:rect l="l" t="t" r="r" b="b"/>
              <a:pathLst>
                <a:path w="17" h="93" extrusionOk="0">
                  <a:moveTo>
                    <a:pt x="9" y="93"/>
                  </a:moveTo>
                  <a:cubicBezTo>
                    <a:pt x="4" y="93"/>
                    <a:pt x="0" y="89"/>
                    <a:pt x="0" y="8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7" y="89"/>
                    <a:pt x="13" y="93"/>
                    <a:pt x="9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6" name="Google Shape;1124;p34"/>
            <p:cNvSpPr/>
            <p:nvPr/>
          </p:nvSpPr>
          <p:spPr>
            <a:xfrm>
              <a:off x="4765675" y="692150"/>
              <a:ext cx="11113" cy="63500"/>
            </a:xfrm>
            <a:custGeom>
              <a:avLst/>
              <a:gdLst/>
              <a:ahLst/>
              <a:cxnLst/>
              <a:rect l="l" t="t" r="r" b="b"/>
              <a:pathLst>
                <a:path w="17" h="93" extrusionOk="0">
                  <a:moveTo>
                    <a:pt x="8" y="93"/>
                  </a:moveTo>
                  <a:cubicBezTo>
                    <a:pt x="4" y="93"/>
                    <a:pt x="0" y="89"/>
                    <a:pt x="0" y="8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7" y="89"/>
                    <a:pt x="13" y="93"/>
                    <a:pt x="8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7" name="Google Shape;1125;p34"/>
            <p:cNvSpPr/>
            <p:nvPr/>
          </p:nvSpPr>
          <p:spPr>
            <a:xfrm>
              <a:off x="4933950" y="709613"/>
              <a:ext cx="26988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8" name="Google Shape;1126;p34"/>
            <p:cNvSpPr/>
            <p:nvPr/>
          </p:nvSpPr>
          <p:spPr>
            <a:xfrm>
              <a:off x="4883150" y="709613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9" name="Google Shape;1127;p34"/>
            <p:cNvSpPr/>
            <p:nvPr/>
          </p:nvSpPr>
          <p:spPr>
            <a:xfrm>
              <a:off x="4697413" y="811213"/>
              <a:ext cx="12700" cy="61912"/>
            </a:xfrm>
            <a:custGeom>
              <a:avLst/>
              <a:gdLst/>
              <a:ahLst/>
              <a:cxnLst/>
              <a:rect l="l" t="t" r="r" b="b"/>
              <a:pathLst>
                <a:path w="18" h="92" extrusionOk="0">
                  <a:moveTo>
                    <a:pt x="9" y="92"/>
                  </a:moveTo>
                  <a:cubicBezTo>
                    <a:pt x="4" y="92"/>
                    <a:pt x="0" y="88"/>
                    <a:pt x="0" y="8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8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88"/>
                    <a:pt x="14" y="92"/>
                    <a:pt x="9" y="9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0" name="Google Shape;1128;p34"/>
            <p:cNvSpPr/>
            <p:nvPr/>
          </p:nvSpPr>
          <p:spPr>
            <a:xfrm>
              <a:off x="4730750" y="811213"/>
              <a:ext cx="12700" cy="61912"/>
            </a:xfrm>
            <a:custGeom>
              <a:avLst/>
              <a:gdLst/>
              <a:ahLst/>
              <a:cxnLst/>
              <a:rect l="l" t="t" r="r" b="b"/>
              <a:pathLst>
                <a:path w="17" h="92" extrusionOk="0">
                  <a:moveTo>
                    <a:pt x="9" y="92"/>
                  </a:moveTo>
                  <a:cubicBezTo>
                    <a:pt x="4" y="92"/>
                    <a:pt x="0" y="88"/>
                    <a:pt x="0" y="8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7" y="88"/>
                    <a:pt x="13" y="92"/>
                    <a:pt x="9" y="9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1" name="Google Shape;1129;p34"/>
            <p:cNvSpPr/>
            <p:nvPr/>
          </p:nvSpPr>
          <p:spPr>
            <a:xfrm>
              <a:off x="4765675" y="811213"/>
              <a:ext cx="11113" cy="61912"/>
            </a:xfrm>
            <a:custGeom>
              <a:avLst/>
              <a:gdLst/>
              <a:ahLst/>
              <a:cxnLst/>
              <a:rect l="l" t="t" r="r" b="b"/>
              <a:pathLst>
                <a:path w="17" h="92" extrusionOk="0">
                  <a:moveTo>
                    <a:pt x="8" y="92"/>
                  </a:moveTo>
                  <a:cubicBezTo>
                    <a:pt x="4" y="92"/>
                    <a:pt x="0" y="88"/>
                    <a:pt x="0" y="8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7" y="88"/>
                    <a:pt x="13" y="92"/>
                    <a:pt x="8" y="9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2" name="Google Shape;1130;p34"/>
            <p:cNvSpPr/>
            <p:nvPr/>
          </p:nvSpPr>
          <p:spPr>
            <a:xfrm>
              <a:off x="4933950" y="828675"/>
              <a:ext cx="26988" cy="26987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3" name="Google Shape;1131;p34"/>
            <p:cNvSpPr/>
            <p:nvPr/>
          </p:nvSpPr>
          <p:spPr>
            <a:xfrm>
              <a:off x="4883150" y="828675"/>
              <a:ext cx="28575" cy="26987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44" name="Google Shape;1132;p34"/>
          <p:cNvGrpSpPr/>
          <p:nvPr/>
        </p:nvGrpSpPr>
        <p:grpSpPr>
          <a:xfrm>
            <a:off x="7854338" y="2846691"/>
            <a:ext cx="522288" cy="450850"/>
            <a:chOff x="4660900" y="3390900"/>
            <a:chExt cx="522288" cy="450850"/>
          </a:xfrm>
          <a:solidFill>
            <a:schemeClr val="bg1">
              <a:lumMod val="75000"/>
            </a:schemeClr>
          </a:solidFill>
        </p:grpSpPr>
        <p:sp>
          <p:nvSpPr>
            <p:cNvPr id="445" name="Google Shape;1133;p34"/>
            <p:cNvSpPr/>
            <p:nvPr/>
          </p:nvSpPr>
          <p:spPr>
            <a:xfrm>
              <a:off x="4660900" y="3390900"/>
              <a:ext cx="522288" cy="450850"/>
            </a:xfrm>
            <a:custGeom>
              <a:avLst/>
              <a:gdLst/>
              <a:ahLst/>
              <a:cxnLst/>
              <a:rect l="l" t="t" r="r" b="b"/>
              <a:pathLst>
                <a:path w="773" h="667" extrusionOk="0">
                  <a:moveTo>
                    <a:pt x="11" y="667"/>
                  </a:moveTo>
                  <a:cubicBezTo>
                    <a:pt x="5" y="667"/>
                    <a:pt x="0" y="661"/>
                    <a:pt x="0" y="65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1" y="0"/>
                  </a:cubicBezTo>
                  <a:cubicBezTo>
                    <a:pt x="386" y="0"/>
                    <a:pt x="386" y="0"/>
                    <a:pt x="386" y="0"/>
                  </a:cubicBezTo>
                  <a:cubicBezTo>
                    <a:pt x="393" y="0"/>
                    <a:pt x="398" y="6"/>
                    <a:pt x="398" y="12"/>
                  </a:cubicBezTo>
                  <a:cubicBezTo>
                    <a:pt x="398" y="213"/>
                    <a:pt x="398" y="213"/>
                    <a:pt x="398" y="213"/>
                  </a:cubicBezTo>
                  <a:cubicBezTo>
                    <a:pt x="762" y="215"/>
                    <a:pt x="762" y="215"/>
                    <a:pt x="762" y="215"/>
                  </a:cubicBezTo>
                  <a:cubicBezTo>
                    <a:pt x="768" y="215"/>
                    <a:pt x="773" y="220"/>
                    <a:pt x="773" y="226"/>
                  </a:cubicBezTo>
                  <a:cubicBezTo>
                    <a:pt x="773" y="655"/>
                    <a:pt x="773" y="655"/>
                    <a:pt x="773" y="655"/>
                  </a:cubicBezTo>
                  <a:cubicBezTo>
                    <a:pt x="773" y="661"/>
                    <a:pt x="768" y="667"/>
                    <a:pt x="762" y="667"/>
                  </a:cubicBezTo>
                  <a:lnTo>
                    <a:pt x="11" y="667"/>
                  </a:lnTo>
                  <a:close/>
                  <a:moveTo>
                    <a:pt x="398" y="642"/>
                  </a:moveTo>
                  <a:cubicBezTo>
                    <a:pt x="748" y="643"/>
                    <a:pt x="748" y="643"/>
                    <a:pt x="748" y="643"/>
                  </a:cubicBezTo>
                  <a:cubicBezTo>
                    <a:pt x="750" y="454"/>
                    <a:pt x="750" y="454"/>
                    <a:pt x="750" y="454"/>
                  </a:cubicBezTo>
                  <a:cubicBezTo>
                    <a:pt x="398" y="452"/>
                    <a:pt x="398" y="452"/>
                    <a:pt x="398" y="452"/>
                  </a:cubicBezTo>
                  <a:lnTo>
                    <a:pt x="398" y="642"/>
                  </a:lnTo>
                  <a:close/>
                  <a:moveTo>
                    <a:pt x="23" y="642"/>
                  </a:moveTo>
                  <a:cubicBezTo>
                    <a:pt x="373" y="643"/>
                    <a:pt x="373" y="643"/>
                    <a:pt x="373" y="643"/>
                  </a:cubicBezTo>
                  <a:cubicBezTo>
                    <a:pt x="375" y="454"/>
                    <a:pt x="375" y="454"/>
                    <a:pt x="375" y="454"/>
                  </a:cubicBezTo>
                  <a:cubicBezTo>
                    <a:pt x="23" y="452"/>
                    <a:pt x="23" y="452"/>
                    <a:pt x="23" y="452"/>
                  </a:cubicBezTo>
                  <a:lnTo>
                    <a:pt x="23" y="642"/>
                  </a:lnTo>
                  <a:close/>
                  <a:moveTo>
                    <a:pt x="398" y="427"/>
                  </a:moveTo>
                  <a:cubicBezTo>
                    <a:pt x="748" y="429"/>
                    <a:pt x="748" y="429"/>
                    <a:pt x="748" y="429"/>
                  </a:cubicBezTo>
                  <a:cubicBezTo>
                    <a:pt x="750" y="240"/>
                    <a:pt x="750" y="240"/>
                    <a:pt x="750" y="240"/>
                  </a:cubicBezTo>
                  <a:cubicBezTo>
                    <a:pt x="398" y="238"/>
                    <a:pt x="398" y="238"/>
                    <a:pt x="398" y="238"/>
                  </a:cubicBezTo>
                  <a:lnTo>
                    <a:pt x="398" y="427"/>
                  </a:lnTo>
                  <a:close/>
                  <a:moveTo>
                    <a:pt x="23" y="427"/>
                  </a:moveTo>
                  <a:cubicBezTo>
                    <a:pt x="373" y="429"/>
                    <a:pt x="373" y="429"/>
                    <a:pt x="373" y="429"/>
                  </a:cubicBezTo>
                  <a:cubicBezTo>
                    <a:pt x="375" y="240"/>
                    <a:pt x="375" y="240"/>
                    <a:pt x="375" y="240"/>
                  </a:cubicBezTo>
                  <a:cubicBezTo>
                    <a:pt x="23" y="238"/>
                    <a:pt x="23" y="238"/>
                    <a:pt x="23" y="238"/>
                  </a:cubicBezTo>
                  <a:lnTo>
                    <a:pt x="23" y="427"/>
                  </a:lnTo>
                  <a:close/>
                  <a:moveTo>
                    <a:pt x="23" y="213"/>
                  </a:moveTo>
                  <a:cubicBezTo>
                    <a:pt x="373" y="215"/>
                    <a:pt x="373" y="215"/>
                    <a:pt x="373" y="215"/>
                  </a:cubicBezTo>
                  <a:cubicBezTo>
                    <a:pt x="375" y="25"/>
                    <a:pt x="375" y="25"/>
                    <a:pt x="375" y="25"/>
                  </a:cubicBezTo>
                  <a:cubicBezTo>
                    <a:pt x="23" y="24"/>
                    <a:pt x="23" y="24"/>
                    <a:pt x="23" y="24"/>
                  </a:cubicBezTo>
                  <a:lnTo>
                    <a:pt x="23" y="2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6" name="Google Shape;1134;p34"/>
            <p:cNvSpPr/>
            <p:nvPr/>
          </p:nvSpPr>
          <p:spPr>
            <a:xfrm>
              <a:off x="4813300" y="3708400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4" h="157" extrusionOk="0">
                  <a:moveTo>
                    <a:pt x="12" y="157"/>
                  </a:moveTo>
                  <a:cubicBezTo>
                    <a:pt x="6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18" y="0"/>
                    <a:pt x="24" y="6"/>
                    <a:pt x="24" y="12"/>
                  </a:cubicBezTo>
                  <a:cubicBezTo>
                    <a:pt x="24" y="146"/>
                    <a:pt x="24" y="146"/>
                    <a:pt x="24" y="146"/>
                  </a:cubicBezTo>
                  <a:cubicBezTo>
                    <a:pt x="24" y="152"/>
                    <a:pt x="18" y="157"/>
                    <a:pt x="12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7" name="Google Shape;1135;p34"/>
            <p:cNvSpPr/>
            <p:nvPr/>
          </p:nvSpPr>
          <p:spPr>
            <a:xfrm>
              <a:off x="4868863" y="3708400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1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1" y="0"/>
                  </a:cubicBezTo>
                  <a:cubicBezTo>
                    <a:pt x="18" y="0"/>
                    <a:pt x="23" y="6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1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8" name="Google Shape;1136;p34"/>
            <p:cNvSpPr/>
            <p:nvPr/>
          </p:nvSpPr>
          <p:spPr>
            <a:xfrm>
              <a:off x="4705350" y="3708400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1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1" y="0"/>
                  </a:cubicBezTo>
                  <a:cubicBezTo>
                    <a:pt x="18" y="0"/>
                    <a:pt x="23" y="6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1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9" name="Google Shape;1137;p34"/>
            <p:cNvSpPr/>
            <p:nvPr/>
          </p:nvSpPr>
          <p:spPr>
            <a:xfrm>
              <a:off x="4759325" y="3708400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2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8" y="0"/>
                    <a:pt x="23" y="6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2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0" name="Google Shape;1138;p34"/>
            <p:cNvSpPr/>
            <p:nvPr/>
          </p:nvSpPr>
          <p:spPr>
            <a:xfrm>
              <a:off x="5067300" y="3708400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1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1" y="0"/>
                  </a:cubicBezTo>
                  <a:cubicBezTo>
                    <a:pt x="18" y="0"/>
                    <a:pt x="23" y="6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1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1" name="Google Shape;1139;p34"/>
            <p:cNvSpPr/>
            <p:nvPr/>
          </p:nvSpPr>
          <p:spPr>
            <a:xfrm>
              <a:off x="5121275" y="3708400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2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8" y="0"/>
                    <a:pt x="23" y="6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2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2" name="Google Shape;1140;p34"/>
            <p:cNvSpPr/>
            <p:nvPr/>
          </p:nvSpPr>
          <p:spPr>
            <a:xfrm>
              <a:off x="4959350" y="3708400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1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1" y="0"/>
                  </a:cubicBezTo>
                  <a:cubicBezTo>
                    <a:pt x="18" y="0"/>
                    <a:pt x="23" y="6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1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3" name="Google Shape;1141;p34"/>
            <p:cNvSpPr/>
            <p:nvPr/>
          </p:nvSpPr>
          <p:spPr>
            <a:xfrm>
              <a:off x="5013325" y="3708400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2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8" y="0"/>
                    <a:pt x="23" y="6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2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4" name="Google Shape;1142;p34"/>
            <p:cNvSpPr/>
            <p:nvPr/>
          </p:nvSpPr>
          <p:spPr>
            <a:xfrm>
              <a:off x="5067300" y="3563938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1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1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5" name="Google Shape;1143;p34"/>
            <p:cNvSpPr/>
            <p:nvPr/>
          </p:nvSpPr>
          <p:spPr>
            <a:xfrm>
              <a:off x="5121275" y="3563938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2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2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6" name="Google Shape;1144;p34"/>
            <p:cNvSpPr/>
            <p:nvPr/>
          </p:nvSpPr>
          <p:spPr>
            <a:xfrm>
              <a:off x="4959350" y="3563938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1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1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7" name="Google Shape;1145;p34"/>
            <p:cNvSpPr/>
            <p:nvPr/>
          </p:nvSpPr>
          <p:spPr>
            <a:xfrm>
              <a:off x="5013325" y="3563938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2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2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8" name="Google Shape;1146;p34"/>
            <p:cNvSpPr/>
            <p:nvPr/>
          </p:nvSpPr>
          <p:spPr>
            <a:xfrm>
              <a:off x="4813300" y="3563938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4" h="157" extrusionOk="0">
                  <a:moveTo>
                    <a:pt x="12" y="157"/>
                  </a:moveTo>
                  <a:cubicBezTo>
                    <a:pt x="6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46"/>
                    <a:pt x="24" y="146"/>
                    <a:pt x="24" y="146"/>
                  </a:cubicBezTo>
                  <a:cubicBezTo>
                    <a:pt x="24" y="152"/>
                    <a:pt x="18" y="157"/>
                    <a:pt x="12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9" name="Google Shape;1147;p34"/>
            <p:cNvSpPr/>
            <p:nvPr/>
          </p:nvSpPr>
          <p:spPr>
            <a:xfrm>
              <a:off x="4868863" y="3563938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1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1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0" name="Google Shape;1148;p34"/>
            <p:cNvSpPr/>
            <p:nvPr/>
          </p:nvSpPr>
          <p:spPr>
            <a:xfrm>
              <a:off x="4705350" y="3563938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1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1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1" name="Google Shape;1149;p34"/>
            <p:cNvSpPr/>
            <p:nvPr/>
          </p:nvSpPr>
          <p:spPr>
            <a:xfrm>
              <a:off x="4759325" y="3563938"/>
              <a:ext cx="15875" cy="106362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2" y="157"/>
                  </a:moveTo>
                  <a:cubicBezTo>
                    <a:pt x="5" y="157"/>
                    <a:pt x="0" y="152"/>
                    <a:pt x="0" y="14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46"/>
                    <a:pt x="23" y="146"/>
                    <a:pt x="23" y="146"/>
                  </a:cubicBezTo>
                  <a:cubicBezTo>
                    <a:pt x="23" y="152"/>
                    <a:pt x="18" y="157"/>
                    <a:pt x="12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2" name="Google Shape;1150;p34"/>
            <p:cNvSpPr/>
            <p:nvPr/>
          </p:nvSpPr>
          <p:spPr>
            <a:xfrm>
              <a:off x="4813300" y="3419475"/>
              <a:ext cx="15875" cy="104775"/>
            </a:xfrm>
            <a:custGeom>
              <a:avLst/>
              <a:gdLst/>
              <a:ahLst/>
              <a:cxnLst/>
              <a:rect l="l" t="t" r="r" b="b"/>
              <a:pathLst>
                <a:path w="24" h="157" extrusionOk="0">
                  <a:moveTo>
                    <a:pt x="12" y="157"/>
                  </a:moveTo>
                  <a:cubicBezTo>
                    <a:pt x="6" y="157"/>
                    <a:pt x="0" y="152"/>
                    <a:pt x="0" y="14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1"/>
                  </a:cubicBezTo>
                  <a:cubicBezTo>
                    <a:pt x="24" y="145"/>
                    <a:pt x="24" y="145"/>
                    <a:pt x="24" y="145"/>
                  </a:cubicBezTo>
                  <a:cubicBezTo>
                    <a:pt x="24" y="152"/>
                    <a:pt x="18" y="157"/>
                    <a:pt x="12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3" name="Google Shape;1151;p34"/>
            <p:cNvSpPr/>
            <p:nvPr/>
          </p:nvSpPr>
          <p:spPr>
            <a:xfrm>
              <a:off x="4868863" y="3419475"/>
              <a:ext cx="15875" cy="104775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1" y="157"/>
                  </a:moveTo>
                  <a:cubicBezTo>
                    <a:pt x="5" y="157"/>
                    <a:pt x="0" y="152"/>
                    <a:pt x="0" y="14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" y="0"/>
                    <a:pt x="23" y="5"/>
                    <a:pt x="23" y="11"/>
                  </a:cubicBezTo>
                  <a:cubicBezTo>
                    <a:pt x="23" y="145"/>
                    <a:pt x="23" y="145"/>
                    <a:pt x="23" y="145"/>
                  </a:cubicBezTo>
                  <a:cubicBezTo>
                    <a:pt x="23" y="152"/>
                    <a:pt x="18" y="157"/>
                    <a:pt x="11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4" name="Google Shape;1152;p34"/>
            <p:cNvSpPr/>
            <p:nvPr/>
          </p:nvSpPr>
          <p:spPr>
            <a:xfrm>
              <a:off x="4705350" y="3419475"/>
              <a:ext cx="15875" cy="104775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1" y="157"/>
                  </a:moveTo>
                  <a:cubicBezTo>
                    <a:pt x="5" y="157"/>
                    <a:pt x="0" y="152"/>
                    <a:pt x="0" y="14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" y="0"/>
                    <a:pt x="23" y="5"/>
                    <a:pt x="23" y="11"/>
                  </a:cubicBezTo>
                  <a:cubicBezTo>
                    <a:pt x="23" y="145"/>
                    <a:pt x="23" y="145"/>
                    <a:pt x="23" y="145"/>
                  </a:cubicBezTo>
                  <a:cubicBezTo>
                    <a:pt x="23" y="152"/>
                    <a:pt x="18" y="157"/>
                    <a:pt x="11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5" name="Google Shape;1153;p34"/>
            <p:cNvSpPr/>
            <p:nvPr/>
          </p:nvSpPr>
          <p:spPr>
            <a:xfrm>
              <a:off x="4759325" y="3419475"/>
              <a:ext cx="15875" cy="104775"/>
            </a:xfrm>
            <a:custGeom>
              <a:avLst/>
              <a:gdLst/>
              <a:ahLst/>
              <a:cxnLst/>
              <a:rect l="l" t="t" r="r" b="b"/>
              <a:pathLst>
                <a:path w="23" h="157" extrusionOk="0">
                  <a:moveTo>
                    <a:pt x="12" y="157"/>
                  </a:moveTo>
                  <a:cubicBezTo>
                    <a:pt x="5" y="157"/>
                    <a:pt x="0" y="152"/>
                    <a:pt x="0" y="14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1"/>
                  </a:cubicBezTo>
                  <a:cubicBezTo>
                    <a:pt x="23" y="145"/>
                    <a:pt x="23" y="145"/>
                    <a:pt x="23" y="145"/>
                  </a:cubicBezTo>
                  <a:cubicBezTo>
                    <a:pt x="23" y="152"/>
                    <a:pt x="18" y="157"/>
                    <a:pt x="12" y="1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6" name="Google Shape;1154;p34"/>
          <p:cNvSpPr/>
          <p:nvPr/>
        </p:nvSpPr>
        <p:spPr>
          <a:xfrm>
            <a:off x="7889324" y="2098068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640" h="639" extrusionOk="0">
                <a:moveTo>
                  <a:pt x="628" y="0"/>
                </a:moveTo>
                <a:cubicBezTo>
                  <a:pt x="443" y="0"/>
                  <a:pt x="443" y="0"/>
                  <a:pt x="443" y="0"/>
                </a:cubicBezTo>
                <a:cubicBezTo>
                  <a:pt x="437" y="0"/>
                  <a:pt x="432" y="5"/>
                  <a:pt x="432" y="12"/>
                </a:cubicBezTo>
                <a:cubicBezTo>
                  <a:pt x="432" y="18"/>
                  <a:pt x="437" y="23"/>
                  <a:pt x="443" y="23"/>
                </a:cubicBezTo>
                <a:cubicBezTo>
                  <a:pt x="494" y="23"/>
                  <a:pt x="494" y="23"/>
                  <a:pt x="494" y="23"/>
                </a:cubicBezTo>
                <a:cubicBezTo>
                  <a:pt x="494" y="123"/>
                  <a:pt x="494" y="123"/>
                  <a:pt x="494" y="123"/>
                </a:cubicBezTo>
                <a:cubicBezTo>
                  <a:pt x="270" y="123"/>
                  <a:pt x="270" y="123"/>
                  <a:pt x="270" y="123"/>
                </a:cubicBezTo>
                <a:cubicBezTo>
                  <a:pt x="270" y="23"/>
                  <a:pt x="270" y="23"/>
                  <a:pt x="270" y="23"/>
                </a:cubicBezTo>
                <a:cubicBezTo>
                  <a:pt x="405" y="23"/>
                  <a:pt x="405" y="23"/>
                  <a:pt x="405" y="23"/>
                </a:cubicBezTo>
                <a:cubicBezTo>
                  <a:pt x="411" y="23"/>
                  <a:pt x="416" y="18"/>
                  <a:pt x="416" y="12"/>
                </a:cubicBezTo>
                <a:cubicBezTo>
                  <a:pt x="416" y="5"/>
                  <a:pt x="411" y="0"/>
                  <a:pt x="405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" y="0"/>
                  <a:pt x="0" y="5"/>
                  <a:pt x="0" y="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258"/>
                  <a:pt x="0" y="258"/>
                  <a:pt x="0" y="258"/>
                </a:cubicBezTo>
                <a:cubicBezTo>
                  <a:pt x="0" y="381"/>
                  <a:pt x="0" y="381"/>
                  <a:pt x="0" y="381"/>
                </a:cubicBezTo>
                <a:cubicBezTo>
                  <a:pt x="0" y="504"/>
                  <a:pt x="0" y="504"/>
                  <a:pt x="0" y="504"/>
                </a:cubicBezTo>
                <a:cubicBezTo>
                  <a:pt x="0" y="628"/>
                  <a:pt x="0" y="628"/>
                  <a:pt x="0" y="628"/>
                </a:cubicBezTo>
                <a:cubicBezTo>
                  <a:pt x="0" y="634"/>
                  <a:pt x="6" y="639"/>
                  <a:pt x="12" y="639"/>
                </a:cubicBezTo>
                <a:cubicBezTo>
                  <a:pt x="628" y="639"/>
                  <a:pt x="628" y="639"/>
                  <a:pt x="628" y="639"/>
                </a:cubicBezTo>
                <a:cubicBezTo>
                  <a:pt x="634" y="639"/>
                  <a:pt x="640" y="634"/>
                  <a:pt x="640" y="628"/>
                </a:cubicBezTo>
                <a:cubicBezTo>
                  <a:pt x="640" y="12"/>
                  <a:pt x="640" y="12"/>
                  <a:pt x="640" y="12"/>
                </a:cubicBezTo>
                <a:cubicBezTo>
                  <a:pt x="640" y="5"/>
                  <a:pt x="634" y="0"/>
                  <a:pt x="628" y="0"/>
                </a:cubicBezTo>
                <a:close/>
                <a:moveTo>
                  <a:pt x="393" y="146"/>
                </a:moveTo>
                <a:cubicBezTo>
                  <a:pt x="616" y="146"/>
                  <a:pt x="616" y="146"/>
                  <a:pt x="616" y="146"/>
                </a:cubicBezTo>
                <a:cubicBezTo>
                  <a:pt x="616" y="246"/>
                  <a:pt x="616" y="246"/>
                  <a:pt x="616" y="246"/>
                </a:cubicBezTo>
                <a:cubicBezTo>
                  <a:pt x="466" y="246"/>
                  <a:pt x="466" y="246"/>
                  <a:pt x="466" y="246"/>
                </a:cubicBezTo>
                <a:cubicBezTo>
                  <a:pt x="460" y="246"/>
                  <a:pt x="455" y="252"/>
                  <a:pt x="455" y="258"/>
                </a:cubicBezTo>
                <a:cubicBezTo>
                  <a:pt x="455" y="264"/>
                  <a:pt x="460" y="270"/>
                  <a:pt x="466" y="270"/>
                </a:cubicBezTo>
                <a:cubicBezTo>
                  <a:pt x="494" y="270"/>
                  <a:pt x="494" y="270"/>
                  <a:pt x="494" y="270"/>
                </a:cubicBezTo>
                <a:cubicBezTo>
                  <a:pt x="494" y="370"/>
                  <a:pt x="494" y="370"/>
                  <a:pt x="494" y="370"/>
                </a:cubicBezTo>
                <a:cubicBezTo>
                  <a:pt x="270" y="370"/>
                  <a:pt x="270" y="370"/>
                  <a:pt x="270" y="370"/>
                </a:cubicBezTo>
                <a:cubicBezTo>
                  <a:pt x="270" y="270"/>
                  <a:pt x="270" y="270"/>
                  <a:pt x="270" y="270"/>
                </a:cubicBezTo>
                <a:cubicBezTo>
                  <a:pt x="428" y="270"/>
                  <a:pt x="428" y="270"/>
                  <a:pt x="428" y="270"/>
                </a:cubicBezTo>
                <a:cubicBezTo>
                  <a:pt x="434" y="270"/>
                  <a:pt x="439" y="264"/>
                  <a:pt x="439" y="258"/>
                </a:cubicBezTo>
                <a:cubicBezTo>
                  <a:pt x="439" y="252"/>
                  <a:pt x="434" y="246"/>
                  <a:pt x="428" y="246"/>
                </a:cubicBezTo>
                <a:cubicBezTo>
                  <a:pt x="393" y="246"/>
                  <a:pt x="393" y="246"/>
                  <a:pt x="393" y="246"/>
                </a:cubicBezTo>
                <a:lnTo>
                  <a:pt x="393" y="146"/>
                </a:lnTo>
                <a:close/>
                <a:moveTo>
                  <a:pt x="616" y="393"/>
                </a:moveTo>
                <a:cubicBezTo>
                  <a:pt x="616" y="493"/>
                  <a:pt x="616" y="493"/>
                  <a:pt x="616" y="493"/>
                </a:cubicBezTo>
                <a:cubicBezTo>
                  <a:pt x="393" y="493"/>
                  <a:pt x="393" y="493"/>
                  <a:pt x="393" y="493"/>
                </a:cubicBezTo>
                <a:cubicBezTo>
                  <a:pt x="393" y="393"/>
                  <a:pt x="393" y="393"/>
                  <a:pt x="393" y="393"/>
                </a:cubicBezTo>
                <a:lnTo>
                  <a:pt x="616" y="393"/>
                </a:lnTo>
                <a:close/>
                <a:moveTo>
                  <a:pt x="369" y="146"/>
                </a:moveTo>
                <a:cubicBezTo>
                  <a:pt x="369" y="246"/>
                  <a:pt x="369" y="246"/>
                  <a:pt x="369" y="246"/>
                </a:cubicBezTo>
                <a:cubicBezTo>
                  <a:pt x="146" y="246"/>
                  <a:pt x="146" y="246"/>
                  <a:pt x="146" y="246"/>
                </a:cubicBezTo>
                <a:cubicBezTo>
                  <a:pt x="146" y="146"/>
                  <a:pt x="146" y="146"/>
                  <a:pt x="146" y="146"/>
                </a:cubicBezTo>
                <a:lnTo>
                  <a:pt x="369" y="146"/>
                </a:lnTo>
                <a:close/>
                <a:moveTo>
                  <a:pt x="23" y="23"/>
                </a:moveTo>
                <a:cubicBezTo>
                  <a:pt x="247" y="23"/>
                  <a:pt x="247" y="23"/>
                  <a:pt x="247" y="23"/>
                </a:cubicBezTo>
                <a:cubicBezTo>
                  <a:pt x="247" y="123"/>
                  <a:pt x="247" y="123"/>
                  <a:pt x="247" y="123"/>
                </a:cubicBezTo>
                <a:cubicBezTo>
                  <a:pt x="23" y="123"/>
                  <a:pt x="23" y="123"/>
                  <a:pt x="23" y="123"/>
                </a:cubicBezTo>
                <a:lnTo>
                  <a:pt x="23" y="23"/>
                </a:lnTo>
                <a:close/>
                <a:moveTo>
                  <a:pt x="23" y="146"/>
                </a:moveTo>
                <a:cubicBezTo>
                  <a:pt x="123" y="146"/>
                  <a:pt x="123" y="146"/>
                  <a:pt x="123" y="146"/>
                </a:cubicBezTo>
                <a:cubicBezTo>
                  <a:pt x="123" y="246"/>
                  <a:pt x="123" y="246"/>
                  <a:pt x="123" y="246"/>
                </a:cubicBezTo>
                <a:cubicBezTo>
                  <a:pt x="23" y="246"/>
                  <a:pt x="23" y="246"/>
                  <a:pt x="23" y="246"/>
                </a:cubicBezTo>
                <a:lnTo>
                  <a:pt x="23" y="146"/>
                </a:lnTo>
                <a:close/>
                <a:moveTo>
                  <a:pt x="23" y="270"/>
                </a:moveTo>
                <a:cubicBezTo>
                  <a:pt x="247" y="270"/>
                  <a:pt x="247" y="270"/>
                  <a:pt x="247" y="270"/>
                </a:cubicBezTo>
                <a:cubicBezTo>
                  <a:pt x="247" y="370"/>
                  <a:pt x="247" y="370"/>
                  <a:pt x="247" y="370"/>
                </a:cubicBezTo>
                <a:cubicBezTo>
                  <a:pt x="23" y="370"/>
                  <a:pt x="23" y="370"/>
                  <a:pt x="23" y="370"/>
                </a:cubicBezTo>
                <a:lnTo>
                  <a:pt x="23" y="270"/>
                </a:lnTo>
                <a:close/>
                <a:moveTo>
                  <a:pt x="23" y="393"/>
                </a:moveTo>
                <a:cubicBezTo>
                  <a:pt x="123" y="393"/>
                  <a:pt x="123" y="393"/>
                  <a:pt x="123" y="393"/>
                </a:cubicBezTo>
                <a:cubicBezTo>
                  <a:pt x="123" y="493"/>
                  <a:pt x="123" y="493"/>
                  <a:pt x="123" y="493"/>
                </a:cubicBezTo>
                <a:cubicBezTo>
                  <a:pt x="23" y="493"/>
                  <a:pt x="23" y="493"/>
                  <a:pt x="23" y="493"/>
                </a:cubicBezTo>
                <a:lnTo>
                  <a:pt x="23" y="393"/>
                </a:lnTo>
                <a:close/>
                <a:moveTo>
                  <a:pt x="247" y="616"/>
                </a:moveTo>
                <a:cubicBezTo>
                  <a:pt x="23" y="616"/>
                  <a:pt x="23" y="616"/>
                  <a:pt x="23" y="616"/>
                </a:cubicBezTo>
                <a:cubicBezTo>
                  <a:pt x="23" y="516"/>
                  <a:pt x="23" y="516"/>
                  <a:pt x="23" y="516"/>
                </a:cubicBezTo>
                <a:cubicBezTo>
                  <a:pt x="190" y="516"/>
                  <a:pt x="190" y="516"/>
                  <a:pt x="190" y="516"/>
                </a:cubicBezTo>
                <a:cubicBezTo>
                  <a:pt x="197" y="516"/>
                  <a:pt x="202" y="511"/>
                  <a:pt x="202" y="504"/>
                </a:cubicBezTo>
                <a:cubicBezTo>
                  <a:pt x="202" y="498"/>
                  <a:pt x="197" y="493"/>
                  <a:pt x="190" y="493"/>
                </a:cubicBezTo>
                <a:cubicBezTo>
                  <a:pt x="146" y="493"/>
                  <a:pt x="146" y="493"/>
                  <a:pt x="146" y="493"/>
                </a:cubicBezTo>
                <a:cubicBezTo>
                  <a:pt x="146" y="393"/>
                  <a:pt x="146" y="393"/>
                  <a:pt x="146" y="393"/>
                </a:cubicBezTo>
                <a:cubicBezTo>
                  <a:pt x="369" y="393"/>
                  <a:pt x="369" y="393"/>
                  <a:pt x="369" y="393"/>
                </a:cubicBezTo>
                <a:cubicBezTo>
                  <a:pt x="369" y="493"/>
                  <a:pt x="369" y="493"/>
                  <a:pt x="369" y="493"/>
                </a:cubicBezTo>
                <a:cubicBezTo>
                  <a:pt x="229" y="493"/>
                  <a:pt x="229" y="493"/>
                  <a:pt x="229" y="493"/>
                </a:cubicBezTo>
                <a:cubicBezTo>
                  <a:pt x="223" y="493"/>
                  <a:pt x="217" y="498"/>
                  <a:pt x="217" y="504"/>
                </a:cubicBezTo>
                <a:cubicBezTo>
                  <a:pt x="217" y="511"/>
                  <a:pt x="223" y="516"/>
                  <a:pt x="229" y="516"/>
                </a:cubicBezTo>
                <a:cubicBezTo>
                  <a:pt x="247" y="516"/>
                  <a:pt x="247" y="516"/>
                  <a:pt x="247" y="516"/>
                </a:cubicBezTo>
                <a:cubicBezTo>
                  <a:pt x="247" y="616"/>
                  <a:pt x="247" y="616"/>
                  <a:pt x="247" y="616"/>
                </a:cubicBezTo>
                <a:close/>
                <a:moveTo>
                  <a:pt x="494" y="616"/>
                </a:moveTo>
                <a:cubicBezTo>
                  <a:pt x="270" y="616"/>
                  <a:pt x="270" y="616"/>
                  <a:pt x="270" y="616"/>
                </a:cubicBezTo>
                <a:cubicBezTo>
                  <a:pt x="270" y="516"/>
                  <a:pt x="270" y="516"/>
                  <a:pt x="270" y="516"/>
                </a:cubicBezTo>
                <a:cubicBezTo>
                  <a:pt x="494" y="516"/>
                  <a:pt x="494" y="516"/>
                  <a:pt x="494" y="516"/>
                </a:cubicBezTo>
                <a:lnTo>
                  <a:pt x="494" y="616"/>
                </a:lnTo>
                <a:close/>
                <a:moveTo>
                  <a:pt x="616" y="616"/>
                </a:moveTo>
                <a:cubicBezTo>
                  <a:pt x="517" y="616"/>
                  <a:pt x="517" y="616"/>
                  <a:pt x="517" y="616"/>
                </a:cubicBezTo>
                <a:cubicBezTo>
                  <a:pt x="517" y="516"/>
                  <a:pt x="517" y="516"/>
                  <a:pt x="517" y="516"/>
                </a:cubicBezTo>
                <a:cubicBezTo>
                  <a:pt x="616" y="516"/>
                  <a:pt x="616" y="516"/>
                  <a:pt x="616" y="516"/>
                </a:cubicBezTo>
                <a:lnTo>
                  <a:pt x="616" y="616"/>
                </a:lnTo>
                <a:close/>
                <a:moveTo>
                  <a:pt x="616" y="370"/>
                </a:moveTo>
                <a:cubicBezTo>
                  <a:pt x="517" y="370"/>
                  <a:pt x="517" y="370"/>
                  <a:pt x="517" y="370"/>
                </a:cubicBezTo>
                <a:cubicBezTo>
                  <a:pt x="517" y="270"/>
                  <a:pt x="517" y="270"/>
                  <a:pt x="517" y="270"/>
                </a:cubicBezTo>
                <a:cubicBezTo>
                  <a:pt x="616" y="270"/>
                  <a:pt x="616" y="270"/>
                  <a:pt x="616" y="270"/>
                </a:cubicBezTo>
                <a:lnTo>
                  <a:pt x="616" y="370"/>
                </a:lnTo>
                <a:close/>
                <a:moveTo>
                  <a:pt x="616" y="123"/>
                </a:moveTo>
                <a:cubicBezTo>
                  <a:pt x="517" y="123"/>
                  <a:pt x="517" y="123"/>
                  <a:pt x="517" y="123"/>
                </a:cubicBezTo>
                <a:cubicBezTo>
                  <a:pt x="517" y="23"/>
                  <a:pt x="517" y="23"/>
                  <a:pt x="517" y="23"/>
                </a:cubicBezTo>
                <a:cubicBezTo>
                  <a:pt x="616" y="23"/>
                  <a:pt x="616" y="23"/>
                  <a:pt x="616" y="23"/>
                </a:cubicBezTo>
                <a:lnTo>
                  <a:pt x="616" y="12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67" name="Google Shape;1155;p34"/>
          <p:cNvGrpSpPr/>
          <p:nvPr/>
        </p:nvGrpSpPr>
        <p:grpSpPr>
          <a:xfrm>
            <a:off x="4726781" y="5905460"/>
            <a:ext cx="373063" cy="363537"/>
            <a:chOff x="5221288" y="3765550"/>
            <a:chExt cx="373063" cy="363537"/>
          </a:xfrm>
          <a:solidFill>
            <a:schemeClr val="bg1">
              <a:lumMod val="75000"/>
            </a:schemeClr>
          </a:solidFill>
        </p:grpSpPr>
        <p:sp>
          <p:nvSpPr>
            <p:cNvPr id="468" name="Google Shape;1156;p34"/>
            <p:cNvSpPr/>
            <p:nvPr/>
          </p:nvSpPr>
          <p:spPr>
            <a:xfrm>
              <a:off x="5246688" y="3765550"/>
              <a:ext cx="198438" cy="363537"/>
            </a:xfrm>
            <a:custGeom>
              <a:avLst/>
              <a:gdLst/>
              <a:ahLst/>
              <a:cxnLst/>
              <a:rect l="l" t="t" r="r" b="b"/>
              <a:pathLst>
                <a:path w="292" h="538" extrusionOk="0">
                  <a:moveTo>
                    <a:pt x="218" y="198"/>
                  </a:moveTo>
                  <a:cubicBezTo>
                    <a:pt x="218" y="102"/>
                    <a:pt x="218" y="102"/>
                    <a:pt x="218" y="102"/>
                  </a:cubicBezTo>
                  <a:cubicBezTo>
                    <a:pt x="241" y="97"/>
                    <a:pt x="257" y="76"/>
                    <a:pt x="257" y="52"/>
                  </a:cubicBezTo>
                  <a:cubicBezTo>
                    <a:pt x="257" y="23"/>
                    <a:pt x="234" y="0"/>
                    <a:pt x="205" y="0"/>
                  </a:cubicBezTo>
                  <a:cubicBezTo>
                    <a:pt x="177" y="0"/>
                    <a:pt x="153" y="23"/>
                    <a:pt x="153" y="52"/>
                  </a:cubicBezTo>
                  <a:cubicBezTo>
                    <a:pt x="153" y="76"/>
                    <a:pt x="170" y="97"/>
                    <a:pt x="192" y="102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65" y="202"/>
                    <a:pt x="142" y="219"/>
                    <a:pt x="129" y="242"/>
                  </a:cubicBezTo>
                  <a:cubicBezTo>
                    <a:pt x="72" y="198"/>
                    <a:pt x="72" y="198"/>
                    <a:pt x="72" y="198"/>
                  </a:cubicBezTo>
                  <a:cubicBezTo>
                    <a:pt x="74" y="194"/>
                    <a:pt x="75" y="190"/>
                    <a:pt x="75" y="186"/>
                  </a:cubicBezTo>
                  <a:cubicBezTo>
                    <a:pt x="75" y="165"/>
                    <a:pt x="58" y="148"/>
                    <a:pt x="37" y="148"/>
                  </a:cubicBezTo>
                  <a:cubicBezTo>
                    <a:pt x="16" y="148"/>
                    <a:pt x="0" y="165"/>
                    <a:pt x="0" y="186"/>
                  </a:cubicBezTo>
                  <a:cubicBezTo>
                    <a:pt x="0" y="206"/>
                    <a:pt x="16" y="223"/>
                    <a:pt x="37" y="223"/>
                  </a:cubicBezTo>
                  <a:cubicBezTo>
                    <a:pt x="44" y="223"/>
                    <a:pt x="50" y="221"/>
                    <a:pt x="56" y="218"/>
                  </a:cubicBezTo>
                  <a:cubicBezTo>
                    <a:pt x="120" y="268"/>
                    <a:pt x="120" y="268"/>
                    <a:pt x="120" y="268"/>
                  </a:cubicBezTo>
                  <a:cubicBezTo>
                    <a:pt x="119" y="273"/>
                    <a:pt x="119" y="278"/>
                    <a:pt x="119" y="284"/>
                  </a:cubicBezTo>
                  <a:cubicBezTo>
                    <a:pt x="119" y="303"/>
                    <a:pt x="125" y="321"/>
                    <a:pt x="136" y="335"/>
                  </a:cubicBezTo>
                  <a:cubicBezTo>
                    <a:pt x="63" y="408"/>
                    <a:pt x="63" y="408"/>
                    <a:pt x="63" y="408"/>
                  </a:cubicBezTo>
                  <a:cubicBezTo>
                    <a:pt x="58" y="413"/>
                    <a:pt x="58" y="421"/>
                    <a:pt x="63" y="426"/>
                  </a:cubicBezTo>
                  <a:cubicBezTo>
                    <a:pt x="65" y="428"/>
                    <a:pt x="69" y="430"/>
                    <a:pt x="72" y="430"/>
                  </a:cubicBezTo>
                  <a:cubicBezTo>
                    <a:pt x="75" y="430"/>
                    <a:pt x="79" y="428"/>
                    <a:pt x="81" y="426"/>
                  </a:cubicBezTo>
                  <a:cubicBezTo>
                    <a:pt x="154" y="353"/>
                    <a:pt x="154" y="353"/>
                    <a:pt x="154" y="353"/>
                  </a:cubicBezTo>
                  <a:cubicBezTo>
                    <a:pt x="165" y="361"/>
                    <a:pt x="178" y="367"/>
                    <a:pt x="192" y="369"/>
                  </a:cubicBezTo>
                  <a:cubicBezTo>
                    <a:pt x="192" y="465"/>
                    <a:pt x="192" y="465"/>
                    <a:pt x="192" y="465"/>
                  </a:cubicBezTo>
                  <a:cubicBezTo>
                    <a:pt x="178" y="470"/>
                    <a:pt x="168" y="484"/>
                    <a:pt x="168" y="500"/>
                  </a:cubicBezTo>
                  <a:cubicBezTo>
                    <a:pt x="168" y="521"/>
                    <a:pt x="185" y="538"/>
                    <a:pt x="205" y="538"/>
                  </a:cubicBezTo>
                  <a:cubicBezTo>
                    <a:pt x="226" y="538"/>
                    <a:pt x="243" y="521"/>
                    <a:pt x="243" y="500"/>
                  </a:cubicBezTo>
                  <a:cubicBezTo>
                    <a:pt x="243" y="484"/>
                    <a:pt x="232" y="470"/>
                    <a:pt x="218" y="465"/>
                  </a:cubicBezTo>
                  <a:cubicBezTo>
                    <a:pt x="218" y="369"/>
                    <a:pt x="218" y="369"/>
                    <a:pt x="218" y="369"/>
                  </a:cubicBezTo>
                  <a:cubicBezTo>
                    <a:pt x="260" y="363"/>
                    <a:pt x="292" y="327"/>
                    <a:pt x="292" y="284"/>
                  </a:cubicBezTo>
                  <a:cubicBezTo>
                    <a:pt x="292" y="240"/>
                    <a:pt x="260" y="204"/>
                    <a:pt x="218" y="198"/>
                  </a:cubicBezTo>
                  <a:close/>
                  <a:moveTo>
                    <a:pt x="37" y="197"/>
                  </a:moveTo>
                  <a:cubicBezTo>
                    <a:pt x="31" y="197"/>
                    <a:pt x="25" y="192"/>
                    <a:pt x="25" y="186"/>
                  </a:cubicBezTo>
                  <a:cubicBezTo>
                    <a:pt x="25" y="179"/>
                    <a:pt x="31" y="174"/>
                    <a:pt x="37" y="174"/>
                  </a:cubicBezTo>
                  <a:cubicBezTo>
                    <a:pt x="44" y="174"/>
                    <a:pt x="49" y="179"/>
                    <a:pt x="49" y="186"/>
                  </a:cubicBezTo>
                  <a:cubicBezTo>
                    <a:pt x="49" y="192"/>
                    <a:pt x="43" y="197"/>
                    <a:pt x="37" y="197"/>
                  </a:cubicBezTo>
                  <a:close/>
                  <a:moveTo>
                    <a:pt x="179" y="52"/>
                  </a:moveTo>
                  <a:cubicBezTo>
                    <a:pt x="179" y="38"/>
                    <a:pt x="191" y="26"/>
                    <a:pt x="205" y="26"/>
                  </a:cubicBezTo>
                  <a:cubicBezTo>
                    <a:pt x="220" y="26"/>
                    <a:pt x="231" y="38"/>
                    <a:pt x="231" y="52"/>
                  </a:cubicBezTo>
                  <a:cubicBezTo>
                    <a:pt x="231" y="66"/>
                    <a:pt x="220" y="78"/>
                    <a:pt x="205" y="78"/>
                  </a:cubicBezTo>
                  <a:cubicBezTo>
                    <a:pt x="191" y="78"/>
                    <a:pt x="179" y="66"/>
                    <a:pt x="179" y="52"/>
                  </a:cubicBezTo>
                  <a:close/>
                  <a:moveTo>
                    <a:pt x="205" y="512"/>
                  </a:moveTo>
                  <a:cubicBezTo>
                    <a:pt x="199" y="512"/>
                    <a:pt x="194" y="507"/>
                    <a:pt x="194" y="500"/>
                  </a:cubicBezTo>
                  <a:cubicBezTo>
                    <a:pt x="194" y="495"/>
                    <a:pt x="198" y="490"/>
                    <a:pt x="203" y="489"/>
                  </a:cubicBezTo>
                  <a:cubicBezTo>
                    <a:pt x="204" y="489"/>
                    <a:pt x="204" y="489"/>
                    <a:pt x="205" y="489"/>
                  </a:cubicBezTo>
                  <a:cubicBezTo>
                    <a:pt x="206" y="489"/>
                    <a:pt x="207" y="489"/>
                    <a:pt x="208" y="489"/>
                  </a:cubicBezTo>
                  <a:cubicBezTo>
                    <a:pt x="213" y="490"/>
                    <a:pt x="217" y="495"/>
                    <a:pt x="217" y="500"/>
                  </a:cubicBezTo>
                  <a:cubicBezTo>
                    <a:pt x="217" y="507"/>
                    <a:pt x="212" y="512"/>
                    <a:pt x="205" y="512"/>
                  </a:cubicBezTo>
                  <a:close/>
                  <a:moveTo>
                    <a:pt x="205" y="344"/>
                  </a:moveTo>
                  <a:cubicBezTo>
                    <a:pt x="172" y="344"/>
                    <a:pt x="145" y="317"/>
                    <a:pt x="145" y="284"/>
                  </a:cubicBezTo>
                  <a:cubicBezTo>
                    <a:pt x="145" y="278"/>
                    <a:pt x="145" y="272"/>
                    <a:pt x="147" y="267"/>
                  </a:cubicBezTo>
                  <a:cubicBezTo>
                    <a:pt x="147" y="266"/>
                    <a:pt x="147" y="266"/>
                    <a:pt x="147" y="266"/>
                  </a:cubicBezTo>
                  <a:cubicBezTo>
                    <a:pt x="155" y="241"/>
                    <a:pt x="178" y="223"/>
                    <a:pt x="205" y="223"/>
                  </a:cubicBezTo>
                  <a:cubicBezTo>
                    <a:pt x="239" y="223"/>
                    <a:pt x="266" y="250"/>
                    <a:pt x="266" y="284"/>
                  </a:cubicBezTo>
                  <a:cubicBezTo>
                    <a:pt x="266" y="317"/>
                    <a:pt x="239" y="344"/>
                    <a:pt x="205" y="3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9" name="Google Shape;1157;p34"/>
            <p:cNvSpPr/>
            <p:nvPr/>
          </p:nvSpPr>
          <p:spPr>
            <a:xfrm>
              <a:off x="5453063" y="3871913"/>
              <a:ext cx="141288" cy="76200"/>
            </a:xfrm>
            <a:custGeom>
              <a:avLst/>
              <a:gdLst/>
              <a:ahLst/>
              <a:cxnLst/>
              <a:rect l="l" t="t" r="r" b="b"/>
              <a:pathLst>
                <a:path w="208" h="113" extrusionOk="0">
                  <a:moveTo>
                    <a:pt x="156" y="0"/>
                  </a:moveTo>
                  <a:cubicBezTo>
                    <a:pt x="127" y="0"/>
                    <a:pt x="104" y="23"/>
                    <a:pt x="104" y="52"/>
                  </a:cubicBezTo>
                  <a:cubicBezTo>
                    <a:pt x="104" y="53"/>
                    <a:pt x="104" y="55"/>
                    <a:pt x="104" y="56"/>
                  </a:cubicBezTo>
                  <a:cubicBezTo>
                    <a:pt x="11" y="88"/>
                    <a:pt x="11" y="88"/>
                    <a:pt x="11" y="88"/>
                  </a:cubicBezTo>
                  <a:cubicBezTo>
                    <a:pt x="4" y="90"/>
                    <a:pt x="0" y="98"/>
                    <a:pt x="3" y="104"/>
                  </a:cubicBezTo>
                  <a:cubicBezTo>
                    <a:pt x="5" y="110"/>
                    <a:pt x="10" y="113"/>
                    <a:pt x="15" y="113"/>
                  </a:cubicBezTo>
                  <a:cubicBezTo>
                    <a:pt x="16" y="113"/>
                    <a:pt x="18" y="113"/>
                    <a:pt x="19" y="112"/>
                  </a:cubicBezTo>
                  <a:cubicBezTo>
                    <a:pt x="113" y="81"/>
                    <a:pt x="113" y="81"/>
                    <a:pt x="113" y="81"/>
                  </a:cubicBezTo>
                  <a:cubicBezTo>
                    <a:pt x="122" y="95"/>
                    <a:pt x="138" y="104"/>
                    <a:pt x="156" y="104"/>
                  </a:cubicBezTo>
                  <a:cubicBezTo>
                    <a:pt x="185" y="104"/>
                    <a:pt x="208" y="81"/>
                    <a:pt x="208" y="52"/>
                  </a:cubicBezTo>
                  <a:cubicBezTo>
                    <a:pt x="208" y="23"/>
                    <a:pt x="185" y="0"/>
                    <a:pt x="156" y="0"/>
                  </a:cubicBezTo>
                  <a:close/>
                  <a:moveTo>
                    <a:pt x="156" y="78"/>
                  </a:moveTo>
                  <a:cubicBezTo>
                    <a:pt x="142" y="78"/>
                    <a:pt x="130" y="66"/>
                    <a:pt x="130" y="52"/>
                  </a:cubicBezTo>
                  <a:cubicBezTo>
                    <a:pt x="130" y="38"/>
                    <a:pt x="142" y="26"/>
                    <a:pt x="156" y="26"/>
                  </a:cubicBezTo>
                  <a:cubicBezTo>
                    <a:pt x="170" y="26"/>
                    <a:pt x="182" y="38"/>
                    <a:pt x="182" y="52"/>
                  </a:cubicBezTo>
                  <a:cubicBezTo>
                    <a:pt x="182" y="66"/>
                    <a:pt x="170" y="78"/>
                    <a:pt x="156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0" name="Google Shape;1158;p34"/>
            <p:cNvSpPr/>
            <p:nvPr/>
          </p:nvSpPr>
          <p:spPr>
            <a:xfrm>
              <a:off x="5221288" y="4052888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103" h="104" extrusionOk="0">
                  <a:moveTo>
                    <a:pt x="52" y="0"/>
                  </a:moveTo>
                  <a:cubicBezTo>
                    <a:pt x="23" y="0"/>
                    <a:pt x="0" y="24"/>
                    <a:pt x="0" y="52"/>
                  </a:cubicBezTo>
                  <a:cubicBezTo>
                    <a:pt x="0" y="81"/>
                    <a:pt x="23" y="104"/>
                    <a:pt x="52" y="104"/>
                  </a:cubicBezTo>
                  <a:cubicBezTo>
                    <a:pt x="80" y="104"/>
                    <a:pt x="103" y="81"/>
                    <a:pt x="103" y="52"/>
                  </a:cubicBezTo>
                  <a:cubicBezTo>
                    <a:pt x="103" y="24"/>
                    <a:pt x="80" y="0"/>
                    <a:pt x="52" y="0"/>
                  </a:cubicBezTo>
                  <a:close/>
                  <a:moveTo>
                    <a:pt x="52" y="78"/>
                  </a:moveTo>
                  <a:cubicBezTo>
                    <a:pt x="37" y="78"/>
                    <a:pt x="25" y="67"/>
                    <a:pt x="25" y="52"/>
                  </a:cubicBezTo>
                  <a:cubicBezTo>
                    <a:pt x="25" y="38"/>
                    <a:pt x="37" y="26"/>
                    <a:pt x="52" y="26"/>
                  </a:cubicBezTo>
                  <a:cubicBezTo>
                    <a:pt x="66" y="26"/>
                    <a:pt x="78" y="38"/>
                    <a:pt x="78" y="52"/>
                  </a:cubicBezTo>
                  <a:cubicBezTo>
                    <a:pt x="78" y="67"/>
                    <a:pt x="66" y="78"/>
                    <a:pt x="52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71" name="Google Shape;1159;p34"/>
          <p:cNvGrpSpPr/>
          <p:nvPr/>
        </p:nvGrpSpPr>
        <p:grpSpPr>
          <a:xfrm>
            <a:off x="7855822" y="1376044"/>
            <a:ext cx="485776" cy="388937"/>
            <a:chOff x="4105275" y="5837238"/>
            <a:chExt cx="485776" cy="388937"/>
          </a:xfrm>
          <a:solidFill>
            <a:schemeClr val="bg1">
              <a:lumMod val="75000"/>
            </a:schemeClr>
          </a:solidFill>
        </p:grpSpPr>
        <p:sp>
          <p:nvSpPr>
            <p:cNvPr id="472" name="Google Shape;1160;p34"/>
            <p:cNvSpPr/>
            <p:nvPr/>
          </p:nvSpPr>
          <p:spPr>
            <a:xfrm>
              <a:off x="4398963" y="6022975"/>
              <a:ext cx="87313" cy="1746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3" name="Google Shape;1161;p34"/>
            <p:cNvSpPr/>
            <p:nvPr/>
          </p:nvSpPr>
          <p:spPr>
            <a:xfrm>
              <a:off x="4395788" y="6113463"/>
              <a:ext cx="93663" cy="63500"/>
            </a:xfrm>
            <a:custGeom>
              <a:avLst/>
              <a:gdLst/>
              <a:ahLst/>
              <a:cxnLst/>
              <a:rect l="l" t="t" r="r" b="b"/>
              <a:pathLst>
                <a:path w="59" h="40" extrusionOk="0">
                  <a:moveTo>
                    <a:pt x="54" y="40"/>
                  </a:moveTo>
                  <a:lnTo>
                    <a:pt x="0" y="9"/>
                  </a:lnTo>
                  <a:lnTo>
                    <a:pt x="5" y="0"/>
                  </a:lnTo>
                  <a:lnTo>
                    <a:pt x="59" y="31"/>
                  </a:lnTo>
                  <a:lnTo>
                    <a:pt x="54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4" name="Google Shape;1162;p34"/>
            <p:cNvSpPr/>
            <p:nvPr/>
          </p:nvSpPr>
          <p:spPr>
            <a:xfrm>
              <a:off x="4395788" y="5886450"/>
              <a:ext cx="93663" cy="61912"/>
            </a:xfrm>
            <a:custGeom>
              <a:avLst/>
              <a:gdLst/>
              <a:ahLst/>
              <a:cxnLst/>
              <a:rect l="l" t="t" r="r" b="b"/>
              <a:pathLst>
                <a:path w="59" h="39" extrusionOk="0">
                  <a:moveTo>
                    <a:pt x="5" y="39"/>
                  </a:moveTo>
                  <a:lnTo>
                    <a:pt x="0" y="31"/>
                  </a:lnTo>
                  <a:lnTo>
                    <a:pt x="54" y="0"/>
                  </a:lnTo>
                  <a:lnTo>
                    <a:pt x="59" y="8"/>
                  </a:lnTo>
                  <a:lnTo>
                    <a:pt x="5" y="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5" name="Google Shape;1163;p34"/>
            <p:cNvSpPr/>
            <p:nvPr/>
          </p:nvSpPr>
          <p:spPr>
            <a:xfrm>
              <a:off x="4105275" y="5881688"/>
              <a:ext cx="301625" cy="303212"/>
            </a:xfrm>
            <a:custGeom>
              <a:avLst/>
              <a:gdLst/>
              <a:ahLst/>
              <a:cxnLst/>
              <a:rect l="l" t="t" r="r" b="b"/>
              <a:pathLst>
                <a:path w="447" h="447" extrusionOk="0">
                  <a:moveTo>
                    <a:pt x="399" y="447"/>
                  </a:moveTo>
                  <a:cubicBezTo>
                    <a:pt x="48" y="447"/>
                    <a:pt x="48" y="447"/>
                    <a:pt x="48" y="447"/>
                  </a:cubicBezTo>
                  <a:cubicBezTo>
                    <a:pt x="21" y="447"/>
                    <a:pt x="0" y="426"/>
                    <a:pt x="0" y="399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1" y="0"/>
                    <a:pt x="48" y="0"/>
                  </a:cubicBezTo>
                  <a:cubicBezTo>
                    <a:pt x="399" y="0"/>
                    <a:pt x="399" y="0"/>
                    <a:pt x="399" y="0"/>
                  </a:cubicBezTo>
                  <a:cubicBezTo>
                    <a:pt x="425" y="0"/>
                    <a:pt x="447" y="22"/>
                    <a:pt x="447" y="48"/>
                  </a:cubicBezTo>
                  <a:cubicBezTo>
                    <a:pt x="447" y="399"/>
                    <a:pt x="447" y="399"/>
                    <a:pt x="447" y="399"/>
                  </a:cubicBezTo>
                  <a:cubicBezTo>
                    <a:pt x="447" y="426"/>
                    <a:pt x="425" y="447"/>
                    <a:pt x="399" y="447"/>
                  </a:cubicBezTo>
                  <a:close/>
                  <a:moveTo>
                    <a:pt x="48" y="23"/>
                  </a:moveTo>
                  <a:cubicBezTo>
                    <a:pt x="34" y="23"/>
                    <a:pt x="23" y="34"/>
                    <a:pt x="23" y="48"/>
                  </a:cubicBezTo>
                  <a:cubicBezTo>
                    <a:pt x="23" y="399"/>
                    <a:pt x="23" y="399"/>
                    <a:pt x="23" y="399"/>
                  </a:cubicBezTo>
                  <a:cubicBezTo>
                    <a:pt x="23" y="413"/>
                    <a:pt x="34" y="424"/>
                    <a:pt x="48" y="424"/>
                  </a:cubicBezTo>
                  <a:cubicBezTo>
                    <a:pt x="399" y="424"/>
                    <a:pt x="399" y="424"/>
                    <a:pt x="399" y="424"/>
                  </a:cubicBezTo>
                  <a:cubicBezTo>
                    <a:pt x="413" y="424"/>
                    <a:pt x="424" y="413"/>
                    <a:pt x="424" y="399"/>
                  </a:cubicBezTo>
                  <a:cubicBezTo>
                    <a:pt x="424" y="48"/>
                    <a:pt x="424" y="48"/>
                    <a:pt x="424" y="48"/>
                  </a:cubicBezTo>
                  <a:cubicBezTo>
                    <a:pt x="424" y="34"/>
                    <a:pt x="413" y="23"/>
                    <a:pt x="399" y="23"/>
                  </a:cubicBezTo>
                  <a:lnTo>
                    <a:pt x="48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6" name="Google Shape;1164;p34"/>
            <p:cNvSpPr/>
            <p:nvPr/>
          </p:nvSpPr>
          <p:spPr>
            <a:xfrm>
              <a:off x="4478338" y="6113463"/>
              <a:ext cx="112713" cy="112712"/>
            </a:xfrm>
            <a:custGeom>
              <a:avLst/>
              <a:gdLst/>
              <a:ahLst/>
              <a:cxnLst/>
              <a:rect l="l" t="t" r="r" b="b"/>
              <a:pathLst>
                <a:path w="168" h="167" extrusionOk="0">
                  <a:moveTo>
                    <a:pt x="132" y="167"/>
                  </a:moveTo>
                  <a:cubicBezTo>
                    <a:pt x="36" y="167"/>
                    <a:pt x="36" y="167"/>
                    <a:pt x="36" y="167"/>
                  </a:cubicBezTo>
                  <a:cubicBezTo>
                    <a:pt x="16" y="167"/>
                    <a:pt x="0" y="151"/>
                    <a:pt x="0" y="132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52" y="0"/>
                    <a:pt x="168" y="16"/>
                    <a:pt x="168" y="36"/>
                  </a:cubicBezTo>
                  <a:cubicBezTo>
                    <a:pt x="168" y="132"/>
                    <a:pt x="168" y="132"/>
                    <a:pt x="168" y="132"/>
                  </a:cubicBezTo>
                  <a:cubicBezTo>
                    <a:pt x="168" y="151"/>
                    <a:pt x="152" y="167"/>
                    <a:pt x="132" y="167"/>
                  </a:cubicBezTo>
                  <a:close/>
                  <a:moveTo>
                    <a:pt x="36" y="23"/>
                  </a:moveTo>
                  <a:cubicBezTo>
                    <a:pt x="29" y="23"/>
                    <a:pt x="23" y="29"/>
                    <a:pt x="23" y="36"/>
                  </a:cubicBezTo>
                  <a:cubicBezTo>
                    <a:pt x="23" y="132"/>
                    <a:pt x="23" y="132"/>
                    <a:pt x="23" y="132"/>
                  </a:cubicBezTo>
                  <a:cubicBezTo>
                    <a:pt x="23" y="139"/>
                    <a:pt x="29" y="144"/>
                    <a:pt x="36" y="144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39" y="144"/>
                    <a:pt x="145" y="139"/>
                    <a:pt x="145" y="132"/>
                  </a:cubicBezTo>
                  <a:cubicBezTo>
                    <a:pt x="145" y="36"/>
                    <a:pt x="145" y="36"/>
                    <a:pt x="145" y="36"/>
                  </a:cubicBezTo>
                  <a:cubicBezTo>
                    <a:pt x="145" y="29"/>
                    <a:pt x="139" y="23"/>
                    <a:pt x="132" y="23"/>
                  </a:cubicBezTo>
                  <a:lnTo>
                    <a:pt x="36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7" name="Google Shape;1165;p34"/>
            <p:cNvSpPr/>
            <p:nvPr/>
          </p:nvSpPr>
          <p:spPr>
            <a:xfrm>
              <a:off x="4478338" y="5975350"/>
              <a:ext cx="112713" cy="112712"/>
            </a:xfrm>
            <a:custGeom>
              <a:avLst/>
              <a:gdLst/>
              <a:ahLst/>
              <a:cxnLst/>
              <a:rect l="l" t="t" r="r" b="b"/>
              <a:pathLst>
                <a:path w="168" h="168" extrusionOk="0">
                  <a:moveTo>
                    <a:pt x="132" y="168"/>
                  </a:moveTo>
                  <a:cubicBezTo>
                    <a:pt x="36" y="168"/>
                    <a:pt x="36" y="168"/>
                    <a:pt x="36" y="168"/>
                  </a:cubicBezTo>
                  <a:cubicBezTo>
                    <a:pt x="16" y="168"/>
                    <a:pt x="0" y="152"/>
                    <a:pt x="0" y="132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52" y="0"/>
                    <a:pt x="168" y="16"/>
                    <a:pt x="168" y="36"/>
                  </a:cubicBezTo>
                  <a:cubicBezTo>
                    <a:pt x="168" y="132"/>
                    <a:pt x="168" y="132"/>
                    <a:pt x="168" y="132"/>
                  </a:cubicBezTo>
                  <a:cubicBezTo>
                    <a:pt x="168" y="152"/>
                    <a:pt x="152" y="168"/>
                    <a:pt x="132" y="168"/>
                  </a:cubicBezTo>
                  <a:close/>
                  <a:moveTo>
                    <a:pt x="36" y="23"/>
                  </a:moveTo>
                  <a:cubicBezTo>
                    <a:pt x="29" y="23"/>
                    <a:pt x="23" y="29"/>
                    <a:pt x="23" y="36"/>
                  </a:cubicBezTo>
                  <a:cubicBezTo>
                    <a:pt x="23" y="132"/>
                    <a:pt x="23" y="132"/>
                    <a:pt x="23" y="132"/>
                  </a:cubicBezTo>
                  <a:cubicBezTo>
                    <a:pt x="23" y="139"/>
                    <a:pt x="29" y="145"/>
                    <a:pt x="36" y="145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39" y="145"/>
                    <a:pt x="145" y="139"/>
                    <a:pt x="145" y="132"/>
                  </a:cubicBezTo>
                  <a:cubicBezTo>
                    <a:pt x="145" y="36"/>
                    <a:pt x="145" y="36"/>
                    <a:pt x="145" y="36"/>
                  </a:cubicBezTo>
                  <a:cubicBezTo>
                    <a:pt x="145" y="29"/>
                    <a:pt x="139" y="23"/>
                    <a:pt x="132" y="23"/>
                  </a:cubicBezTo>
                  <a:lnTo>
                    <a:pt x="36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8" name="Google Shape;1166;p34"/>
            <p:cNvSpPr/>
            <p:nvPr/>
          </p:nvSpPr>
          <p:spPr>
            <a:xfrm>
              <a:off x="4478338" y="5837238"/>
              <a:ext cx="112713" cy="112712"/>
            </a:xfrm>
            <a:custGeom>
              <a:avLst/>
              <a:gdLst/>
              <a:ahLst/>
              <a:cxnLst/>
              <a:rect l="l" t="t" r="r" b="b"/>
              <a:pathLst>
                <a:path w="168" h="167" extrusionOk="0">
                  <a:moveTo>
                    <a:pt x="132" y="167"/>
                  </a:moveTo>
                  <a:cubicBezTo>
                    <a:pt x="36" y="167"/>
                    <a:pt x="36" y="167"/>
                    <a:pt x="36" y="167"/>
                  </a:cubicBezTo>
                  <a:cubicBezTo>
                    <a:pt x="16" y="167"/>
                    <a:pt x="0" y="151"/>
                    <a:pt x="0" y="13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52" y="0"/>
                    <a:pt x="168" y="16"/>
                    <a:pt x="168" y="35"/>
                  </a:cubicBezTo>
                  <a:cubicBezTo>
                    <a:pt x="168" y="132"/>
                    <a:pt x="168" y="132"/>
                    <a:pt x="168" y="132"/>
                  </a:cubicBezTo>
                  <a:cubicBezTo>
                    <a:pt x="168" y="151"/>
                    <a:pt x="152" y="167"/>
                    <a:pt x="132" y="167"/>
                  </a:cubicBezTo>
                  <a:close/>
                  <a:moveTo>
                    <a:pt x="36" y="23"/>
                  </a:moveTo>
                  <a:cubicBezTo>
                    <a:pt x="29" y="23"/>
                    <a:pt x="23" y="28"/>
                    <a:pt x="23" y="35"/>
                  </a:cubicBezTo>
                  <a:cubicBezTo>
                    <a:pt x="23" y="132"/>
                    <a:pt x="23" y="132"/>
                    <a:pt x="23" y="132"/>
                  </a:cubicBezTo>
                  <a:cubicBezTo>
                    <a:pt x="23" y="138"/>
                    <a:pt x="29" y="144"/>
                    <a:pt x="36" y="144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39" y="144"/>
                    <a:pt x="145" y="138"/>
                    <a:pt x="145" y="132"/>
                  </a:cubicBezTo>
                  <a:cubicBezTo>
                    <a:pt x="145" y="35"/>
                    <a:pt x="145" y="35"/>
                    <a:pt x="145" y="35"/>
                  </a:cubicBezTo>
                  <a:cubicBezTo>
                    <a:pt x="145" y="28"/>
                    <a:pt x="139" y="23"/>
                    <a:pt x="132" y="23"/>
                  </a:cubicBezTo>
                  <a:lnTo>
                    <a:pt x="36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79" name="Google Shape;1167;p34"/>
          <p:cNvGrpSpPr/>
          <p:nvPr/>
        </p:nvGrpSpPr>
        <p:grpSpPr>
          <a:xfrm>
            <a:off x="7928933" y="561815"/>
            <a:ext cx="441325" cy="450850"/>
            <a:chOff x="4127500" y="4470400"/>
            <a:chExt cx="441325" cy="450850"/>
          </a:xfrm>
          <a:solidFill>
            <a:schemeClr val="bg1">
              <a:lumMod val="75000"/>
            </a:schemeClr>
          </a:solidFill>
        </p:grpSpPr>
        <p:sp>
          <p:nvSpPr>
            <p:cNvPr id="480" name="Google Shape;1168;p34"/>
            <p:cNvSpPr/>
            <p:nvPr/>
          </p:nvSpPr>
          <p:spPr>
            <a:xfrm>
              <a:off x="4179094" y="4695825"/>
              <a:ext cx="234950" cy="225425"/>
            </a:xfrm>
            <a:custGeom>
              <a:avLst/>
              <a:gdLst/>
              <a:ahLst/>
              <a:cxnLst/>
              <a:rect l="l" t="t" r="r" b="b"/>
              <a:pathLst>
                <a:path w="347" h="333" extrusionOk="0">
                  <a:moveTo>
                    <a:pt x="335" y="333"/>
                  </a:moveTo>
                  <a:cubicBezTo>
                    <a:pt x="342" y="333"/>
                    <a:pt x="347" y="327"/>
                    <a:pt x="347" y="320"/>
                  </a:cubicBezTo>
                  <a:cubicBezTo>
                    <a:pt x="347" y="69"/>
                    <a:pt x="347" y="69"/>
                    <a:pt x="347" y="69"/>
                  </a:cubicBezTo>
                  <a:cubicBezTo>
                    <a:pt x="347" y="62"/>
                    <a:pt x="342" y="57"/>
                    <a:pt x="335" y="57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27" y="153"/>
                    <a:pt x="27" y="153"/>
                    <a:pt x="27" y="153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322" y="83"/>
                    <a:pt x="322" y="83"/>
                    <a:pt x="322" y="83"/>
                  </a:cubicBezTo>
                  <a:cubicBezTo>
                    <a:pt x="321" y="307"/>
                    <a:pt x="321" y="307"/>
                    <a:pt x="321" y="307"/>
                  </a:cubicBezTo>
                  <a:cubicBezTo>
                    <a:pt x="27" y="306"/>
                    <a:pt x="27" y="306"/>
                    <a:pt x="27" y="306"/>
                  </a:cubicBezTo>
                  <a:cubicBezTo>
                    <a:pt x="28" y="238"/>
                    <a:pt x="28" y="238"/>
                    <a:pt x="28" y="238"/>
                  </a:cubicBezTo>
                  <a:cubicBezTo>
                    <a:pt x="1" y="237"/>
                    <a:pt x="1" y="237"/>
                    <a:pt x="1" y="237"/>
                  </a:cubicBezTo>
                  <a:cubicBezTo>
                    <a:pt x="1" y="333"/>
                    <a:pt x="1" y="333"/>
                    <a:pt x="1" y="333"/>
                  </a:cubicBezTo>
                  <a:cubicBezTo>
                    <a:pt x="28" y="333"/>
                    <a:pt x="28" y="333"/>
                    <a:pt x="28" y="333"/>
                  </a:cubicBezTo>
                  <a:lnTo>
                    <a:pt x="335" y="3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1" name="Google Shape;1169;p34"/>
            <p:cNvSpPr/>
            <p:nvPr/>
          </p:nvSpPr>
          <p:spPr>
            <a:xfrm>
              <a:off x="4127500" y="4781550"/>
              <a:ext cx="234950" cy="88900"/>
            </a:xfrm>
            <a:custGeom>
              <a:avLst/>
              <a:gdLst/>
              <a:ahLst/>
              <a:cxnLst/>
              <a:rect l="l" t="t" r="r" b="b"/>
              <a:pathLst>
                <a:path w="348" h="131" extrusionOk="0">
                  <a:moveTo>
                    <a:pt x="295" y="81"/>
                  </a:moveTo>
                  <a:cubicBezTo>
                    <a:pt x="257" y="110"/>
                    <a:pt x="257" y="110"/>
                    <a:pt x="257" y="110"/>
                  </a:cubicBezTo>
                  <a:cubicBezTo>
                    <a:pt x="274" y="131"/>
                    <a:pt x="274" y="131"/>
                    <a:pt x="274" y="131"/>
                  </a:cubicBezTo>
                  <a:cubicBezTo>
                    <a:pt x="342" y="76"/>
                    <a:pt x="342" y="76"/>
                    <a:pt x="342" y="76"/>
                  </a:cubicBezTo>
                  <a:cubicBezTo>
                    <a:pt x="348" y="71"/>
                    <a:pt x="348" y="63"/>
                    <a:pt x="342" y="56"/>
                  </a:cubicBezTo>
                  <a:cubicBezTo>
                    <a:pt x="274" y="0"/>
                    <a:pt x="274" y="0"/>
                    <a:pt x="274" y="0"/>
                  </a:cubicBezTo>
                  <a:cubicBezTo>
                    <a:pt x="257" y="20"/>
                    <a:pt x="257" y="20"/>
                    <a:pt x="257" y="20"/>
                  </a:cubicBezTo>
                  <a:cubicBezTo>
                    <a:pt x="298" y="53"/>
                    <a:pt x="298" y="53"/>
                    <a:pt x="298" y="53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298" y="78"/>
                    <a:pt x="298" y="78"/>
                    <a:pt x="298" y="78"/>
                  </a:cubicBezTo>
                  <a:lnTo>
                    <a:pt x="295" y="8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2" name="Google Shape;1170;p34"/>
            <p:cNvSpPr/>
            <p:nvPr/>
          </p:nvSpPr>
          <p:spPr>
            <a:xfrm>
              <a:off x="4230688" y="4470400"/>
              <a:ext cx="234950" cy="225425"/>
            </a:xfrm>
            <a:custGeom>
              <a:avLst/>
              <a:gdLst/>
              <a:ahLst/>
              <a:cxnLst/>
              <a:rect l="l" t="t" r="r" b="b"/>
              <a:pathLst>
                <a:path w="347" h="333" extrusionOk="0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0"/>
                    <a:pt x="6" y="276"/>
                    <a:pt x="13" y="276"/>
                  </a:cubicBezTo>
                  <a:cubicBezTo>
                    <a:pt x="321" y="277"/>
                    <a:pt x="321" y="277"/>
                    <a:pt x="321" y="277"/>
                  </a:cubicBezTo>
                  <a:cubicBezTo>
                    <a:pt x="319" y="332"/>
                    <a:pt x="319" y="332"/>
                    <a:pt x="319" y="332"/>
                  </a:cubicBezTo>
                  <a:cubicBezTo>
                    <a:pt x="346" y="333"/>
                    <a:pt x="346" y="333"/>
                    <a:pt x="346" y="333"/>
                  </a:cubicBezTo>
                  <a:cubicBezTo>
                    <a:pt x="347" y="181"/>
                    <a:pt x="347" y="181"/>
                    <a:pt x="347" y="181"/>
                  </a:cubicBezTo>
                  <a:cubicBezTo>
                    <a:pt x="321" y="180"/>
                    <a:pt x="321" y="180"/>
                    <a:pt x="321" y="180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26" y="250"/>
                    <a:pt x="26" y="250"/>
                    <a:pt x="26" y="250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321" y="27"/>
                    <a:pt x="321" y="27"/>
                    <a:pt x="321" y="27"/>
                  </a:cubicBezTo>
                  <a:cubicBezTo>
                    <a:pt x="319" y="95"/>
                    <a:pt x="319" y="95"/>
                    <a:pt x="319" y="95"/>
                  </a:cubicBezTo>
                  <a:cubicBezTo>
                    <a:pt x="346" y="96"/>
                    <a:pt x="346" y="96"/>
                    <a:pt x="346" y="96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319" y="0"/>
                    <a:pt x="319" y="0"/>
                    <a:pt x="319" y="0"/>
                  </a:cubicBez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3" name="Google Shape;1171;p34"/>
            <p:cNvSpPr/>
            <p:nvPr/>
          </p:nvSpPr>
          <p:spPr>
            <a:xfrm>
              <a:off x="4333875" y="4521200"/>
              <a:ext cx="234950" cy="87312"/>
            </a:xfrm>
            <a:custGeom>
              <a:avLst/>
              <a:gdLst/>
              <a:ahLst/>
              <a:cxnLst/>
              <a:rect l="l" t="t" r="r" b="b"/>
              <a:pathLst>
                <a:path w="349" h="131" extrusionOk="0">
                  <a:moveTo>
                    <a:pt x="53" y="50"/>
                  </a:moveTo>
                  <a:cubicBezTo>
                    <a:pt x="92" y="21"/>
                    <a:pt x="92" y="21"/>
                    <a:pt x="92" y="2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1" y="60"/>
                    <a:pt x="0" y="68"/>
                    <a:pt x="6" y="75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50" y="78"/>
                    <a:pt x="50" y="78"/>
                    <a:pt x="50" y="78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49" y="52"/>
                    <a:pt x="349" y="52"/>
                    <a:pt x="349" y="52"/>
                  </a:cubicBezTo>
                  <a:cubicBezTo>
                    <a:pt x="50" y="52"/>
                    <a:pt x="50" y="52"/>
                    <a:pt x="50" y="52"/>
                  </a:cubicBezTo>
                  <a:lnTo>
                    <a:pt x="53" y="5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84" name="Google Shape;1172;p34"/>
          <p:cNvGrpSpPr/>
          <p:nvPr/>
        </p:nvGrpSpPr>
        <p:grpSpPr>
          <a:xfrm>
            <a:off x="6294032" y="5044114"/>
            <a:ext cx="429078" cy="497840"/>
            <a:chOff x="3170238" y="2970213"/>
            <a:chExt cx="247650" cy="287337"/>
          </a:xfrm>
          <a:solidFill>
            <a:schemeClr val="bg1">
              <a:lumMod val="75000"/>
            </a:schemeClr>
          </a:solidFill>
        </p:grpSpPr>
        <p:sp>
          <p:nvSpPr>
            <p:cNvPr id="485" name="Google Shape;1173;p34"/>
            <p:cNvSpPr/>
            <p:nvPr/>
          </p:nvSpPr>
          <p:spPr>
            <a:xfrm>
              <a:off x="3170238" y="2970213"/>
              <a:ext cx="247650" cy="287337"/>
            </a:xfrm>
            <a:custGeom>
              <a:avLst/>
              <a:gdLst/>
              <a:ahLst/>
              <a:cxnLst/>
              <a:rect l="l" t="t" r="r" b="b"/>
              <a:pathLst>
                <a:path w="366" h="426" extrusionOk="0">
                  <a:moveTo>
                    <a:pt x="183" y="426"/>
                  </a:moveTo>
                  <a:cubicBezTo>
                    <a:pt x="182" y="426"/>
                    <a:pt x="181" y="426"/>
                    <a:pt x="179" y="426"/>
                  </a:cubicBezTo>
                  <a:cubicBezTo>
                    <a:pt x="0" y="364"/>
                    <a:pt x="3" y="216"/>
                    <a:pt x="5" y="108"/>
                  </a:cubicBezTo>
                  <a:cubicBezTo>
                    <a:pt x="5" y="96"/>
                    <a:pt x="5" y="85"/>
                    <a:pt x="5" y="74"/>
                  </a:cubicBezTo>
                  <a:cubicBezTo>
                    <a:pt x="5" y="68"/>
                    <a:pt x="10" y="63"/>
                    <a:pt x="16" y="63"/>
                  </a:cubicBezTo>
                  <a:cubicBezTo>
                    <a:pt x="83" y="63"/>
                    <a:pt x="133" y="44"/>
                    <a:pt x="175" y="3"/>
                  </a:cubicBezTo>
                  <a:cubicBezTo>
                    <a:pt x="178" y="1"/>
                    <a:pt x="180" y="0"/>
                    <a:pt x="183" y="0"/>
                  </a:cubicBezTo>
                  <a:cubicBezTo>
                    <a:pt x="186" y="0"/>
                    <a:pt x="189" y="1"/>
                    <a:pt x="191" y="3"/>
                  </a:cubicBezTo>
                  <a:cubicBezTo>
                    <a:pt x="233" y="44"/>
                    <a:pt x="283" y="63"/>
                    <a:pt x="350" y="63"/>
                  </a:cubicBezTo>
                  <a:cubicBezTo>
                    <a:pt x="356" y="63"/>
                    <a:pt x="361" y="68"/>
                    <a:pt x="361" y="74"/>
                  </a:cubicBezTo>
                  <a:cubicBezTo>
                    <a:pt x="361" y="85"/>
                    <a:pt x="361" y="96"/>
                    <a:pt x="361" y="108"/>
                  </a:cubicBezTo>
                  <a:cubicBezTo>
                    <a:pt x="363" y="216"/>
                    <a:pt x="366" y="364"/>
                    <a:pt x="187" y="426"/>
                  </a:cubicBezTo>
                  <a:cubicBezTo>
                    <a:pt x="185" y="426"/>
                    <a:pt x="184" y="426"/>
                    <a:pt x="183" y="426"/>
                  </a:cubicBezTo>
                  <a:close/>
                  <a:moveTo>
                    <a:pt x="180" y="28"/>
                  </a:moveTo>
                  <a:cubicBezTo>
                    <a:pt x="139" y="64"/>
                    <a:pt x="92" y="82"/>
                    <a:pt x="31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25" y="219"/>
                    <a:pt x="22" y="346"/>
                    <a:pt x="182" y="404"/>
                  </a:cubicBezTo>
                  <a:cubicBezTo>
                    <a:pt x="183" y="404"/>
                    <a:pt x="183" y="404"/>
                    <a:pt x="183" y="404"/>
                  </a:cubicBezTo>
                  <a:cubicBezTo>
                    <a:pt x="185" y="404"/>
                    <a:pt x="185" y="404"/>
                    <a:pt x="185" y="404"/>
                  </a:cubicBezTo>
                  <a:cubicBezTo>
                    <a:pt x="344" y="346"/>
                    <a:pt x="341" y="219"/>
                    <a:pt x="339" y="108"/>
                  </a:cubicBezTo>
                  <a:cubicBezTo>
                    <a:pt x="339" y="85"/>
                    <a:pt x="339" y="85"/>
                    <a:pt x="339" y="85"/>
                  </a:cubicBezTo>
                  <a:cubicBezTo>
                    <a:pt x="335" y="85"/>
                    <a:pt x="335" y="85"/>
                    <a:pt x="335" y="85"/>
                  </a:cubicBezTo>
                  <a:cubicBezTo>
                    <a:pt x="274" y="82"/>
                    <a:pt x="227" y="64"/>
                    <a:pt x="186" y="28"/>
                  </a:cubicBezTo>
                  <a:cubicBezTo>
                    <a:pt x="183" y="26"/>
                    <a:pt x="183" y="26"/>
                    <a:pt x="183" y="26"/>
                  </a:cubicBezTo>
                  <a:lnTo>
                    <a:pt x="180" y="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6" name="Google Shape;1174;p34"/>
            <p:cNvSpPr/>
            <p:nvPr/>
          </p:nvSpPr>
          <p:spPr>
            <a:xfrm>
              <a:off x="3240088" y="3074988"/>
              <a:ext cx="107950" cy="77787"/>
            </a:xfrm>
            <a:custGeom>
              <a:avLst/>
              <a:gdLst/>
              <a:ahLst/>
              <a:cxnLst/>
              <a:rect l="l" t="t" r="r" b="b"/>
              <a:pathLst>
                <a:path w="160" h="117" extrusionOk="0">
                  <a:moveTo>
                    <a:pt x="133" y="6"/>
                  </a:moveTo>
                  <a:cubicBezTo>
                    <a:pt x="59" y="80"/>
                    <a:pt x="59" y="80"/>
                    <a:pt x="59" y="8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2" y="42"/>
                    <a:pt x="12" y="42"/>
                    <a:pt x="6" y="48"/>
                  </a:cubicBezTo>
                  <a:cubicBezTo>
                    <a:pt x="0" y="54"/>
                    <a:pt x="0" y="64"/>
                    <a:pt x="6" y="70"/>
                  </a:cubicBezTo>
                  <a:cubicBezTo>
                    <a:pt x="48" y="112"/>
                    <a:pt x="48" y="112"/>
                    <a:pt x="48" y="112"/>
                  </a:cubicBezTo>
                  <a:cubicBezTo>
                    <a:pt x="51" y="115"/>
                    <a:pt x="55" y="117"/>
                    <a:pt x="59" y="117"/>
                  </a:cubicBezTo>
                  <a:cubicBezTo>
                    <a:pt x="63" y="117"/>
                    <a:pt x="67" y="115"/>
                    <a:pt x="70" y="112"/>
                  </a:cubicBezTo>
                  <a:cubicBezTo>
                    <a:pt x="154" y="28"/>
                    <a:pt x="154" y="28"/>
                    <a:pt x="154" y="28"/>
                  </a:cubicBezTo>
                  <a:cubicBezTo>
                    <a:pt x="160" y="22"/>
                    <a:pt x="160" y="12"/>
                    <a:pt x="154" y="6"/>
                  </a:cubicBezTo>
                  <a:cubicBezTo>
                    <a:pt x="148" y="0"/>
                    <a:pt x="138" y="0"/>
                    <a:pt x="13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87" name="Google Shape;1175;p34"/>
          <p:cNvGrpSpPr/>
          <p:nvPr/>
        </p:nvGrpSpPr>
        <p:grpSpPr>
          <a:xfrm>
            <a:off x="6295407" y="4331432"/>
            <a:ext cx="426328" cy="497839"/>
            <a:chOff x="2571750" y="2960688"/>
            <a:chExt cx="246063" cy="287337"/>
          </a:xfrm>
          <a:solidFill>
            <a:schemeClr val="bg1">
              <a:lumMod val="75000"/>
            </a:schemeClr>
          </a:solidFill>
        </p:grpSpPr>
        <p:sp>
          <p:nvSpPr>
            <p:cNvPr id="488" name="Google Shape;1176;p34"/>
            <p:cNvSpPr/>
            <p:nvPr/>
          </p:nvSpPr>
          <p:spPr>
            <a:xfrm>
              <a:off x="2571750" y="2960688"/>
              <a:ext cx="246063" cy="287337"/>
            </a:xfrm>
            <a:custGeom>
              <a:avLst/>
              <a:gdLst/>
              <a:ahLst/>
              <a:cxnLst/>
              <a:rect l="l" t="t" r="r" b="b"/>
              <a:pathLst>
                <a:path w="365" h="427" extrusionOk="0">
                  <a:moveTo>
                    <a:pt x="182" y="427"/>
                  </a:moveTo>
                  <a:cubicBezTo>
                    <a:pt x="181" y="427"/>
                    <a:pt x="180" y="427"/>
                    <a:pt x="179" y="426"/>
                  </a:cubicBezTo>
                  <a:cubicBezTo>
                    <a:pt x="0" y="364"/>
                    <a:pt x="2" y="216"/>
                    <a:pt x="4" y="108"/>
                  </a:cubicBezTo>
                  <a:cubicBezTo>
                    <a:pt x="5" y="96"/>
                    <a:pt x="5" y="85"/>
                    <a:pt x="5" y="75"/>
                  </a:cubicBezTo>
                  <a:cubicBezTo>
                    <a:pt x="5" y="69"/>
                    <a:pt x="10" y="64"/>
                    <a:pt x="16" y="64"/>
                  </a:cubicBezTo>
                  <a:cubicBezTo>
                    <a:pt x="82" y="64"/>
                    <a:pt x="133" y="45"/>
                    <a:pt x="175" y="4"/>
                  </a:cubicBezTo>
                  <a:cubicBezTo>
                    <a:pt x="177" y="2"/>
                    <a:pt x="180" y="0"/>
                    <a:pt x="182" y="0"/>
                  </a:cubicBezTo>
                  <a:cubicBezTo>
                    <a:pt x="185" y="0"/>
                    <a:pt x="188" y="2"/>
                    <a:pt x="190" y="4"/>
                  </a:cubicBezTo>
                  <a:cubicBezTo>
                    <a:pt x="232" y="45"/>
                    <a:pt x="283" y="64"/>
                    <a:pt x="349" y="64"/>
                  </a:cubicBezTo>
                  <a:cubicBezTo>
                    <a:pt x="355" y="64"/>
                    <a:pt x="360" y="69"/>
                    <a:pt x="360" y="75"/>
                  </a:cubicBezTo>
                  <a:cubicBezTo>
                    <a:pt x="360" y="85"/>
                    <a:pt x="360" y="96"/>
                    <a:pt x="361" y="108"/>
                  </a:cubicBezTo>
                  <a:cubicBezTo>
                    <a:pt x="363" y="216"/>
                    <a:pt x="365" y="364"/>
                    <a:pt x="186" y="426"/>
                  </a:cubicBezTo>
                  <a:cubicBezTo>
                    <a:pt x="185" y="427"/>
                    <a:pt x="184" y="427"/>
                    <a:pt x="182" y="427"/>
                  </a:cubicBezTo>
                  <a:close/>
                  <a:moveTo>
                    <a:pt x="180" y="29"/>
                  </a:moveTo>
                  <a:cubicBezTo>
                    <a:pt x="138" y="65"/>
                    <a:pt x="91" y="83"/>
                    <a:pt x="31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6" y="109"/>
                    <a:pt x="26" y="109"/>
                    <a:pt x="26" y="109"/>
                  </a:cubicBezTo>
                  <a:cubicBezTo>
                    <a:pt x="24" y="220"/>
                    <a:pt x="22" y="346"/>
                    <a:pt x="181" y="404"/>
                  </a:cubicBezTo>
                  <a:cubicBezTo>
                    <a:pt x="182" y="405"/>
                    <a:pt x="182" y="405"/>
                    <a:pt x="182" y="405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343" y="346"/>
                    <a:pt x="341" y="220"/>
                    <a:pt x="339" y="109"/>
                  </a:cubicBezTo>
                  <a:cubicBezTo>
                    <a:pt x="338" y="85"/>
                    <a:pt x="338" y="85"/>
                    <a:pt x="338" y="85"/>
                  </a:cubicBezTo>
                  <a:cubicBezTo>
                    <a:pt x="334" y="85"/>
                    <a:pt x="334" y="85"/>
                    <a:pt x="334" y="85"/>
                  </a:cubicBezTo>
                  <a:cubicBezTo>
                    <a:pt x="274" y="83"/>
                    <a:pt x="227" y="65"/>
                    <a:pt x="185" y="29"/>
                  </a:cubicBezTo>
                  <a:cubicBezTo>
                    <a:pt x="182" y="26"/>
                    <a:pt x="182" y="26"/>
                    <a:pt x="182" y="26"/>
                  </a:cubicBezTo>
                  <a:lnTo>
                    <a:pt x="180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9" name="Google Shape;1177;p34"/>
            <p:cNvSpPr/>
            <p:nvPr/>
          </p:nvSpPr>
          <p:spPr>
            <a:xfrm>
              <a:off x="2633663" y="3059113"/>
              <a:ext cx="58738" cy="90487"/>
            </a:xfrm>
            <a:custGeom>
              <a:avLst/>
              <a:gdLst/>
              <a:ahLst/>
              <a:cxnLst/>
              <a:rect l="l" t="t" r="r" b="b"/>
              <a:pathLst>
                <a:path w="87" h="134" extrusionOk="0">
                  <a:moveTo>
                    <a:pt x="25" y="134"/>
                  </a:moveTo>
                  <a:cubicBezTo>
                    <a:pt x="6" y="134"/>
                    <a:pt x="0" y="127"/>
                    <a:pt x="0" y="10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6"/>
                    <a:pt x="8" y="0"/>
                    <a:pt x="17" y="0"/>
                  </a:cubicBezTo>
                  <a:cubicBezTo>
                    <a:pt x="25" y="0"/>
                    <a:pt x="33" y="6"/>
                    <a:pt x="33" y="17"/>
                  </a:cubicBezTo>
                  <a:cubicBezTo>
                    <a:pt x="33" y="100"/>
                    <a:pt x="33" y="100"/>
                    <a:pt x="33" y="100"/>
                  </a:cubicBezTo>
                  <a:cubicBezTo>
                    <a:pt x="33" y="104"/>
                    <a:pt x="34" y="105"/>
                    <a:pt x="38" y="105"/>
                  </a:cubicBezTo>
                  <a:cubicBezTo>
                    <a:pt x="74" y="105"/>
                    <a:pt x="74" y="105"/>
                    <a:pt x="74" y="105"/>
                  </a:cubicBezTo>
                  <a:cubicBezTo>
                    <a:pt x="84" y="105"/>
                    <a:pt x="87" y="112"/>
                    <a:pt x="87" y="119"/>
                  </a:cubicBezTo>
                  <a:cubicBezTo>
                    <a:pt x="87" y="126"/>
                    <a:pt x="84" y="134"/>
                    <a:pt x="74" y="134"/>
                  </a:cubicBezTo>
                  <a:lnTo>
                    <a:pt x="25" y="13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0" name="Google Shape;1178;p34"/>
            <p:cNvSpPr/>
            <p:nvPr/>
          </p:nvSpPr>
          <p:spPr>
            <a:xfrm>
              <a:off x="2697163" y="3060700"/>
              <a:ext cx="63500" cy="88900"/>
            </a:xfrm>
            <a:custGeom>
              <a:avLst/>
              <a:gdLst/>
              <a:ahLst/>
              <a:cxnLst/>
              <a:rect l="l" t="t" r="r" b="b"/>
              <a:pathLst>
                <a:path w="93" h="133" extrusionOk="0">
                  <a:moveTo>
                    <a:pt x="14" y="29"/>
                  </a:moveTo>
                  <a:cubicBezTo>
                    <a:pt x="4" y="29"/>
                    <a:pt x="0" y="21"/>
                    <a:pt x="0" y="15"/>
                  </a:cubicBezTo>
                  <a:cubicBezTo>
                    <a:pt x="0" y="8"/>
                    <a:pt x="4" y="0"/>
                    <a:pt x="14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85" y="0"/>
                    <a:pt x="93" y="10"/>
                    <a:pt x="88" y="26"/>
                  </a:cubicBezTo>
                  <a:cubicBezTo>
                    <a:pt x="54" y="133"/>
                    <a:pt x="54" y="133"/>
                    <a:pt x="54" y="133"/>
                  </a:cubicBezTo>
                  <a:cubicBezTo>
                    <a:pt x="21" y="133"/>
                    <a:pt x="21" y="133"/>
                    <a:pt x="21" y="133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4" y="30"/>
                    <a:pt x="53" y="29"/>
                    <a:pt x="49" y="29"/>
                  </a:cubicBezTo>
                  <a:lnTo>
                    <a:pt x="14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91" name="Google Shape;1179;p34"/>
          <p:cNvGrpSpPr/>
          <p:nvPr/>
        </p:nvGrpSpPr>
        <p:grpSpPr>
          <a:xfrm>
            <a:off x="7051911" y="2844026"/>
            <a:ext cx="470336" cy="467585"/>
            <a:chOff x="3868738" y="2959100"/>
            <a:chExt cx="271463" cy="269875"/>
          </a:xfrm>
          <a:solidFill>
            <a:schemeClr val="bg1">
              <a:lumMod val="75000"/>
            </a:schemeClr>
          </a:solidFill>
        </p:grpSpPr>
        <p:sp>
          <p:nvSpPr>
            <p:cNvPr id="492" name="Google Shape;1180;p34"/>
            <p:cNvSpPr/>
            <p:nvPr/>
          </p:nvSpPr>
          <p:spPr>
            <a:xfrm>
              <a:off x="3949700" y="3040063"/>
              <a:ext cx="30163" cy="114300"/>
            </a:xfrm>
            <a:custGeom>
              <a:avLst/>
              <a:gdLst/>
              <a:ahLst/>
              <a:cxnLst/>
              <a:rect l="l" t="t" r="r" b="b"/>
              <a:pathLst>
                <a:path w="43" h="169" extrusionOk="0">
                  <a:moveTo>
                    <a:pt x="0" y="21"/>
                  </a:moveTo>
                  <a:cubicBezTo>
                    <a:pt x="0" y="6"/>
                    <a:pt x="10" y="0"/>
                    <a:pt x="22" y="0"/>
                  </a:cubicBezTo>
                  <a:cubicBezTo>
                    <a:pt x="33" y="0"/>
                    <a:pt x="43" y="6"/>
                    <a:pt x="43" y="21"/>
                  </a:cubicBezTo>
                  <a:cubicBezTo>
                    <a:pt x="43" y="169"/>
                    <a:pt x="43" y="169"/>
                    <a:pt x="43" y="169"/>
                  </a:cubicBezTo>
                  <a:cubicBezTo>
                    <a:pt x="0" y="169"/>
                    <a:pt x="0" y="169"/>
                    <a:pt x="0" y="169"/>
                  </a:cubicBezTo>
                  <a:lnTo>
                    <a:pt x="0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3" name="Google Shape;1181;p34"/>
            <p:cNvSpPr/>
            <p:nvPr/>
          </p:nvSpPr>
          <p:spPr>
            <a:xfrm>
              <a:off x="3994150" y="3041650"/>
              <a:ext cx="87313" cy="112712"/>
            </a:xfrm>
            <a:custGeom>
              <a:avLst/>
              <a:gdLst/>
              <a:ahLst/>
              <a:cxnLst/>
              <a:rect l="l" t="t" r="r" b="b"/>
              <a:pathLst>
                <a:path w="129" h="168" extrusionOk="0">
                  <a:moveTo>
                    <a:pt x="43" y="118"/>
                  </a:moveTo>
                  <a:cubicBezTo>
                    <a:pt x="43" y="168"/>
                    <a:pt x="43" y="168"/>
                    <a:pt x="43" y="168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9"/>
                    <a:pt x="8" y="0"/>
                    <a:pt x="32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103" y="0"/>
                    <a:pt x="129" y="18"/>
                    <a:pt x="129" y="57"/>
                  </a:cubicBezTo>
                  <a:cubicBezTo>
                    <a:pt x="129" y="61"/>
                    <a:pt x="129" y="61"/>
                    <a:pt x="129" y="61"/>
                  </a:cubicBezTo>
                  <a:cubicBezTo>
                    <a:pt x="129" y="100"/>
                    <a:pt x="103" y="118"/>
                    <a:pt x="68" y="118"/>
                  </a:cubicBezTo>
                  <a:lnTo>
                    <a:pt x="43" y="118"/>
                  </a:lnTo>
                  <a:close/>
                  <a:moveTo>
                    <a:pt x="43" y="82"/>
                  </a:moveTo>
                  <a:cubicBezTo>
                    <a:pt x="66" y="82"/>
                    <a:pt x="66" y="82"/>
                    <a:pt x="66" y="82"/>
                  </a:cubicBezTo>
                  <a:cubicBezTo>
                    <a:pt x="80" y="82"/>
                    <a:pt x="88" y="71"/>
                    <a:pt x="88" y="60"/>
                  </a:cubicBezTo>
                  <a:cubicBezTo>
                    <a:pt x="88" y="58"/>
                    <a:pt x="88" y="58"/>
                    <a:pt x="88" y="58"/>
                  </a:cubicBezTo>
                  <a:cubicBezTo>
                    <a:pt x="88" y="46"/>
                    <a:pt x="80" y="36"/>
                    <a:pt x="66" y="36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44" y="36"/>
                    <a:pt x="43" y="37"/>
                    <a:pt x="43" y="42"/>
                  </a:cubicBezTo>
                  <a:lnTo>
                    <a:pt x="43" y="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4" name="Google Shape;1182;p34"/>
            <p:cNvSpPr/>
            <p:nvPr/>
          </p:nvSpPr>
          <p:spPr>
            <a:xfrm>
              <a:off x="3868738" y="2959100"/>
              <a:ext cx="271463" cy="269875"/>
            </a:xfrm>
            <a:custGeom>
              <a:avLst/>
              <a:gdLst/>
              <a:ahLst/>
              <a:cxnLst/>
              <a:rect l="l" t="t" r="r" b="b"/>
              <a:pathLst>
                <a:path w="401" h="401" extrusionOk="0">
                  <a:moveTo>
                    <a:pt x="200" y="0"/>
                  </a:moveTo>
                  <a:cubicBezTo>
                    <a:pt x="90" y="0"/>
                    <a:pt x="0" y="90"/>
                    <a:pt x="0" y="201"/>
                  </a:cubicBezTo>
                  <a:cubicBezTo>
                    <a:pt x="0" y="311"/>
                    <a:pt x="90" y="401"/>
                    <a:pt x="200" y="401"/>
                  </a:cubicBezTo>
                  <a:cubicBezTo>
                    <a:pt x="311" y="401"/>
                    <a:pt x="401" y="311"/>
                    <a:pt x="401" y="201"/>
                  </a:cubicBezTo>
                  <a:cubicBezTo>
                    <a:pt x="401" y="90"/>
                    <a:pt x="311" y="0"/>
                    <a:pt x="200" y="0"/>
                  </a:cubicBezTo>
                  <a:close/>
                  <a:moveTo>
                    <a:pt x="200" y="26"/>
                  </a:moveTo>
                  <a:cubicBezTo>
                    <a:pt x="243" y="26"/>
                    <a:pt x="282" y="41"/>
                    <a:pt x="313" y="67"/>
                  </a:cubicBezTo>
                  <a:cubicBezTo>
                    <a:pt x="66" y="313"/>
                    <a:pt x="66" y="313"/>
                    <a:pt x="66" y="313"/>
                  </a:cubicBezTo>
                  <a:cubicBezTo>
                    <a:pt x="40" y="283"/>
                    <a:pt x="25" y="244"/>
                    <a:pt x="25" y="201"/>
                  </a:cubicBezTo>
                  <a:cubicBezTo>
                    <a:pt x="25" y="104"/>
                    <a:pt x="103" y="26"/>
                    <a:pt x="200" y="26"/>
                  </a:cubicBezTo>
                  <a:close/>
                  <a:moveTo>
                    <a:pt x="200" y="376"/>
                  </a:moveTo>
                  <a:cubicBezTo>
                    <a:pt x="155" y="376"/>
                    <a:pt x="114" y="359"/>
                    <a:pt x="83" y="331"/>
                  </a:cubicBezTo>
                  <a:cubicBezTo>
                    <a:pt x="331" y="84"/>
                    <a:pt x="331" y="84"/>
                    <a:pt x="331" y="84"/>
                  </a:cubicBezTo>
                  <a:cubicBezTo>
                    <a:pt x="358" y="115"/>
                    <a:pt x="375" y="156"/>
                    <a:pt x="375" y="201"/>
                  </a:cubicBezTo>
                  <a:cubicBezTo>
                    <a:pt x="375" y="298"/>
                    <a:pt x="297" y="376"/>
                    <a:pt x="200" y="37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95" name="Google Shape;1183;p34"/>
          <p:cNvGrpSpPr/>
          <p:nvPr/>
        </p:nvGrpSpPr>
        <p:grpSpPr>
          <a:xfrm>
            <a:off x="6291986" y="3563655"/>
            <a:ext cx="433170" cy="478221"/>
            <a:chOff x="2179638" y="2984500"/>
            <a:chExt cx="198437" cy="219075"/>
          </a:xfrm>
          <a:solidFill>
            <a:schemeClr val="bg1">
              <a:lumMod val="75000"/>
            </a:schemeClr>
          </a:solidFill>
        </p:grpSpPr>
        <p:sp>
          <p:nvSpPr>
            <p:cNvPr id="496" name="Google Shape;1184;p34"/>
            <p:cNvSpPr/>
            <p:nvPr/>
          </p:nvSpPr>
          <p:spPr>
            <a:xfrm>
              <a:off x="2295525" y="3105150"/>
              <a:ext cx="77788" cy="98425"/>
            </a:xfrm>
            <a:custGeom>
              <a:avLst/>
              <a:gdLst/>
              <a:ahLst/>
              <a:cxnLst/>
              <a:rect l="l" t="t" r="r" b="b"/>
              <a:pathLst>
                <a:path w="115" h="146" extrusionOk="0">
                  <a:moveTo>
                    <a:pt x="0" y="71"/>
                  </a:moveTo>
                  <a:cubicBezTo>
                    <a:pt x="0" y="146"/>
                    <a:pt x="0" y="146"/>
                    <a:pt x="0" y="146"/>
                  </a:cubicBezTo>
                  <a:cubicBezTo>
                    <a:pt x="74" y="112"/>
                    <a:pt x="103" y="58"/>
                    <a:pt x="115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0" y="34"/>
                    <a:pt x="34" y="61"/>
                    <a:pt x="0" y="7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7" name="Google Shape;1185;p34"/>
            <p:cNvSpPr/>
            <p:nvPr/>
          </p:nvSpPr>
          <p:spPr>
            <a:xfrm>
              <a:off x="2295525" y="2984500"/>
              <a:ext cx="82550" cy="85725"/>
            </a:xfrm>
            <a:custGeom>
              <a:avLst/>
              <a:gdLst/>
              <a:ahLst/>
              <a:cxnLst/>
              <a:rect l="l" t="t" r="r" b="b"/>
              <a:pathLst>
                <a:path w="122" h="128" extrusionOk="0">
                  <a:moveTo>
                    <a:pt x="67" y="128"/>
                  </a:moveTo>
                  <a:cubicBezTo>
                    <a:pt x="121" y="128"/>
                    <a:pt x="121" y="128"/>
                    <a:pt x="121" y="128"/>
                  </a:cubicBezTo>
                  <a:cubicBezTo>
                    <a:pt x="122" y="104"/>
                    <a:pt x="121" y="79"/>
                    <a:pt x="121" y="55"/>
                  </a:cubicBezTo>
                  <a:cubicBezTo>
                    <a:pt x="121" y="49"/>
                    <a:pt x="121" y="43"/>
                    <a:pt x="121" y="37"/>
                  </a:cubicBezTo>
                  <a:cubicBezTo>
                    <a:pt x="74" y="35"/>
                    <a:pt x="34" y="23"/>
                    <a:pt x="0" y="0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2" y="72"/>
                    <a:pt x="57" y="96"/>
                    <a:pt x="67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8" name="Google Shape;1186;p34"/>
            <p:cNvSpPr/>
            <p:nvPr/>
          </p:nvSpPr>
          <p:spPr>
            <a:xfrm>
              <a:off x="2184400" y="3105150"/>
              <a:ext cx="77788" cy="98425"/>
            </a:xfrm>
            <a:custGeom>
              <a:avLst/>
              <a:gdLst/>
              <a:ahLst/>
              <a:cxnLst/>
              <a:rect l="l" t="t" r="r" b="b"/>
              <a:pathLst>
                <a:path w="115" h="146" extrusionOk="0">
                  <a:moveTo>
                    <a:pt x="4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58"/>
                    <a:pt x="41" y="112"/>
                    <a:pt x="115" y="14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81" y="61"/>
                    <a:pt x="55" y="34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9" name="Google Shape;1187;p34"/>
            <p:cNvSpPr/>
            <p:nvPr/>
          </p:nvSpPr>
          <p:spPr>
            <a:xfrm>
              <a:off x="2179638" y="2984500"/>
              <a:ext cx="82550" cy="85725"/>
            </a:xfrm>
            <a:custGeom>
              <a:avLst/>
              <a:gdLst/>
              <a:ahLst/>
              <a:cxnLst/>
              <a:rect l="l" t="t" r="r" b="b"/>
              <a:pathLst>
                <a:path w="122" h="128" extrusionOk="0">
                  <a:moveTo>
                    <a:pt x="122" y="63"/>
                  </a:moveTo>
                  <a:cubicBezTo>
                    <a:pt x="122" y="0"/>
                    <a:pt x="122" y="0"/>
                    <a:pt x="122" y="0"/>
                  </a:cubicBezTo>
                  <a:cubicBezTo>
                    <a:pt x="88" y="23"/>
                    <a:pt x="48" y="35"/>
                    <a:pt x="1" y="37"/>
                  </a:cubicBezTo>
                  <a:cubicBezTo>
                    <a:pt x="1" y="43"/>
                    <a:pt x="1" y="49"/>
                    <a:pt x="1" y="55"/>
                  </a:cubicBezTo>
                  <a:cubicBezTo>
                    <a:pt x="1" y="79"/>
                    <a:pt x="0" y="104"/>
                    <a:pt x="1" y="128"/>
                  </a:cubicBezTo>
                  <a:cubicBezTo>
                    <a:pt x="55" y="128"/>
                    <a:pt x="55" y="128"/>
                    <a:pt x="55" y="128"/>
                  </a:cubicBezTo>
                  <a:cubicBezTo>
                    <a:pt x="65" y="96"/>
                    <a:pt x="90" y="72"/>
                    <a:pt x="122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0" name="Google Shape;1188;p34"/>
            <p:cNvSpPr/>
            <p:nvPr/>
          </p:nvSpPr>
          <p:spPr>
            <a:xfrm>
              <a:off x="2243138" y="3052763"/>
              <a:ext cx="71438" cy="73025"/>
            </a:xfrm>
            <a:custGeom>
              <a:avLst/>
              <a:gdLst/>
              <a:ahLst/>
              <a:cxnLst/>
              <a:rect l="l" t="t" r="r" b="b"/>
              <a:pathLst>
                <a:path w="107" h="108" extrusionOk="0">
                  <a:moveTo>
                    <a:pt x="99" y="26"/>
                  </a:moveTo>
                  <a:cubicBezTo>
                    <a:pt x="94" y="18"/>
                    <a:pt x="87" y="11"/>
                    <a:pt x="79" y="7"/>
                  </a:cubicBezTo>
                  <a:cubicBezTo>
                    <a:pt x="71" y="3"/>
                    <a:pt x="63" y="0"/>
                    <a:pt x="53" y="0"/>
                  </a:cubicBezTo>
                  <a:cubicBezTo>
                    <a:pt x="44" y="0"/>
                    <a:pt x="36" y="3"/>
                    <a:pt x="28" y="7"/>
                  </a:cubicBezTo>
                  <a:cubicBezTo>
                    <a:pt x="20" y="11"/>
                    <a:pt x="13" y="18"/>
                    <a:pt x="8" y="26"/>
                  </a:cubicBezTo>
                  <a:cubicBezTo>
                    <a:pt x="3" y="34"/>
                    <a:pt x="0" y="44"/>
                    <a:pt x="0" y="54"/>
                  </a:cubicBezTo>
                  <a:cubicBezTo>
                    <a:pt x="0" y="62"/>
                    <a:pt x="1" y="70"/>
                    <a:pt x="4" y="77"/>
                  </a:cubicBezTo>
                  <a:cubicBezTo>
                    <a:pt x="9" y="87"/>
                    <a:pt x="18" y="96"/>
                    <a:pt x="28" y="102"/>
                  </a:cubicBezTo>
                  <a:cubicBezTo>
                    <a:pt x="36" y="106"/>
                    <a:pt x="44" y="108"/>
                    <a:pt x="53" y="108"/>
                  </a:cubicBezTo>
                  <a:cubicBezTo>
                    <a:pt x="63" y="108"/>
                    <a:pt x="71" y="106"/>
                    <a:pt x="79" y="102"/>
                  </a:cubicBezTo>
                  <a:cubicBezTo>
                    <a:pt x="89" y="96"/>
                    <a:pt x="98" y="87"/>
                    <a:pt x="102" y="77"/>
                  </a:cubicBezTo>
                  <a:cubicBezTo>
                    <a:pt x="106" y="70"/>
                    <a:pt x="107" y="62"/>
                    <a:pt x="107" y="54"/>
                  </a:cubicBezTo>
                  <a:cubicBezTo>
                    <a:pt x="107" y="44"/>
                    <a:pt x="104" y="34"/>
                    <a:pt x="99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01" name="Google Shape;1189;p34"/>
          <p:cNvGrpSpPr/>
          <p:nvPr/>
        </p:nvGrpSpPr>
        <p:grpSpPr>
          <a:xfrm>
            <a:off x="664368" y="4313287"/>
            <a:ext cx="268288" cy="482600"/>
            <a:chOff x="10431743" y="3337985"/>
            <a:chExt cx="268288" cy="482600"/>
          </a:xfrm>
          <a:solidFill>
            <a:schemeClr val="bg1">
              <a:lumMod val="75000"/>
            </a:schemeClr>
          </a:solidFill>
        </p:grpSpPr>
        <p:sp>
          <p:nvSpPr>
            <p:cNvPr id="502" name="Google Shape;1190;p34"/>
            <p:cNvSpPr/>
            <p:nvPr/>
          </p:nvSpPr>
          <p:spPr>
            <a:xfrm>
              <a:off x="10431743" y="3337985"/>
              <a:ext cx="268288" cy="482600"/>
            </a:xfrm>
            <a:custGeom>
              <a:avLst/>
              <a:gdLst/>
              <a:ahLst/>
              <a:cxnLst/>
              <a:rect l="l" t="t" r="r" b="b"/>
              <a:pathLst>
                <a:path w="397" h="715" extrusionOk="0">
                  <a:moveTo>
                    <a:pt x="345" y="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23" y="0"/>
                    <a:pt x="0" y="23"/>
                    <a:pt x="0" y="5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691"/>
                    <a:pt x="23" y="715"/>
                    <a:pt x="52" y="715"/>
                  </a:cubicBezTo>
                  <a:cubicBezTo>
                    <a:pt x="345" y="715"/>
                    <a:pt x="345" y="715"/>
                    <a:pt x="345" y="715"/>
                  </a:cubicBezTo>
                  <a:cubicBezTo>
                    <a:pt x="374" y="715"/>
                    <a:pt x="397" y="691"/>
                    <a:pt x="397" y="662"/>
                  </a:cubicBezTo>
                  <a:cubicBezTo>
                    <a:pt x="397" y="52"/>
                    <a:pt x="397" y="52"/>
                    <a:pt x="397" y="52"/>
                  </a:cubicBezTo>
                  <a:cubicBezTo>
                    <a:pt x="397" y="23"/>
                    <a:pt x="374" y="0"/>
                    <a:pt x="345" y="0"/>
                  </a:cubicBezTo>
                  <a:close/>
                  <a:moveTo>
                    <a:pt x="28" y="588"/>
                  </a:moveTo>
                  <a:cubicBezTo>
                    <a:pt x="369" y="588"/>
                    <a:pt x="369" y="588"/>
                    <a:pt x="369" y="588"/>
                  </a:cubicBezTo>
                  <a:cubicBezTo>
                    <a:pt x="369" y="662"/>
                    <a:pt x="369" y="662"/>
                    <a:pt x="369" y="662"/>
                  </a:cubicBezTo>
                  <a:cubicBezTo>
                    <a:pt x="369" y="676"/>
                    <a:pt x="358" y="686"/>
                    <a:pt x="345" y="686"/>
                  </a:cubicBezTo>
                  <a:cubicBezTo>
                    <a:pt x="52" y="686"/>
                    <a:pt x="52" y="686"/>
                    <a:pt x="52" y="686"/>
                  </a:cubicBezTo>
                  <a:cubicBezTo>
                    <a:pt x="39" y="686"/>
                    <a:pt x="28" y="676"/>
                    <a:pt x="28" y="662"/>
                  </a:cubicBezTo>
                  <a:lnTo>
                    <a:pt x="28" y="588"/>
                  </a:lnTo>
                  <a:close/>
                  <a:moveTo>
                    <a:pt x="369" y="108"/>
                  </a:moveTo>
                  <a:cubicBezTo>
                    <a:pt x="369" y="560"/>
                    <a:pt x="369" y="560"/>
                    <a:pt x="369" y="560"/>
                  </a:cubicBezTo>
                  <a:cubicBezTo>
                    <a:pt x="28" y="560"/>
                    <a:pt x="28" y="560"/>
                    <a:pt x="28" y="560"/>
                  </a:cubicBezTo>
                  <a:cubicBezTo>
                    <a:pt x="28" y="108"/>
                    <a:pt x="28" y="108"/>
                    <a:pt x="28" y="108"/>
                  </a:cubicBezTo>
                  <a:lnTo>
                    <a:pt x="369" y="108"/>
                  </a:lnTo>
                  <a:close/>
                  <a:moveTo>
                    <a:pt x="52" y="28"/>
                  </a:moveTo>
                  <a:cubicBezTo>
                    <a:pt x="345" y="28"/>
                    <a:pt x="345" y="28"/>
                    <a:pt x="345" y="28"/>
                  </a:cubicBezTo>
                  <a:cubicBezTo>
                    <a:pt x="358" y="28"/>
                    <a:pt x="369" y="39"/>
                    <a:pt x="369" y="52"/>
                  </a:cubicBezTo>
                  <a:cubicBezTo>
                    <a:pt x="369" y="80"/>
                    <a:pt x="369" y="80"/>
                    <a:pt x="369" y="80"/>
                  </a:cubicBezTo>
                  <a:cubicBezTo>
                    <a:pt x="28" y="80"/>
                    <a:pt x="28" y="80"/>
                    <a:pt x="28" y="80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39"/>
                    <a:pt x="39" y="28"/>
                    <a:pt x="52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3" name="Google Shape;1191;p34"/>
            <p:cNvSpPr/>
            <p:nvPr/>
          </p:nvSpPr>
          <p:spPr>
            <a:xfrm>
              <a:off x="10546043" y="3750735"/>
              <a:ext cx="36513" cy="365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04" name="Google Shape;1192;p34"/>
          <p:cNvSpPr/>
          <p:nvPr/>
        </p:nvSpPr>
        <p:spPr>
          <a:xfrm>
            <a:off x="3036404" y="5898707"/>
            <a:ext cx="426180" cy="425058"/>
          </a:xfrm>
          <a:custGeom>
            <a:avLst/>
            <a:gdLst/>
            <a:ahLst/>
            <a:cxnLst/>
            <a:rect l="l" t="t" r="r" b="b"/>
            <a:pathLst>
              <a:path w="892" h="892" extrusionOk="0">
                <a:moveTo>
                  <a:pt x="446" y="0"/>
                </a:moveTo>
                <a:cubicBezTo>
                  <a:pt x="224" y="0"/>
                  <a:pt x="0" y="49"/>
                  <a:pt x="0" y="142"/>
                </a:cubicBezTo>
                <a:cubicBezTo>
                  <a:pt x="0" y="750"/>
                  <a:pt x="0" y="750"/>
                  <a:pt x="0" y="750"/>
                </a:cubicBezTo>
                <a:cubicBezTo>
                  <a:pt x="0" y="843"/>
                  <a:pt x="224" y="892"/>
                  <a:pt x="446" y="892"/>
                </a:cubicBezTo>
                <a:cubicBezTo>
                  <a:pt x="667" y="892"/>
                  <a:pt x="892" y="843"/>
                  <a:pt x="892" y="750"/>
                </a:cubicBezTo>
                <a:cubicBezTo>
                  <a:pt x="892" y="142"/>
                  <a:pt x="892" y="142"/>
                  <a:pt x="892" y="142"/>
                </a:cubicBezTo>
                <a:cubicBezTo>
                  <a:pt x="892" y="49"/>
                  <a:pt x="667" y="0"/>
                  <a:pt x="446" y="0"/>
                </a:cubicBezTo>
                <a:close/>
                <a:moveTo>
                  <a:pt x="851" y="750"/>
                </a:moveTo>
                <a:cubicBezTo>
                  <a:pt x="851" y="791"/>
                  <a:pt x="693" y="851"/>
                  <a:pt x="446" y="851"/>
                </a:cubicBezTo>
                <a:cubicBezTo>
                  <a:pt x="198" y="851"/>
                  <a:pt x="40" y="791"/>
                  <a:pt x="40" y="750"/>
                </a:cubicBezTo>
                <a:cubicBezTo>
                  <a:pt x="40" y="610"/>
                  <a:pt x="40" y="610"/>
                  <a:pt x="40" y="610"/>
                </a:cubicBezTo>
                <a:cubicBezTo>
                  <a:pt x="115" y="662"/>
                  <a:pt x="281" y="689"/>
                  <a:pt x="446" y="689"/>
                </a:cubicBezTo>
                <a:cubicBezTo>
                  <a:pt x="610" y="689"/>
                  <a:pt x="777" y="662"/>
                  <a:pt x="851" y="610"/>
                </a:cubicBezTo>
                <a:lnTo>
                  <a:pt x="851" y="750"/>
                </a:lnTo>
                <a:close/>
                <a:moveTo>
                  <a:pt x="851" y="547"/>
                </a:moveTo>
                <a:cubicBezTo>
                  <a:pt x="851" y="589"/>
                  <a:pt x="693" y="649"/>
                  <a:pt x="446" y="649"/>
                </a:cubicBezTo>
                <a:cubicBezTo>
                  <a:pt x="198" y="649"/>
                  <a:pt x="40" y="589"/>
                  <a:pt x="40" y="547"/>
                </a:cubicBezTo>
                <a:cubicBezTo>
                  <a:pt x="40" y="407"/>
                  <a:pt x="40" y="407"/>
                  <a:pt x="40" y="407"/>
                </a:cubicBezTo>
                <a:cubicBezTo>
                  <a:pt x="115" y="460"/>
                  <a:pt x="281" y="487"/>
                  <a:pt x="446" y="487"/>
                </a:cubicBezTo>
                <a:cubicBezTo>
                  <a:pt x="610" y="487"/>
                  <a:pt x="777" y="460"/>
                  <a:pt x="851" y="407"/>
                </a:cubicBezTo>
                <a:lnTo>
                  <a:pt x="851" y="547"/>
                </a:lnTo>
                <a:close/>
                <a:moveTo>
                  <a:pt x="851" y="345"/>
                </a:moveTo>
                <a:cubicBezTo>
                  <a:pt x="851" y="386"/>
                  <a:pt x="693" y="446"/>
                  <a:pt x="446" y="446"/>
                </a:cubicBezTo>
                <a:cubicBezTo>
                  <a:pt x="198" y="446"/>
                  <a:pt x="40" y="386"/>
                  <a:pt x="40" y="345"/>
                </a:cubicBezTo>
                <a:cubicBezTo>
                  <a:pt x="40" y="205"/>
                  <a:pt x="40" y="205"/>
                  <a:pt x="40" y="205"/>
                </a:cubicBezTo>
                <a:cubicBezTo>
                  <a:pt x="115" y="257"/>
                  <a:pt x="281" y="284"/>
                  <a:pt x="446" y="284"/>
                </a:cubicBezTo>
                <a:cubicBezTo>
                  <a:pt x="610" y="284"/>
                  <a:pt x="777" y="257"/>
                  <a:pt x="851" y="205"/>
                </a:cubicBezTo>
                <a:lnTo>
                  <a:pt x="851" y="345"/>
                </a:lnTo>
                <a:close/>
                <a:moveTo>
                  <a:pt x="446" y="243"/>
                </a:moveTo>
                <a:cubicBezTo>
                  <a:pt x="198" y="243"/>
                  <a:pt x="40" y="183"/>
                  <a:pt x="40" y="142"/>
                </a:cubicBezTo>
                <a:cubicBezTo>
                  <a:pt x="40" y="101"/>
                  <a:pt x="198" y="41"/>
                  <a:pt x="446" y="41"/>
                </a:cubicBezTo>
                <a:cubicBezTo>
                  <a:pt x="693" y="41"/>
                  <a:pt x="851" y="101"/>
                  <a:pt x="851" y="142"/>
                </a:cubicBezTo>
                <a:cubicBezTo>
                  <a:pt x="851" y="183"/>
                  <a:pt x="693" y="243"/>
                  <a:pt x="446" y="24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05" name="Google Shape;1193;p34"/>
          <p:cNvGrpSpPr/>
          <p:nvPr/>
        </p:nvGrpSpPr>
        <p:grpSpPr>
          <a:xfrm>
            <a:off x="8705087" y="564671"/>
            <a:ext cx="439737" cy="388937"/>
            <a:chOff x="2355850" y="-3468688"/>
            <a:chExt cx="439737" cy="388937"/>
          </a:xfrm>
          <a:solidFill>
            <a:schemeClr val="bg1">
              <a:lumMod val="75000"/>
            </a:schemeClr>
          </a:solidFill>
        </p:grpSpPr>
        <p:sp>
          <p:nvSpPr>
            <p:cNvPr id="506" name="Google Shape;1194;p34"/>
            <p:cNvSpPr/>
            <p:nvPr/>
          </p:nvSpPr>
          <p:spPr>
            <a:xfrm>
              <a:off x="2501900" y="-3468688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192" y="96"/>
                  </a:moveTo>
                  <a:cubicBezTo>
                    <a:pt x="192" y="149"/>
                    <a:pt x="149" y="192"/>
                    <a:pt x="96" y="192"/>
                  </a:cubicBezTo>
                  <a:cubicBezTo>
                    <a:pt x="43" y="192"/>
                    <a:pt x="0" y="149"/>
                    <a:pt x="0" y="96"/>
                  </a:cubicBezTo>
                  <a:cubicBezTo>
                    <a:pt x="0" y="43"/>
                    <a:pt x="43" y="0"/>
                    <a:pt x="96" y="0"/>
                  </a:cubicBezTo>
                  <a:cubicBezTo>
                    <a:pt x="121" y="0"/>
                    <a:pt x="146" y="10"/>
                    <a:pt x="164" y="28"/>
                  </a:cubicBezTo>
                  <a:cubicBezTo>
                    <a:pt x="182" y="46"/>
                    <a:pt x="192" y="71"/>
                    <a:pt x="192" y="96"/>
                  </a:cubicBezTo>
                  <a:close/>
                  <a:moveTo>
                    <a:pt x="192" y="96"/>
                  </a:moveTo>
                  <a:cubicBezTo>
                    <a:pt x="192" y="96"/>
                    <a:pt x="192" y="96"/>
                    <a:pt x="192" y="96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7" name="Google Shape;1195;p34"/>
            <p:cNvSpPr/>
            <p:nvPr/>
          </p:nvSpPr>
          <p:spPr>
            <a:xfrm>
              <a:off x="2679700" y="-3413126"/>
              <a:ext cx="95250" cy="93662"/>
            </a:xfrm>
            <a:custGeom>
              <a:avLst/>
              <a:gdLst/>
              <a:ahLst/>
              <a:cxnLst/>
              <a:rect l="l" t="t" r="r" b="b"/>
              <a:pathLst>
                <a:path w="122" h="121" extrusionOk="0">
                  <a:moveTo>
                    <a:pt x="122" y="61"/>
                  </a:moveTo>
                  <a:cubicBezTo>
                    <a:pt x="122" y="94"/>
                    <a:pt x="94" y="121"/>
                    <a:pt x="61" y="121"/>
                  </a:cubicBezTo>
                  <a:cubicBezTo>
                    <a:pt x="27" y="121"/>
                    <a:pt x="0" y="94"/>
                    <a:pt x="0" y="61"/>
                  </a:cubicBezTo>
                  <a:cubicBezTo>
                    <a:pt x="0" y="27"/>
                    <a:pt x="27" y="0"/>
                    <a:pt x="61" y="0"/>
                  </a:cubicBezTo>
                  <a:cubicBezTo>
                    <a:pt x="94" y="0"/>
                    <a:pt x="122" y="27"/>
                    <a:pt x="122" y="61"/>
                  </a:cubicBezTo>
                  <a:close/>
                  <a:moveTo>
                    <a:pt x="122" y="61"/>
                  </a:moveTo>
                  <a:cubicBezTo>
                    <a:pt x="122" y="61"/>
                    <a:pt x="122" y="61"/>
                    <a:pt x="122" y="6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8" name="Google Shape;1196;p34"/>
            <p:cNvSpPr/>
            <p:nvPr/>
          </p:nvSpPr>
          <p:spPr>
            <a:xfrm>
              <a:off x="2378075" y="-3413126"/>
              <a:ext cx="93663" cy="93662"/>
            </a:xfrm>
            <a:custGeom>
              <a:avLst/>
              <a:gdLst/>
              <a:ahLst/>
              <a:cxnLst/>
              <a:rect l="l" t="t" r="r" b="b"/>
              <a:pathLst>
                <a:path w="122" h="121" extrusionOk="0">
                  <a:moveTo>
                    <a:pt x="122" y="61"/>
                  </a:moveTo>
                  <a:cubicBezTo>
                    <a:pt x="122" y="94"/>
                    <a:pt x="95" y="121"/>
                    <a:pt x="61" y="121"/>
                  </a:cubicBezTo>
                  <a:cubicBezTo>
                    <a:pt x="27" y="121"/>
                    <a:pt x="0" y="94"/>
                    <a:pt x="0" y="61"/>
                  </a:cubicBezTo>
                  <a:cubicBezTo>
                    <a:pt x="0" y="27"/>
                    <a:pt x="27" y="0"/>
                    <a:pt x="61" y="0"/>
                  </a:cubicBezTo>
                  <a:cubicBezTo>
                    <a:pt x="95" y="0"/>
                    <a:pt x="122" y="27"/>
                    <a:pt x="122" y="61"/>
                  </a:cubicBezTo>
                  <a:close/>
                  <a:moveTo>
                    <a:pt x="122" y="61"/>
                  </a:moveTo>
                  <a:cubicBezTo>
                    <a:pt x="122" y="61"/>
                    <a:pt x="122" y="61"/>
                    <a:pt x="122" y="6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9" name="Google Shape;1197;p34"/>
            <p:cNvSpPr/>
            <p:nvPr/>
          </p:nvSpPr>
          <p:spPr>
            <a:xfrm>
              <a:off x="2355850" y="-3292476"/>
              <a:ext cx="115888" cy="180975"/>
            </a:xfrm>
            <a:custGeom>
              <a:avLst/>
              <a:gdLst/>
              <a:ahLst/>
              <a:cxnLst/>
              <a:rect l="l" t="t" r="r" b="b"/>
              <a:pathLst>
                <a:path w="149" h="233" extrusionOk="0">
                  <a:moveTo>
                    <a:pt x="149" y="20"/>
                  </a:moveTo>
                  <a:cubicBezTo>
                    <a:pt x="125" y="0"/>
                    <a:pt x="103" y="3"/>
                    <a:pt x="76" y="3"/>
                  </a:cubicBezTo>
                  <a:cubicBezTo>
                    <a:pt x="34" y="3"/>
                    <a:pt x="0" y="37"/>
                    <a:pt x="0" y="78"/>
                  </a:cubicBezTo>
                  <a:cubicBezTo>
                    <a:pt x="0" y="199"/>
                    <a:pt x="0" y="199"/>
                    <a:pt x="0" y="199"/>
                  </a:cubicBezTo>
                  <a:cubicBezTo>
                    <a:pt x="0" y="217"/>
                    <a:pt x="15" y="231"/>
                    <a:pt x="33" y="231"/>
                  </a:cubicBezTo>
                  <a:cubicBezTo>
                    <a:pt x="111" y="231"/>
                    <a:pt x="101" y="233"/>
                    <a:pt x="101" y="228"/>
                  </a:cubicBezTo>
                  <a:cubicBezTo>
                    <a:pt x="101" y="142"/>
                    <a:pt x="91" y="79"/>
                    <a:pt x="149" y="20"/>
                  </a:cubicBezTo>
                  <a:close/>
                  <a:moveTo>
                    <a:pt x="149" y="20"/>
                  </a:moveTo>
                  <a:cubicBezTo>
                    <a:pt x="149" y="20"/>
                    <a:pt x="149" y="20"/>
                    <a:pt x="149" y="2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0" name="Google Shape;1198;p34"/>
            <p:cNvSpPr/>
            <p:nvPr/>
          </p:nvSpPr>
          <p:spPr>
            <a:xfrm>
              <a:off x="2451100" y="-3292476"/>
              <a:ext cx="241300" cy="212725"/>
            </a:xfrm>
            <a:custGeom>
              <a:avLst/>
              <a:gdLst/>
              <a:ahLst/>
              <a:cxnLst/>
              <a:rect l="l" t="t" r="r" b="b"/>
              <a:pathLst>
                <a:path w="312" h="274" extrusionOk="0">
                  <a:moveTo>
                    <a:pt x="187" y="4"/>
                  </a:moveTo>
                  <a:cubicBezTo>
                    <a:pt x="139" y="0"/>
                    <a:pt x="97" y="4"/>
                    <a:pt x="60" y="34"/>
                  </a:cubicBezTo>
                  <a:cubicBezTo>
                    <a:pt x="0" y="82"/>
                    <a:pt x="11" y="148"/>
                    <a:pt x="11" y="228"/>
                  </a:cubicBezTo>
                  <a:cubicBezTo>
                    <a:pt x="11" y="249"/>
                    <a:pt x="29" y="267"/>
                    <a:pt x="50" y="267"/>
                  </a:cubicBezTo>
                  <a:cubicBezTo>
                    <a:pt x="284" y="267"/>
                    <a:pt x="293" y="274"/>
                    <a:pt x="307" y="243"/>
                  </a:cubicBezTo>
                  <a:cubicBezTo>
                    <a:pt x="312" y="233"/>
                    <a:pt x="310" y="236"/>
                    <a:pt x="310" y="137"/>
                  </a:cubicBezTo>
                  <a:cubicBezTo>
                    <a:pt x="310" y="58"/>
                    <a:pt x="242" y="4"/>
                    <a:pt x="187" y="4"/>
                  </a:cubicBezTo>
                  <a:close/>
                  <a:moveTo>
                    <a:pt x="187" y="4"/>
                  </a:moveTo>
                  <a:cubicBezTo>
                    <a:pt x="187" y="4"/>
                    <a:pt x="187" y="4"/>
                    <a:pt x="187" y="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1" name="Google Shape;1199;p34"/>
            <p:cNvSpPr/>
            <p:nvPr/>
          </p:nvSpPr>
          <p:spPr>
            <a:xfrm>
              <a:off x="2681287" y="-3290888"/>
              <a:ext cx="114300" cy="179387"/>
            </a:xfrm>
            <a:custGeom>
              <a:avLst/>
              <a:gdLst/>
              <a:ahLst/>
              <a:cxnLst/>
              <a:rect l="l" t="t" r="r" b="b"/>
              <a:pathLst>
                <a:path w="148" h="232" extrusionOk="0">
                  <a:moveTo>
                    <a:pt x="73" y="2"/>
                  </a:moveTo>
                  <a:cubicBezTo>
                    <a:pt x="45" y="2"/>
                    <a:pt x="24" y="0"/>
                    <a:pt x="0" y="19"/>
                  </a:cubicBezTo>
                  <a:cubicBezTo>
                    <a:pt x="57" y="78"/>
                    <a:pt x="48" y="136"/>
                    <a:pt x="48" y="227"/>
                  </a:cubicBezTo>
                  <a:cubicBezTo>
                    <a:pt x="48" y="232"/>
                    <a:pt x="40" y="230"/>
                    <a:pt x="115" y="230"/>
                  </a:cubicBezTo>
                  <a:cubicBezTo>
                    <a:pt x="133" y="230"/>
                    <a:pt x="148" y="215"/>
                    <a:pt x="148" y="197"/>
                  </a:cubicBezTo>
                  <a:cubicBezTo>
                    <a:pt x="148" y="77"/>
                    <a:pt x="148" y="77"/>
                    <a:pt x="148" y="77"/>
                  </a:cubicBezTo>
                  <a:cubicBezTo>
                    <a:pt x="148" y="36"/>
                    <a:pt x="115" y="2"/>
                    <a:pt x="73" y="2"/>
                  </a:cubicBezTo>
                  <a:close/>
                  <a:moveTo>
                    <a:pt x="73" y="2"/>
                  </a:moveTo>
                  <a:cubicBezTo>
                    <a:pt x="73" y="2"/>
                    <a:pt x="73" y="2"/>
                    <a:pt x="73" y="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12" name="Google Shape;1200;p34"/>
          <p:cNvSpPr/>
          <p:nvPr/>
        </p:nvSpPr>
        <p:spPr>
          <a:xfrm>
            <a:off x="8695050" y="5825068"/>
            <a:ext cx="488530" cy="490298"/>
          </a:xfrm>
          <a:custGeom>
            <a:avLst/>
            <a:gdLst/>
            <a:ahLst/>
            <a:cxnLst/>
            <a:rect l="l" t="t" r="r" b="b"/>
            <a:pathLst>
              <a:path w="567" h="567" extrusionOk="0">
                <a:moveTo>
                  <a:pt x="517" y="452"/>
                </a:moveTo>
                <a:cubicBezTo>
                  <a:pt x="528" y="440"/>
                  <a:pt x="534" y="424"/>
                  <a:pt x="534" y="406"/>
                </a:cubicBezTo>
                <a:cubicBezTo>
                  <a:pt x="534" y="367"/>
                  <a:pt x="502" y="334"/>
                  <a:pt x="462" y="334"/>
                </a:cubicBezTo>
                <a:cubicBezTo>
                  <a:pt x="436" y="334"/>
                  <a:pt x="412" y="348"/>
                  <a:pt x="400" y="370"/>
                </a:cubicBezTo>
                <a:cubicBezTo>
                  <a:pt x="333" y="349"/>
                  <a:pt x="333" y="349"/>
                  <a:pt x="333" y="349"/>
                </a:cubicBezTo>
                <a:cubicBezTo>
                  <a:pt x="333" y="328"/>
                  <a:pt x="319" y="311"/>
                  <a:pt x="300" y="304"/>
                </a:cubicBezTo>
                <a:cubicBezTo>
                  <a:pt x="300" y="232"/>
                  <a:pt x="300" y="232"/>
                  <a:pt x="300" y="232"/>
                </a:cubicBezTo>
                <a:cubicBezTo>
                  <a:pt x="372" y="232"/>
                  <a:pt x="372" y="232"/>
                  <a:pt x="372" y="232"/>
                </a:cubicBezTo>
                <a:cubicBezTo>
                  <a:pt x="381" y="232"/>
                  <a:pt x="389" y="225"/>
                  <a:pt x="389" y="216"/>
                </a:cubicBezTo>
                <a:cubicBezTo>
                  <a:pt x="389" y="194"/>
                  <a:pt x="389" y="194"/>
                  <a:pt x="389" y="194"/>
                </a:cubicBezTo>
                <a:cubicBezTo>
                  <a:pt x="389" y="160"/>
                  <a:pt x="368" y="130"/>
                  <a:pt x="339" y="118"/>
                </a:cubicBezTo>
                <a:cubicBezTo>
                  <a:pt x="349" y="105"/>
                  <a:pt x="356" y="89"/>
                  <a:pt x="356" y="72"/>
                </a:cubicBezTo>
                <a:cubicBezTo>
                  <a:pt x="356" y="32"/>
                  <a:pt x="323" y="0"/>
                  <a:pt x="284" y="0"/>
                </a:cubicBezTo>
                <a:cubicBezTo>
                  <a:pt x="244" y="0"/>
                  <a:pt x="212" y="32"/>
                  <a:pt x="212" y="72"/>
                </a:cubicBezTo>
                <a:cubicBezTo>
                  <a:pt x="212" y="89"/>
                  <a:pt x="218" y="105"/>
                  <a:pt x="228" y="118"/>
                </a:cubicBezTo>
                <a:cubicBezTo>
                  <a:pt x="199" y="130"/>
                  <a:pt x="178" y="160"/>
                  <a:pt x="178" y="194"/>
                </a:cubicBezTo>
                <a:cubicBezTo>
                  <a:pt x="178" y="216"/>
                  <a:pt x="178" y="216"/>
                  <a:pt x="178" y="216"/>
                </a:cubicBezTo>
                <a:cubicBezTo>
                  <a:pt x="178" y="225"/>
                  <a:pt x="186" y="232"/>
                  <a:pt x="195" y="232"/>
                </a:cubicBezTo>
                <a:cubicBezTo>
                  <a:pt x="267" y="232"/>
                  <a:pt x="267" y="232"/>
                  <a:pt x="267" y="232"/>
                </a:cubicBezTo>
                <a:cubicBezTo>
                  <a:pt x="267" y="304"/>
                  <a:pt x="267" y="304"/>
                  <a:pt x="267" y="304"/>
                </a:cubicBezTo>
                <a:cubicBezTo>
                  <a:pt x="248" y="311"/>
                  <a:pt x="235" y="328"/>
                  <a:pt x="234" y="349"/>
                </a:cubicBezTo>
                <a:cubicBezTo>
                  <a:pt x="167" y="370"/>
                  <a:pt x="167" y="370"/>
                  <a:pt x="167" y="370"/>
                </a:cubicBezTo>
                <a:cubicBezTo>
                  <a:pt x="155" y="348"/>
                  <a:pt x="132" y="334"/>
                  <a:pt x="105" y="334"/>
                </a:cubicBezTo>
                <a:cubicBezTo>
                  <a:pt x="66" y="334"/>
                  <a:pt x="33" y="367"/>
                  <a:pt x="33" y="406"/>
                </a:cubicBezTo>
                <a:cubicBezTo>
                  <a:pt x="33" y="424"/>
                  <a:pt x="40" y="440"/>
                  <a:pt x="50" y="452"/>
                </a:cubicBezTo>
                <a:cubicBezTo>
                  <a:pt x="21" y="465"/>
                  <a:pt x="0" y="494"/>
                  <a:pt x="0" y="528"/>
                </a:cubicBezTo>
                <a:cubicBezTo>
                  <a:pt x="0" y="550"/>
                  <a:pt x="0" y="550"/>
                  <a:pt x="0" y="550"/>
                </a:cubicBezTo>
                <a:cubicBezTo>
                  <a:pt x="0" y="559"/>
                  <a:pt x="8" y="567"/>
                  <a:pt x="17" y="567"/>
                </a:cubicBezTo>
                <a:cubicBezTo>
                  <a:pt x="194" y="567"/>
                  <a:pt x="194" y="567"/>
                  <a:pt x="194" y="567"/>
                </a:cubicBezTo>
                <a:cubicBezTo>
                  <a:pt x="203" y="567"/>
                  <a:pt x="210" y="559"/>
                  <a:pt x="210" y="550"/>
                </a:cubicBezTo>
                <a:cubicBezTo>
                  <a:pt x="210" y="528"/>
                  <a:pt x="210" y="528"/>
                  <a:pt x="210" y="528"/>
                </a:cubicBezTo>
                <a:cubicBezTo>
                  <a:pt x="210" y="494"/>
                  <a:pt x="190" y="465"/>
                  <a:pt x="161" y="452"/>
                </a:cubicBezTo>
                <a:cubicBezTo>
                  <a:pt x="171" y="440"/>
                  <a:pt x="177" y="424"/>
                  <a:pt x="177" y="406"/>
                </a:cubicBezTo>
                <a:cubicBezTo>
                  <a:pt x="177" y="405"/>
                  <a:pt x="177" y="403"/>
                  <a:pt x="177" y="401"/>
                </a:cubicBezTo>
                <a:cubicBezTo>
                  <a:pt x="244" y="381"/>
                  <a:pt x="244" y="381"/>
                  <a:pt x="244" y="381"/>
                </a:cubicBezTo>
                <a:cubicBezTo>
                  <a:pt x="253" y="393"/>
                  <a:pt x="267" y="401"/>
                  <a:pt x="284" y="401"/>
                </a:cubicBezTo>
                <a:cubicBezTo>
                  <a:pt x="300" y="401"/>
                  <a:pt x="314" y="393"/>
                  <a:pt x="323" y="381"/>
                </a:cubicBezTo>
                <a:cubicBezTo>
                  <a:pt x="390" y="401"/>
                  <a:pt x="390" y="401"/>
                  <a:pt x="390" y="401"/>
                </a:cubicBezTo>
                <a:cubicBezTo>
                  <a:pt x="390" y="403"/>
                  <a:pt x="390" y="405"/>
                  <a:pt x="390" y="406"/>
                </a:cubicBezTo>
                <a:cubicBezTo>
                  <a:pt x="390" y="424"/>
                  <a:pt x="396" y="440"/>
                  <a:pt x="406" y="452"/>
                </a:cubicBezTo>
                <a:cubicBezTo>
                  <a:pt x="377" y="465"/>
                  <a:pt x="357" y="494"/>
                  <a:pt x="357" y="528"/>
                </a:cubicBezTo>
                <a:cubicBezTo>
                  <a:pt x="357" y="550"/>
                  <a:pt x="357" y="550"/>
                  <a:pt x="357" y="550"/>
                </a:cubicBezTo>
                <a:cubicBezTo>
                  <a:pt x="357" y="559"/>
                  <a:pt x="364" y="567"/>
                  <a:pt x="373" y="567"/>
                </a:cubicBezTo>
                <a:cubicBezTo>
                  <a:pt x="550" y="567"/>
                  <a:pt x="550" y="567"/>
                  <a:pt x="550" y="567"/>
                </a:cubicBezTo>
                <a:cubicBezTo>
                  <a:pt x="560" y="567"/>
                  <a:pt x="567" y="559"/>
                  <a:pt x="567" y="550"/>
                </a:cubicBezTo>
                <a:cubicBezTo>
                  <a:pt x="567" y="528"/>
                  <a:pt x="567" y="528"/>
                  <a:pt x="567" y="528"/>
                </a:cubicBezTo>
                <a:cubicBezTo>
                  <a:pt x="567" y="494"/>
                  <a:pt x="547" y="465"/>
                  <a:pt x="517" y="452"/>
                </a:cubicBezTo>
                <a:close/>
                <a:moveTo>
                  <a:pt x="284" y="33"/>
                </a:moveTo>
                <a:cubicBezTo>
                  <a:pt x="305" y="33"/>
                  <a:pt x="322" y="50"/>
                  <a:pt x="322" y="72"/>
                </a:cubicBezTo>
                <a:cubicBezTo>
                  <a:pt x="322" y="93"/>
                  <a:pt x="305" y="111"/>
                  <a:pt x="284" y="111"/>
                </a:cubicBezTo>
                <a:cubicBezTo>
                  <a:pt x="262" y="111"/>
                  <a:pt x="245" y="93"/>
                  <a:pt x="245" y="72"/>
                </a:cubicBezTo>
                <a:cubicBezTo>
                  <a:pt x="245" y="50"/>
                  <a:pt x="262" y="33"/>
                  <a:pt x="284" y="33"/>
                </a:cubicBezTo>
                <a:close/>
                <a:moveTo>
                  <a:pt x="212" y="194"/>
                </a:moveTo>
                <a:cubicBezTo>
                  <a:pt x="212" y="166"/>
                  <a:pt x="234" y="144"/>
                  <a:pt x="261" y="144"/>
                </a:cubicBezTo>
                <a:cubicBezTo>
                  <a:pt x="306" y="144"/>
                  <a:pt x="306" y="144"/>
                  <a:pt x="306" y="144"/>
                </a:cubicBezTo>
                <a:cubicBezTo>
                  <a:pt x="333" y="144"/>
                  <a:pt x="356" y="166"/>
                  <a:pt x="356" y="194"/>
                </a:cubicBezTo>
                <a:cubicBezTo>
                  <a:pt x="356" y="199"/>
                  <a:pt x="356" y="199"/>
                  <a:pt x="356" y="199"/>
                </a:cubicBezTo>
                <a:cubicBezTo>
                  <a:pt x="212" y="199"/>
                  <a:pt x="212" y="199"/>
                  <a:pt x="212" y="199"/>
                </a:cubicBezTo>
                <a:lnTo>
                  <a:pt x="212" y="194"/>
                </a:lnTo>
                <a:close/>
                <a:moveTo>
                  <a:pt x="105" y="367"/>
                </a:moveTo>
                <a:cubicBezTo>
                  <a:pt x="127" y="367"/>
                  <a:pt x="144" y="385"/>
                  <a:pt x="144" y="406"/>
                </a:cubicBezTo>
                <a:cubicBezTo>
                  <a:pt x="144" y="428"/>
                  <a:pt x="127" y="445"/>
                  <a:pt x="105" y="445"/>
                </a:cubicBezTo>
                <a:cubicBezTo>
                  <a:pt x="84" y="445"/>
                  <a:pt x="67" y="428"/>
                  <a:pt x="67" y="406"/>
                </a:cubicBezTo>
                <a:cubicBezTo>
                  <a:pt x="67" y="385"/>
                  <a:pt x="84" y="367"/>
                  <a:pt x="105" y="367"/>
                </a:cubicBezTo>
                <a:close/>
                <a:moveTo>
                  <a:pt x="177" y="528"/>
                </a:moveTo>
                <a:cubicBezTo>
                  <a:pt x="177" y="534"/>
                  <a:pt x="177" y="534"/>
                  <a:pt x="177" y="534"/>
                </a:cubicBezTo>
                <a:cubicBezTo>
                  <a:pt x="33" y="534"/>
                  <a:pt x="33" y="534"/>
                  <a:pt x="33" y="534"/>
                </a:cubicBezTo>
                <a:cubicBezTo>
                  <a:pt x="33" y="528"/>
                  <a:pt x="33" y="528"/>
                  <a:pt x="33" y="528"/>
                </a:cubicBezTo>
                <a:cubicBezTo>
                  <a:pt x="33" y="501"/>
                  <a:pt x="56" y="478"/>
                  <a:pt x="83" y="478"/>
                </a:cubicBezTo>
                <a:cubicBezTo>
                  <a:pt x="127" y="478"/>
                  <a:pt x="127" y="478"/>
                  <a:pt x="127" y="478"/>
                </a:cubicBezTo>
                <a:cubicBezTo>
                  <a:pt x="155" y="478"/>
                  <a:pt x="177" y="501"/>
                  <a:pt x="177" y="528"/>
                </a:cubicBezTo>
                <a:close/>
                <a:moveTo>
                  <a:pt x="284" y="367"/>
                </a:moveTo>
                <a:cubicBezTo>
                  <a:pt x="274" y="367"/>
                  <a:pt x="267" y="360"/>
                  <a:pt x="267" y="351"/>
                </a:cubicBezTo>
                <a:cubicBezTo>
                  <a:pt x="267" y="342"/>
                  <a:pt x="274" y="334"/>
                  <a:pt x="284" y="334"/>
                </a:cubicBezTo>
                <a:cubicBezTo>
                  <a:pt x="293" y="334"/>
                  <a:pt x="300" y="342"/>
                  <a:pt x="300" y="351"/>
                </a:cubicBezTo>
                <a:cubicBezTo>
                  <a:pt x="300" y="360"/>
                  <a:pt x="293" y="367"/>
                  <a:pt x="284" y="367"/>
                </a:cubicBezTo>
                <a:close/>
                <a:moveTo>
                  <a:pt x="462" y="367"/>
                </a:moveTo>
                <a:cubicBezTo>
                  <a:pt x="483" y="367"/>
                  <a:pt x="501" y="385"/>
                  <a:pt x="501" y="406"/>
                </a:cubicBezTo>
                <a:cubicBezTo>
                  <a:pt x="501" y="428"/>
                  <a:pt x="483" y="445"/>
                  <a:pt x="462" y="445"/>
                </a:cubicBezTo>
                <a:cubicBezTo>
                  <a:pt x="440" y="445"/>
                  <a:pt x="423" y="428"/>
                  <a:pt x="423" y="406"/>
                </a:cubicBezTo>
                <a:cubicBezTo>
                  <a:pt x="423" y="385"/>
                  <a:pt x="440" y="367"/>
                  <a:pt x="462" y="367"/>
                </a:cubicBezTo>
                <a:close/>
                <a:moveTo>
                  <a:pt x="534" y="534"/>
                </a:moveTo>
                <a:cubicBezTo>
                  <a:pt x="390" y="534"/>
                  <a:pt x="390" y="534"/>
                  <a:pt x="390" y="534"/>
                </a:cubicBezTo>
                <a:cubicBezTo>
                  <a:pt x="390" y="528"/>
                  <a:pt x="390" y="528"/>
                  <a:pt x="390" y="528"/>
                </a:cubicBezTo>
                <a:cubicBezTo>
                  <a:pt x="390" y="501"/>
                  <a:pt x="412" y="478"/>
                  <a:pt x="440" y="478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511" y="478"/>
                  <a:pt x="534" y="501"/>
                  <a:pt x="534" y="528"/>
                </a:cubicBezTo>
                <a:lnTo>
                  <a:pt x="534" y="534"/>
                </a:lnTo>
                <a:close/>
                <a:moveTo>
                  <a:pt x="534" y="534"/>
                </a:moveTo>
                <a:cubicBezTo>
                  <a:pt x="534" y="534"/>
                  <a:pt x="534" y="534"/>
                  <a:pt x="534" y="534"/>
                </a:cubicBezTo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13" name="Google Shape;1201;p34"/>
          <p:cNvGrpSpPr/>
          <p:nvPr/>
        </p:nvGrpSpPr>
        <p:grpSpPr>
          <a:xfrm>
            <a:off x="3841618" y="4348995"/>
            <a:ext cx="438150" cy="438150"/>
            <a:chOff x="-576263" y="-3521076"/>
            <a:chExt cx="438150" cy="438150"/>
          </a:xfrm>
          <a:solidFill>
            <a:schemeClr val="bg1">
              <a:lumMod val="75000"/>
            </a:schemeClr>
          </a:solidFill>
        </p:grpSpPr>
        <p:sp>
          <p:nvSpPr>
            <p:cNvPr id="514" name="Google Shape;1202;p34"/>
            <p:cNvSpPr/>
            <p:nvPr/>
          </p:nvSpPr>
          <p:spPr>
            <a:xfrm>
              <a:off x="-576263" y="-3448051"/>
              <a:ext cx="366713" cy="365125"/>
            </a:xfrm>
            <a:custGeom>
              <a:avLst/>
              <a:gdLst/>
              <a:ahLst/>
              <a:cxnLst/>
              <a:rect l="l" t="t" r="r" b="b"/>
              <a:pathLst>
                <a:path w="473" h="472" extrusionOk="0">
                  <a:moveTo>
                    <a:pt x="236" y="472"/>
                  </a:moveTo>
                  <a:cubicBezTo>
                    <a:pt x="106" y="472"/>
                    <a:pt x="0" y="366"/>
                    <a:pt x="0" y="236"/>
                  </a:cubicBezTo>
                  <a:cubicBezTo>
                    <a:pt x="0" y="106"/>
                    <a:pt x="106" y="0"/>
                    <a:pt x="236" y="0"/>
                  </a:cubicBezTo>
                  <a:cubicBezTo>
                    <a:pt x="366" y="0"/>
                    <a:pt x="473" y="106"/>
                    <a:pt x="473" y="236"/>
                  </a:cubicBezTo>
                  <a:cubicBezTo>
                    <a:pt x="473" y="366"/>
                    <a:pt x="366" y="472"/>
                    <a:pt x="236" y="472"/>
                  </a:cubicBezTo>
                  <a:close/>
                  <a:moveTo>
                    <a:pt x="236" y="24"/>
                  </a:moveTo>
                  <a:cubicBezTo>
                    <a:pt x="118" y="24"/>
                    <a:pt x="24" y="118"/>
                    <a:pt x="24" y="236"/>
                  </a:cubicBezTo>
                  <a:cubicBezTo>
                    <a:pt x="24" y="354"/>
                    <a:pt x="118" y="449"/>
                    <a:pt x="236" y="449"/>
                  </a:cubicBezTo>
                  <a:cubicBezTo>
                    <a:pt x="354" y="449"/>
                    <a:pt x="449" y="354"/>
                    <a:pt x="449" y="236"/>
                  </a:cubicBezTo>
                  <a:cubicBezTo>
                    <a:pt x="449" y="118"/>
                    <a:pt x="354" y="24"/>
                    <a:pt x="236" y="24"/>
                  </a:cubicBezTo>
                  <a:close/>
                  <a:moveTo>
                    <a:pt x="236" y="24"/>
                  </a:moveTo>
                  <a:cubicBezTo>
                    <a:pt x="236" y="24"/>
                    <a:pt x="236" y="24"/>
                    <a:pt x="236" y="2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5" name="Google Shape;1203;p34"/>
            <p:cNvSpPr/>
            <p:nvPr/>
          </p:nvSpPr>
          <p:spPr>
            <a:xfrm>
              <a:off x="-512763" y="-3384551"/>
              <a:ext cx="238125" cy="238125"/>
            </a:xfrm>
            <a:custGeom>
              <a:avLst/>
              <a:gdLst/>
              <a:ahLst/>
              <a:cxnLst/>
              <a:rect l="l" t="t" r="r" b="b"/>
              <a:pathLst>
                <a:path w="307" h="307" extrusionOk="0">
                  <a:moveTo>
                    <a:pt x="153" y="307"/>
                  </a:moveTo>
                  <a:cubicBezTo>
                    <a:pt x="68" y="307"/>
                    <a:pt x="0" y="238"/>
                    <a:pt x="0" y="153"/>
                  </a:cubicBezTo>
                  <a:cubicBezTo>
                    <a:pt x="0" y="68"/>
                    <a:pt x="68" y="0"/>
                    <a:pt x="153" y="0"/>
                  </a:cubicBezTo>
                  <a:cubicBezTo>
                    <a:pt x="238" y="0"/>
                    <a:pt x="307" y="68"/>
                    <a:pt x="307" y="153"/>
                  </a:cubicBezTo>
                  <a:cubicBezTo>
                    <a:pt x="307" y="238"/>
                    <a:pt x="238" y="307"/>
                    <a:pt x="153" y="307"/>
                  </a:cubicBezTo>
                  <a:close/>
                  <a:moveTo>
                    <a:pt x="153" y="23"/>
                  </a:moveTo>
                  <a:cubicBezTo>
                    <a:pt x="82" y="23"/>
                    <a:pt x="23" y="82"/>
                    <a:pt x="23" y="153"/>
                  </a:cubicBezTo>
                  <a:cubicBezTo>
                    <a:pt x="23" y="224"/>
                    <a:pt x="82" y="283"/>
                    <a:pt x="153" y="283"/>
                  </a:cubicBezTo>
                  <a:cubicBezTo>
                    <a:pt x="224" y="283"/>
                    <a:pt x="283" y="224"/>
                    <a:pt x="283" y="153"/>
                  </a:cubicBezTo>
                  <a:cubicBezTo>
                    <a:pt x="283" y="82"/>
                    <a:pt x="224" y="23"/>
                    <a:pt x="153" y="23"/>
                  </a:cubicBezTo>
                  <a:close/>
                  <a:moveTo>
                    <a:pt x="153" y="23"/>
                  </a:moveTo>
                  <a:cubicBezTo>
                    <a:pt x="153" y="23"/>
                    <a:pt x="153" y="23"/>
                    <a:pt x="153" y="2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6" name="Google Shape;1204;p34"/>
            <p:cNvSpPr/>
            <p:nvPr/>
          </p:nvSpPr>
          <p:spPr>
            <a:xfrm>
              <a:off x="-449263" y="-3321051"/>
              <a:ext cx="109538" cy="111125"/>
            </a:xfrm>
            <a:custGeom>
              <a:avLst/>
              <a:gdLst/>
              <a:ahLst/>
              <a:cxnLst/>
              <a:rect l="l" t="t" r="r" b="b"/>
              <a:pathLst>
                <a:path w="142" h="142" extrusionOk="0">
                  <a:moveTo>
                    <a:pt x="71" y="142"/>
                  </a:moveTo>
                  <a:cubicBezTo>
                    <a:pt x="31" y="142"/>
                    <a:pt x="0" y="111"/>
                    <a:pt x="0" y="71"/>
                  </a:cubicBezTo>
                  <a:cubicBezTo>
                    <a:pt x="0" y="31"/>
                    <a:pt x="31" y="0"/>
                    <a:pt x="71" y="0"/>
                  </a:cubicBezTo>
                  <a:cubicBezTo>
                    <a:pt x="112" y="0"/>
                    <a:pt x="142" y="31"/>
                    <a:pt x="142" y="71"/>
                  </a:cubicBezTo>
                  <a:cubicBezTo>
                    <a:pt x="142" y="111"/>
                    <a:pt x="112" y="142"/>
                    <a:pt x="71" y="142"/>
                  </a:cubicBezTo>
                  <a:close/>
                  <a:moveTo>
                    <a:pt x="71" y="24"/>
                  </a:moveTo>
                  <a:cubicBezTo>
                    <a:pt x="45" y="24"/>
                    <a:pt x="24" y="45"/>
                    <a:pt x="24" y="71"/>
                  </a:cubicBezTo>
                  <a:cubicBezTo>
                    <a:pt x="24" y="97"/>
                    <a:pt x="45" y="118"/>
                    <a:pt x="71" y="118"/>
                  </a:cubicBezTo>
                  <a:cubicBezTo>
                    <a:pt x="97" y="118"/>
                    <a:pt x="119" y="97"/>
                    <a:pt x="119" y="71"/>
                  </a:cubicBezTo>
                  <a:cubicBezTo>
                    <a:pt x="119" y="45"/>
                    <a:pt x="97" y="24"/>
                    <a:pt x="71" y="24"/>
                  </a:cubicBezTo>
                  <a:close/>
                  <a:moveTo>
                    <a:pt x="71" y="24"/>
                  </a:moveTo>
                  <a:cubicBezTo>
                    <a:pt x="71" y="24"/>
                    <a:pt x="71" y="24"/>
                    <a:pt x="71" y="2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7" name="Google Shape;1205;p34"/>
            <p:cNvSpPr/>
            <p:nvPr/>
          </p:nvSpPr>
          <p:spPr>
            <a:xfrm>
              <a:off x="-404813" y="-3411538"/>
              <a:ext cx="157163" cy="155575"/>
            </a:xfrm>
            <a:custGeom>
              <a:avLst/>
              <a:gdLst/>
              <a:ahLst/>
              <a:cxnLst/>
              <a:rect l="l" t="t" r="r" b="b"/>
              <a:pathLst>
                <a:path w="203" h="201" extrusionOk="0">
                  <a:moveTo>
                    <a:pt x="14" y="201"/>
                  </a:moveTo>
                  <a:cubicBezTo>
                    <a:pt x="12" y="201"/>
                    <a:pt x="7" y="201"/>
                    <a:pt x="5" y="199"/>
                  </a:cubicBezTo>
                  <a:cubicBezTo>
                    <a:pt x="0" y="194"/>
                    <a:pt x="0" y="187"/>
                    <a:pt x="5" y="182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7" y="0"/>
                    <a:pt x="194" y="0"/>
                    <a:pt x="199" y="5"/>
                  </a:cubicBezTo>
                  <a:cubicBezTo>
                    <a:pt x="203" y="10"/>
                    <a:pt x="203" y="17"/>
                    <a:pt x="199" y="22"/>
                  </a:cubicBezTo>
                  <a:cubicBezTo>
                    <a:pt x="21" y="199"/>
                    <a:pt x="21" y="199"/>
                    <a:pt x="21" y="199"/>
                  </a:cubicBezTo>
                  <a:cubicBezTo>
                    <a:pt x="21" y="201"/>
                    <a:pt x="17" y="201"/>
                    <a:pt x="14" y="201"/>
                  </a:cubicBezTo>
                  <a:close/>
                  <a:moveTo>
                    <a:pt x="14" y="201"/>
                  </a:moveTo>
                  <a:cubicBezTo>
                    <a:pt x="14" y="201"/>
                    <a:pt x="14" y="201"/>
                    <a:pt x="14" y="20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8" name="Google Shape;1206;p34"/>
            <p:cNvSpPr/>
            <p:nvPr/>
          </p:nvSpPr>
          <p:spPr>
            <a:xfrm>
              <a:off x="-265113" y="-3521076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65" h="165" extrusionOk="0">
                  <a:moveTo>
                    <a:pt x="71" y="165"/>
                  </a:moveTo>
                  <a:cubicBezTo>
                    <a:pt x="12" y="165"/>
                    <a:pt x="12" y="165"/>
                    <a:pt x="12" y="165"/>
                  </a:cubicBezTo>
                  <a:cubicBezTo>
                    <a:pt x="4" y="165"/>
                    <a:pt x="0" y="160"/>
                    <a:pt x="0" y="15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2"/>
                    <a:pt x="2" y="87"/>
                    <a:pt x="2" y="85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9" y="0"/>
                    <a:pt x="94" y="0"/>
                    <a:pt x="99" y="0"/>
                  </a:cubicBezTo>
                  <a:cubicBezTo>
                    <a:pt x="104" y="2"/>
                    <a:pt x="106" y="7"/>
                    <a:pt x="106" y="11"/>
                  </a:cubicBezTo>
                  <a:cubicBezTo>
                    <a:pt x="106" y="59"/>
                    <a:pt x="106" y="59"/>
                    <a:pt x="106" y="59"/>
                  </a:cubicBezTo>
                  <a:cubicBezTo>
                    <a:pt x="153" y="59"/>
                    <a:pt x="153" y="59"/>
                    <a:pt x="153" y="59"/>
                  </a:cubicBezTo>
                  <a:cubicBezTo>
                    <a:pt x="158" y="59"/>
                    <a:pt x="163" y="61"/>
                    <a:pt x="165" y="66"/>
                  </a:cubicBezTo>
                  <a:cubicBezTo>
                    <a:pt x="165" y="70"/>
                    <a:pt x="165" y="75"/>
                    <a:pt x="163" y="80"/>
                  </a:cubicBezTo>
                  <a:cubicBezTo>
                    <a:pt x="80" y="163"/>
                    <a:pt x="80" y="163"/>
                    <a:pt x="80" y="163"/>
                  </a:cubicBezTo>
                  <a:cubicBezTo>
                    <a:pt x="78" y="163"/>
                    <a:pt x="73" y="165"/>
                    <a:pt x="71" y="165"/>
                  </a:cubicBezTo>
                  <a:close/>
                  <a:moveTo>
                    <a:pt x="23" y="141"/>
                  </a:moveTo>
                  <a:cubicBezTo>
                    <a:pt x="66" y="141"/>
                    <a:pt x="66" y="141"/>
                    <a:pt x="66" y="141"/>
                  </a:cubicBezTo>
                  <a:cubicBezTo>
                    <a:pt x="125" y="82"/>
                    <a:pt x="125" y="82"/>
                    <a:pt x="125" y="82"/>
                  </a:cubicBezTo>
                  <a:cubicBezTo>
                    <a:pt x="94" y="82"/>
                    <a:pt x="94" y="82"/>
                    <a:pt x="94" y="82"/>
                  </a:cubicBezTo>
                  <a:cubicBezTo>
                    <a:pt x="87" y="82"/>
                    <a:pt x="82" y="77"/>
                    <a:pt x="82" y="70"/>
                  </a:cubicBezTo>
                  <a:cubicBezTo>
                    <a:pt x="82" y="40"/>
                    <a:pt x="82" y="40"/>
                    <a:pt x="82" y="40"/>
                  </a:cubicBezTo>
                  <a:cubicBezTo>
                    <a:pt x="23" y="99"/>
                    <a:pt x="23" y="99"/>
                    <a:pt x="23" y="99"/>
                  </a:cubicBezTo>
                  <a:lnTo>
                    <a:pt x="23" y="141"/>
                  </a:lnTo>
                  <a:close/>
                  <a:moveTo>
                    <a:pt x="23" y="141"/>
                  </a:moveTo>
                  <a:cubicBezTo>
                    <a:pt x="23" y="141"/>
                    <a:pt x="23" y="141"/>
                    <a:pt x="23" y="14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19" name="Google Shape;1207;p34"/>
          <p:cNvGrpSpPr/>
          <p:nvPr/>
        </p:nvGrpSpPr>
        <p:grpSpPr>
          <a:xfrm>
            <a:off x="9467145" y="504487"/>
            <a:ext cx="553215" cy="545255"/>
            <a:chOff x="6046788" y="-3468688"/>
            <a:chExt cx="441325" cy="434975"/>
          </a:xfrm>
          <a:solidFill>
            <a:schemeClr val="bg1">
              <a:lumMod val="75000"/>
            </a:schemeClr>
          </a:solidFill>
        </p:grpSpPr>
        <p:sp>
          <p:nvSpPr>
            <p:cNvPr id="520" name="Google Shape;1208;p34"/>
            <p:cNvSpPr/>
            <p:nvPr/>
          </p:nvSpPr>
          <p:spPr>
            <a:xfrm>
              <a:off x="6046788" y="-3382963"/>
              <a:ext cx="441325" cy="349250"/>
            </a:xfrm>
            <a:custGeom>
              <a:avLst/>
              <a:gdLst/>
              <a:ahLst/>
              <a:cxnLst/>
              <a:rect l="l" t="t" r="r" b="b"/>
              <a:pathLst>
                <a:path w="570" h="451" extrusionOk="0">
                  <a:moveTo>
                    <a:pt x="566" y="129"/>
                  </a:moveTo>
                  <a:cubicBezTo>
                    <a:pt x="471" y="6"/>
                    <a:pt x="471" y="6"/>
                    <a:pt x="471" y="6"/>
                  </a:cubicBezTo>
                  <a:cubicBezTo>
                    <a:pt x="468" y="1"/>
                    <a:pt x="461" y="0"/>
                    <a:pt x="456" y="3"/>
                  </a:cubicBezTo>
                  <a:cubicBezTo>
                    <a:pt x="395" y="42"/>
                    <a:pt x="395" y="42"/>
                    <a:pt x="395" y="42"/>
                  </a:cubicBezTo>
                  <a:cubicBezTo>
                    <a:pt x="315" y="42"/>
                    <a:pt x="315" y="42"/>
                    <a:pt x="315" y="42"/>
                  </a:cubicBezTo>
                  <a:cubicBezTo>
                    <a:pt x="314" y="42"/>
                    <a:pt x="313" y="42"/>
                    <a:pt x="312" y="42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186" y="43"/>
                    <a:pt x="186" y="43"/>
                    <a:pt x="186" y="43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19" y="0"/>
                    <a:pt x="112" y="1"/>
                    <a:pt x="109" y="5"/>
                  </a:cubicBezTo>
                  <a:cubicBezTo>
                    <a:pt x="4" y="135"/>
                    <a:pt x="4" y="135"/>
                    <a:pt x="4" y="135"/>
                  </a:cubicBezTo>
                  <a:cubicBezTo>
                    <a:pt x="0" y="140"/>
                    <a:pt x="1" y="147"/>
                    <a:pt x="5" y="151"/>
                  </a:cubicBezTo>
                  <a:cubicBezTo>
                    <a:pt x="60" y="198"/>
                    <a:pt x="60" y="198"/>
                    <a:pt x="60" y="198"/>
                  </a:cubicBezTo>
                  <a:cubicBezTo>
                    <a:pt x="110" y="265"/>
                    <a:pt x="110" y="265"/>
                    <a:pt x="110" y="265"/>
                  </a:cubicBezTo>
                  <a:cubicBezTo>
                    <a:pt x="95" y="280"/>
                    <a:pt x="95" y="304"/>
                    <a:pt x="110" y="319"/>
                  </a:cubicBezTo>
                  <a:cubicBezTo>
                    <a:pt x="117" y="326"/>
                    <a:pt x="126" y="330"/>
                    <a:pt x="134" y="331"/>
                  </a:cubicBezTo>
                  <a:cubicBezTo>
                    <a:pt x="134" y="333"/>
                    <a:pt x="134" y="335"/>
                    <a:pt x="134" y="337"/>
                  </a:cubicBezTo>
                  <a:cubicBezTo>
                    <a:pt x="134" y="347"/>
                    <a:pt x="138" y="357"/>
                    <a:pt x="145" y="364"/>
                  </a:cubicBezTo>
                  <a:cubicBezTo>
                    <a:pt x="153" y="372"/>
                    <a:pt x="163" y="376"/>
                    <a:pt x="173" y="376"/>
                  </a:cubicBezTo>
                  <a:cubicBezTo>
                    <a:pt x="173" y="376"/>
                    <a:pt x="173" y="376"/>
                    <a:pt x="174" y="376"/>
                  </a:cubicBezTo>
                  <a:cubicBezTo>
                    <a:pt x="174" y="376"/>
                    <a:pt x="174" y="376"/>
                    <a:pt x="174" y="377"/>
                  </a:cubicBezTo>
                  <a:cubicBezTo>
                    <a:pt x="174" y="387"/>
                    <a:pt x="178" y="397"/>
                    <a:pt x="185" y="404"/>
                  </a:cubicBezTo>
                  <a:cubicBezTo>
                    <a:pt x="192" y="412"/>
                    <a:pt x="202" y="416"/>
                    <a:pt x="213" y="416"/>
                  </a:cubicBezTo>
                  <a:cubicBezTo>
                    <a:pt x="215" y="416"/>
                    <a:pt x="217" y="416"/>
                    <a:pt x="219" y="415"/>
                  </a:cubicBezTo>
                  <a:cubicBezTo>
                    <a:pt x="220" y="424"/>
                    <a:pt x="224" y="433"/>
                    <a:pt x="230" y="439"/>
                  </a:cubicBezTo>
                  <a:cubicBezTo>
                    <a:pt x="238" y="447"/>
                    <a:pt x="248" y="451"/>
                    <a:pt x="258" y="451"/>
                  </a:cubicBezTo>
                  <a:cubicBezTo>
                    <a:pt x="268" y="451"/>
                    <a:pt x="278" y="447"/>
                    <a:pt x="286" y="439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4" y="435"/>
                    <a:pt x="294" y="435"/>
                    <a:pt x="294" y="435"/>
                  </a:cubicBezTo>
                  <a:cubicBezTo>
                    <a:pt x="302" y="443"/>
                    <a:pt x="312" y="446"/>
                    <a:pt x="322" y="446"/>
                  </a:cubicBezTo>
                  <a:cubicBezTo>
                    <a:pt x="332" y="446"/>
                    <a:pt x="342" y="443"/>
                    <a:pt x="349" y="435"/>
                  </a:cubicBezTo>
                  <a:cubicBezTo>
                    <a:pt x="357" y="427"/>
                    <a:pt x="361" y="417"/>
                    <a:pt x="361" y="407"/>
                  </a:cubicBezTo>
                  <a:cubicBezTo>
                    <a:pt x="371" y="407"/>
                    <a:pt x="381" y="403"/>
                    <a:pt x="389" y="395"/>
                  </a:cubicBezTo>
                  <a:cubicBezTo>
                    <a:pt x="397" y="387"/>
                    <a:pt x="401" y="377"/>
                    <a:pt x="401" y="367"/>
                  </a:cubicBezTo>
                  <a:cubicBezTo>
                    <a:pt x="411" y="367"/>
                    <a:pt x="422" y="363"/>
                    <a:pt x="429" y="355"/>
                  </a:cubicBezTo>
                  <a:cubicBezTo>
                    <a:pt x="437" y="347"/>
                    <a:pt x="441" y="337"/>
                    <a:pt x="441" y="327"/>
                  </a:cubicBezTo>
                  <a:cubicBezTo>
                    <a:pt x="451" y="327"/>
                    <a:pt x="461" y="323"/>
                    <a:pt x="469" y="315"/>
                  </a:cubicBezTo>
                  <a:cubicBezTo>
                    <a:pt x="482" y="302"/>
                    <a:pt x="484" y="281"/>
                    <a:pt x="474" y="266"/>
                  </a:cubicBezTo>
                  <a:cubicBezTo>
                    <a:pt x="510" y="191"/>
                    <a:pt x="510" y="191"/>
                    <a:pt x="510" y="191"/>
                  </a:cubicBezTo>
                  <a:cubicBezTo>
                    <a:pt x="564" y="144"/>
                    <a:pt x="564" y="144"/>
                    <a:pt x="564" y="144"/>
                  </a:cubicBezTo>
                  <a:cubicBezTo>
                    <a:pt x="569" y="140"/>
                    <a:pt x="570" y="134"/>
                    <a:pt x="566" y="129"/>
                  </a:cubicBezTo>
                  <a:close/>
                  <a:moveTo>
                    <a:pt x="120" y="27"/>
                  </a:moveTo>
                  <a:cubicBezTo>
                    <a:pt x="165" y="56"/>
                    <a:pt x="165" y="56"/>
                    <a:pt x="165" y="56"/>
                  </a:cubicBezTo>
                  <a:cubicBezTo>
                    <a:pt x="67" y="175"/>
                    <a:pt x="67" y="175"/>
                    <a:pt x="67" y="175"/>
                  </a:cubicBezTo>
                  <a:cubicBezTo>
                    <a:pt x="28" y="141"/>
                    <a:pt x="28" y="141"/>
                    <a:pt x="28" y="141"/>
                  </a:cubicBezTo>
                  <a:lnTo>
                    <a:pt x="120" y="27"/>
                  </a:lnTo>
                  <a:close/>
                  <a:moveTo>
                    <a:pt x="126" y="279"/>
                  </a:moveTo>
                  <a:cubicBezTo>
                    <a:pt x="140" y="266"/>
                    <a:pt x="140" y="266"/>
                    <a:pt x="140" y="266"/>
                  </a:cubicBezTo>
                  <a:cubicBezTo>
                    <a:pt x="140" y="266"/>
                    <a:pt x="141" y="265"/>
                    <a:pt x="141" y="265"/>
                  </a:cubicBezTo>
                  <a:cubicBezTo>
                    <a:pt x="144" y="263"/>
                    <a:pt x="147" y="261"/>
                    <a:pt x="150" y="261"/>
                  </a:cubicBezTo>
                  <a:cubicBezTo>
                    <a:pt x="150" y="261"/>
                    <a:pt x="150" y="261"/>
                    <a:pt x="151" y="261"/>
                  </a:cubicBezTo>
                  <a:cubicBezTo>
                    <a:pt x="151" y="261"/>
                    <a:pt x="152" y="261"/>
                    <a:pt x="152" y="261"/>
                  </a:cubicBezTo>
                  <a:cubicBezTo>
                    <a:pt x="157" y="261"/>
                    <a:pt x="161" y="263"/>
                    <a:pt x="164" y="266"/>
                  </a:cubicBezTo>
                  <a:cubicBezTo>
                    <a:pt x="170" y="273"/>
                    <a:pt x="170" y="284"/>
                    <a:pt x="163" y="290"/>
                  </a:cubicBezTo>
                  <a:cubicBezTo>
                    <a:pt x="150" y="304"/>
                    <a:pt x="150" y="304"/>
                    <a:pt x="150" y="304"/>
                  </a:cubicBezTo>
                  <a:cubicBezTo>
                    <a:pt x="144" y="310"/>
                    <a:pt x="133" y="310"/>
                    <a:pt x="126" y="304"/>
                  </a:cubicBezTo>
                  <a:cubicBezTo>
                    <a:pt x="120" y="297"/>
                    <a:pt x="120" y="286"/>
                    <a:pt x="126" y="279"/>
                  </a:cubicBezTo>
                  <a:close/>
                  <a:moveTo>
                    <a:pt x="161" y="349"/>
                  </a:moveTo>
                  <a:cubicBezTo>
                    <a:pt x="158" y="345"/>
                    <a:pt x="156" y="341"/>
                    <a:pt x="156" y="337"/>
                  </a:cubicBezTo>
                  <a:cubicBezTo>
                    <a:pt x="156" y="332"/>
                    <a:pt x="158" y="328"/>
                    <a:pt x="161" y="325"/>
                  </a:cubicBezTo>
                  <a:cubicBezTo>
                    <a:pt x="187" y="298"/>
                    <a:pt x="187" y="298"/>
                    <a:pt x="187" y="298"/>
                  </a:cubicBezTo>
                  <a:cubicBezTo>
                    <a:pt x="192" y="293"/>
                    <a:pt x="200" y="292"/>
                    <a:pt x="207" y="295"/>
                  </a:cubicBezTo>
                  <a:cubicBezTo>
                    <a:pt x="213" y="298"/>
                    <a:pt x="217" y="305"/>
                    <a:pt x="216" y="313"/>
                  </a:cubicBezTo>
                  <a:cubicBezTo>
                    <a:pt x="216" y="316"/>
                    <a:pt x="214" y="320"/>
                    <a:pt x="211" y="323"/>
                  </a:cubicBezTo>
                  <a:cubicBezTo>
                    <a:pt x="185" y="349"/>
                    <a:pt x="185" y="349"/>
                    <a:pt x="185" y="349"/>
                  </a:cubicBezTo>
                  <a:cubicBezTo>
                    <a:pt x="182" y="352"/>
                    <a:pt x="178" y="354"/>
                    <a:pt x="173" y="354"/>
                  </a:cubicBezTo>
                  <a:cubicBezTo>
                    <a:pt x="169" y="354"/>
                    <a:pt x="164" y="352"/>
                    <a:pt x="161" y="349"/>
                  </a:cubicBezTo>
                  <a:close/>
                  <a:moveTo>
                    <a:pt x="201" y="389"/>
                  </a:moveTo>
                  <a:cubicBezTo>
                    <a:pt x="198" y="386"/>
                    <a:pt x="196" y="381"/>
                    <a:pt x="196" y="377"/>
                  </a:cubicBezTo>
                  <a:cubicBezTo>
                    <a:pt x="196" y="372"/>
                    <a:pt x="198" y="368"/>
                    <a:pt x="201" y="365"/>
                  </a:cubicBezTo>
                  <a:cubicBezTo>
                    <a:pt x="227" y="338"/>
                    <a:pt x="227" y="338"/>
                    <a:pt x="227" y="338"/>
                  </a:cubicBezTo>
                  <a:cubicBezTo>
                    <a:pt x="232" y="333"/>
                    <a:pt x="241" y="332"/>
                    <a:pt x="248" y="336"/>
                  </a:cubicBezTo>
                  <a:cubicBezTo>
                    <a:pt x="254" y="339"/>
                    <a:pt x="257" y="346"/>
                    <a:pt x="256" y="353"/>
                  </a:cubicBezTo>
                  <a:cubicBezTo>
                    <a:pt x="255" y="357"/>
                    <a:pt x="253" y="360"/>
                    <a:pt x="251" y="363"/>
                  </a:cubicBezTo>
                  <a:cubicBezTo>
                    <a:pt x="225" y="389"/>
                    <a:pt x="225" y="389"/>
                    <a:pt x="225" y="389"/>
                  </a:cubicBezTo>
                  <a:cubicBezTo>
                    <a:pt x="222" y="392"/>
                    <a:pt x="217" y="394"/>
                    <a:pt x="213" y="394"/>
                  </a:cubicBezTo>
                  <a:cubicBezTo>
                    <a:pt x="208" y="394"/>
                    <a:pt x="204" y="392"/>
                    <a:pt x="201" y="389"/>
                  </a:cubicBezTo>
                  <a:close/>
                  <a:moveTo>
                    <a:pt x="246" y="424"/>
                  </a:moveTo>
                  <a:cubicBezTo>
                    <a:pt x="239" y="417"/>
                    <a:pt x="239" y="406"/>
                    <a:pt x="246" y="400"/>
                  </a:cubicBezTo>
                  <a:cubicBezTo>
                    <a:pt x="260" y="386"/>
                    <a:pt x="260" y="386"/>
                    <a:pt x="260" y="386"/>
                  </a:cubicBezTo>
                  <a:cubicBezTo>
                    <a:pt x="260" y="386"/>
                    <a:pt x="260" y="385"/>
                    <a:pt x="261" y="385"/>
                  </a:cubicBezTo>
                  <a:cubicBezTo>
                    <a:pt x="261" y="385"/>
                    <a:pt x="261" y="385"/>
                    <a:pt x="261" y="385"/>
                  </a:cubicBezTo>
                  <a:cubicBezTo>
                    <a:pt x="263" y="383"/>
                    <a:pt x="266" y="382"/>
                    <a:pt x="268" y="381"/>
                  </a:cubicBezTo>
                  <a:cubicBezTo>
                    <a:pt x="268" y="381"/>
                    <a:pt x="269" y="381"/>
                    <a:pt x="269" y="381"/>
                  </a:cubicBezTo>
                  <a:cubicBezTo>
                    <a:pt x="269" y="381"/>
                    <a:pt x="270" y="381"/>
                    <a:pt x="270" y="381"/>
                  </a:cubicBezTo>
                  <a:cubicBezTo>
                    <a:pt x="270" y="381"/>
                    <a:pt x="270" y="381"/>
                    <a:pt x="271" y="381"/>
                  </a:cubicBezTo>
                  <a:cubicBezTo>
                    <a:pt x="271" y="381"/>
                    <a:pt x="271" y="381"/>
                    <a:pt x="272" y="381"/>
                  </a:cubicBezTo>
                  <a:cubicBezTo>
                    <a:pt x="276" y="381"/>
                    <a:pt x="281" y="383"/>
                    <a:pt x="284" y="386"/>
                  </a:cubicBezTo>
                  <a:cubicBezTo>
                    <a:pt x="284" y="387"/>
                    <a:pt x="285" y="387"/>
                    <a:pt x="285" y="388"/>
                  </a:cubicBezTo>
                  <a:cubicBezTo>
                    <a:pt x="290" y="394"/>
                    <a:pt x="290" y="404"/>
                    <a:pt x="283" y="411"/>
                  </a:cubicBezTo>
                  <a:cubicBezTo>
                    <a:pt x="270" y="424"/>
                    <a:pt x="270" y="424"/>
                    <a:pt x="270" y="424"/>
                  </a:cubicBezTo>
                  <a:cubicBezTo>
                    <a:pt x="263" y="430"/>
                    <a:pt x="253" y="430"/>
                    <a:pt x="246" y="424"/>
                  </a:cubicBezTo>
                  <a:close/>
                  <a:moveTo>
                    <a:pt x="453" y="300"/>
                  </a:moveTo>
                  <a:cubicBezTo>
                    <a:pt x="447" y="306"/>
                    <a:pt x="436" y="306"/>
                    <a:pt x="429" y="300"/>
                  </a:cubicBezTo>
                  <a:cubicBezTo>
                    <a:pt x="429" y="299"/>
                    <a:pt x="429" y="299"/>
                    <a:pt x="428" y="299"/>
                  </a:cubicBezTo>
                  <a:cubicBezTo>
                    <a:pt x="357" y="227"/>
                    <a:pt x="357" y="227"/>
                    <a:pt x="357" y="227"/>
                  </a:cubicBezTo>
                  <a:cubicBezTo>
                    <a:pt x="353" y="222"/>
                    <a:pt x="346" y="222"/>
                    <a:pt x="341" y="227"/>
                  </a:cubicBezTo>
                  <a:cubicBezTo>
                    <a:pt x="337" y="231"/>
                    <a:pt x="337" y="238"/>
                    <a:pt x="341" y="242"/>
                  </a:cubicBezTo>
                  <a:cubicBezTo>
                    <a:pt x="413" y="315"/>
                    <a:pt x="413" y="315"/>
                    <a:pt x="413" y="315"/>
                  </a:cubicBezTo>
                  <a:cubicBezTo>
                    <a:pt x="413" y="315"/>
                    <a:pt x="413" y="315"/>
                    <a:pt x="413" y="315"/>
                  </a:cubicBezTo>
                  <a:cubicBezTo>
                    <a:pt x="420" y="322"/>
                    <a:pt x="420" y="333"/>
                    <a:pt x="413" y="340"/>
                  </a:cubicBezTo>
                  <a:cubicBezTo>
                    <a:pt x="410" y="343"/>
                    <a:pt x="406" y="345"/>
                    <a:pt x="401" y="345"/>
                  </a:cubicBezTo>
                  <a:cubicBezTo>
                    <a:pt x="397" y="345"/>
                    <a:pt x="393" y="343"/>
                    <a:pt x="389" y="340"/>
                  </a:cubicBezTo>
                  <a:cubicBezTo>
                    <a:pt x="341" y="291"/>
                    <a:pt x="341" y="291"/>
                    <a:pt x="341" y="291"/>
                  </a:cubicBezTo>
                  <a:cubicBezTo>
                    <a:pt x="337" y="286"/>
                    <a:pt x="330" y="286"/>
                    <a:pt x="325" y="291"/>
                  </a:cubicBezTo>
                  <a:cubicBezTo>
                    <a:pt x="321" y="295"/>
                    <a:pt x="321" y="302"/>
                    <a:pt x="325" y="306"/>
                  </a:cubicBezTo>
                  <a:cubicBezTo>
                    <a:pt x="373" y="354"/>
                    <a:pt x="373" y="354"/>
                    <a:pt x="373" y="354"/>
                  </a:cubicBezTo>
                  <a:cubicBezTo>
                    <a:pt x="373" y="355"/>
                    <a:pt x="373" y="355"/>
                    <a:pt x="374" y="355"/>
                  </a:cubicBezTo>
                  <a:cubicBezTo>
                    <a:pt x="380" y="362"/>
                    <a:pt x="380" y="373"/>
                    <a:pt x="374" y="379"/>
                  </a:cubicBezTo>
                  <a:cubicBezTo>
                    <a:pt x="367" y="386"/>
                    <a:pt x="356" y="386"/>
                    <a:pt x="349" y="379"/>
                  </a:cubicBezTo>
                  <a:cubicBezTo>
                    <a:pt x="323" y="353"/>
                    <a:pt x="323" y="353"/>
                    <a:pt x="323" y="353"/>
                  </a:cubicBezTo>
                  <a:cubicBezTo>
                    <a:pt x="319" y="348"/>
                    <a:pt x="312" y="348"/>
                    <a:pt x="307" y="353"/>
                  </a:cubicBezTo>
                  <a:cubicBezTo>
                    <a:pt x="303" y="357"/>
                    <a:pt x="303" y="364"/>
                    <a:pt x="307" y="368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5"/>
                    <a:pt x="333" y="395"/>
                    <a:pt x="334" y="395"/>
                  </a:cubicBezTo>
                  <a:cubicBezTo>
                    <a:pt x="340" y="402"/>
                    <a:pt x="340" y="413"/>
                    <a:pt x="334" y="419"/>
                  </a:cubicBezTo>
                  <a:cubicBezTo>
                    <a:pt x="327" y="426"/>
                    <a:pt x="316" y="426"/>
                    <a:pt x="310" y="419"/>
                  </a:cubicBezTo>
                  <a:cubicBezTo>
                    <a:pt x="309" y="418"/>
                    <a:pt x="308" y="418"/>
                    <a:pt x="307" y="417"/>
                  </a:cubicBezTo>
                  <a:cubicBezTo>
                    <a:pt x="306" y="417"/>
                    <a:pt x="306" y="416"/>
                    <a:pt x="307" y="415"/>
                  </a:cubicBezTo>
                  <a:cubicBezTo>
                    <a:pt x="307" y="415"/>
                    <a:pt x="307" y="414"/>
                    <a:pt x="308" y="413"/>
                  </a:cubicBezTo>
                  <a:cubicBezTo>
                    <a:pt x="308" y="412"/>
                    <a:pt x="309" y="411"/>
                    <a:pt x="309" y="410"/>
                  </a:cubicBezTo>
                  <a:cubicBezTo>
                    <a:pt x="311" y="404"/>
                    <a:pt x="311" y="398"/>
                    <a:pt x="310" y="393"/>
                  </a:cubicBezTo>
                  <a:cubicBezTo>
                    <a:pt x="309" y="382"/>
                    <a:pt x="303" y="372"/>
                    <a:pt x="294" y="366"/>
                  </a:cubicBezTo>
                  <a:cubicBezTo>
                    <a:pt x="289" y="362"/>
                    <a:pt x="283" y="360"/>
                    <a:pt x="277" y="359"/>
                  </a:cubicBezTo>
                  <a:cubicBezTo>
                    <a:pt x="280" y="347"/>
                    <a:pt x="277" y="333"/>
                    <a:pt x="268" y="323"/>
                  </a:cubicBezTo>
                  <a:cubicBezTo>
                    <a:pt x="260" y="316"/>
                    <a:pt x="250" y="311"/>
                    <a:pt x="240" y="311"/>
                  </a:cubicBezTo>
                  <a:cubicBezTo>
                    <a:pt x="239" y="311"/>
                    <a:pt x="239" y="311"/>
                    <a:pt x="238" y="311"/>
                  </a:cubicBezTo>
                  <a:cubicBezTo>
                    <a:pt x="239" y="301"/>
                    <a:pt x="235" y="291"/>
                    <a:pt x="228" y="283"/>
                  </a:cubicBezTo>
                  <a:cubicBezTo>
                    <a:pt x="221" y="276"/>
                    <a:pt x="211" y="271"/>
                    <a:pt x="200" y="271"/>
                  </a:cubicBezTo>
                  <a:cubicBezTo>
                    <a:pt x="197" y="271"/>
                    <a:pt x="194" y="271"/>
                    <a:pt x="190" y="272"/>
                  </a:cubicBezTo>
                  <a:cubicBezTo>
                    <a:pt x="189" y="263"/>
                    <a:pt x="185" y="254"/>
                    <a:pt x="177" y="248"/>
                  </a:cubicBezTo>
                  <a:cubicBezTo>
                    <a:pt x="170" y="242"/>
                    <a:pt x="162" y="239"/>
                    <a:pt x="152" y="239"/>
                  </a:cubicBezTo>
                  <a:cubicBezTo>
                    <a:pt x="142" y="239"/>
                    <a:pt x="133" y="242"/>
                    <a:pt x="126" y="249"/>
                  </a:cubicBezTo>
                  <a:cubicBezTo>
                    <a:pt x="83" y="191"/>
                    <a:pt x="83" y="191"/>
                    <a:pt x="83" y="191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218" y="75"/>
                    <a:pt x="218" y="75"/>
                    <a:pt x="218" y="75"/>
                  </a:cubicBezTo>
                  <a:cubicBezTo>
                    <a:pt x="175" y="150"/>
                    <a:pt x="175" y="150"/>
                    <a:pt x="175" y="150"/>
                  </a:cubicBezTo>
                  <a:cubicBezTo>
                    <a:pt x="170" y="159"/>
                    <a:pt x="169" y="170"/>
                    <a:pt x="172" y="180"/>
                  </a:cubicBezTo>
                  <a:cubicBezTo>
                    <a:pt x="174" y="190"/>
                    <a:pt x="181" y="198"/>
                    <a:pt x="190" y="204"/>
                  </a:cubicBezTo>
                  <a:cubicBezTo>
                    <a:pt x="191" y="204"/>
                    <a:pt x="191" y="204"/>
                    <a:pt x="192" y="205"/>
                  </a:cubicBezTo>
                  <a:cubicBezTo>
                    <a:pt x="192" y="205"/>
                    <a:pt x="192" y="205"/>
                    <a:pt x="192" y="205"/>
                  </a:cubicBezTo>
                  <a:cubicBezTo>
                    <a:pt x="194" y="205"/>
                    <a:pt x="195" y="206"/>
                    <a:pt x="197" y="207"/>
                  </a:cubicBezTo>
                  <a:cubicBezTo>
                    <a:pt x="204" y="209"/>
                    <a:pt x="212" y="209"/>
                    <a:pt x="220" y="207"/>
                  </a:cubicBezTo>
                  <a:cubicBezTo>
                    <a:pt x="230" y="205"/>
                    <a:pt x="239" y="198"/>
                    <a:pt x="244" y="189"/>
                  </a:cubicBezTo>
                  <a:cubicBezTo>
                    <a:pt x="271" y="140"/>
                    <a:pt x="271" y="140"/>
                    <a:pt x="271" y="140"/>
                  </a:cubicBezTo>
                  <a:cubicBezTo>
                    <a:pt x="321" y="143"/>
                    <a:pt x="321" y="143"/>
                    <a:pt x="321" y="143"/>
                  </a:cubicBezTo>
                  <a:cubicBezTo>
                    <a:pt x="453" y="276"/>
                    <a:pt x="453" y="276"/>
                    <a:pt x="453" y="276"/>
                  </a:cubicBezTo>
                  <a:cubicBezTo>
                    <a:pt x="460" y="282"/>
                    <a:pt x="460" y="293"/>
                    <a:pt x="453" y="300"/>
                  </a:cubicBezTo>
                  <a:close/>
                  <a:moveTo>
                    <a:pt x="458" y="249"/>
                  </a:moveTo>
                  <a:cubicBezTo>
                    <a:pt x="334" y="125"/>
                    <a:pt x="334" y="125"/>
                    <a:pt x="334" y="125"/>
                  </a:cubicBezTo>
                  <a:cubicBezTo>
                    <a:pt x="334" y="124"/>
                    <a:pt x="333" y="124"/>
                    <a:pt x="333" y="124"/>
                  </a:cubicBezTo>
                  <a:cubicBezTo>
                    <a:pt x="331" y="122"/>
                    <a:pt x="329" y="122"/>
                    <a:pt x="327" y="121"/>
                  </a:cubicBezTo>
                  <a:cubicBezTo>
                    <a:pt x="266" y="117"/>
                    <a:pt x="266" y="117"/>
                    <a:pt x="266" y="117"/>
                  </a:cubicBezTo>
                  <a:cubicBezTo>
                    <a:pt x="262" y="117"/>
                    <a:pt x="258" y="119"/>
                    <a:pt x="256" y="123"/>
                  </a:cubicBezTo>
                  <a:cubicBezTo>
                    <a:pt x="224" y="178"/>
                    <a:pt x="224" y="178"/>
                    <a:pt x="224" y="178"/>
                  </a:cubicBezTo>
                  <a:cubicBezTo>
                    <a:pt x="222" y="182"/>
                    <a:pt x="218" y="185"/>
                    <a:pt x="214" y="186"/>
                  </a:cubicBezTo>
                  <a:cubicBezTo>
                    <a:pt x="210" y="187"/>
                    <a:pt x="205" y="187"/>
                    <a:pt x="201" y="184"/>
                  </a:cubicBezTo>
                  <a:cubicBezTo>
                    <a:pt x="197" y="182"/>
                    <a:pt x="194" y="178"/>
                    <a:pt x="193" y="174"/>
                  </a:cubicBezTo>
                  <a:cubicBezTo>
                    <a:pt x="192" y="170"/>
                    <a:pt x="192" y="165"/>
                    <a:pt x="195" y="161"/>
                  </a:cubicBezTo>
                  <a:cubicBezTo>
                    <a:pt x="236" y="87"/>
                    <a:pt x="236" y="87"/>
                    <a:pt x="236" y="87"/>
                  </a:cubicBezTo>
                  <a:cubicBezTo>
                    <a:pt x="253" y="83"/>
                    <a:pt x="253" y="83"/>
                    <a:pt x="253" y="83"/>
                  </a:cubicBezTo>
                  <a:cubicBezTo>
                    <a:pt x="253" y="83"/>
                    <a:pt x="254" y="82"/>
                    <a:pt x="254" y="82"/>
                  </a:cubicBezTo>
                  <a:cubicBezTo>
                    <a:pt x="317" y="64"/>
                    <a:pt x="317" y="64"/>
                    <a:pt x="317" y="64"/>
                  </a:cubicBezTo>
                  <a:cubicBezTo>
                    <a:pt x="393" y="64"/>
                    <a:pt x="393" y="64"/>
                    <a:pt x="393" y="64"/>
                  </a:cubicBezTo>
                  <a:cubicBezTo>
                    <a:pt x="488" y="185"/>
                    <a:pt x="488" y="185"/>
                    <a:pt x="488" y="185"/>
                  </a:cubicBezTo>
                  <a:lnTo>
                    <a:pt x="458" y="249"/>
                  </a:lnTo>
                  <a:close/>
                  <a:moveTo>
                    <a:pt x="503" y="168"/>
                  </a:moveTo>
                  <a:cubicBezTo>
                    <a:pt x="415" y="56"/>
                    <a:pt x="415" y="56"/>
                    <a:pt x="415" y="56"/>
                  </a:cubicBezTo>
                  <a:cubicBezTo>
                    <a:pt x="460" y="27"/>
                    <a:pt x="460" y="27"/>
                    <a:pt x="460" y="27"/>
                  </a:cubicBezTo>
                  <a:cubicBezTo>
                    <a:pt x="542" y="134"/>
                    <a:pt x="542" y="134"/>
                    <a:pt x="542" y="134"/>
                  </a:cubicBezTo>
                  <a:lnTo>
                    <a:pt x="503" y="168"/>
                  </a:lnTo>
                  <a:close/>
                  <a:moveTo>
                    <a:pt x="503" y="168"/>
                  </a:moveTo>
                  <a:cubicBezTo>
                    <a:pt x="503" y="168"/>
                    <a:pt x="503" y="168"/>
                    <a:pt x="503" y="16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1" name="Google Shape;1209;p34"/>
            <p:cNvSpPr/>
            <p:nvPr/>
          </p:nvSpPr>
          <p:spPr>
            <a:xfrm>
              <a:off x="6303963" y="-3443288"/>
              <a:ext cx="77788" cy="76200"/>
            </a:xfrm>
            <a:custGeom>
              <a:avLst/>
              <a:gdLst/>
              <a:ahLst/>
              <a:cxnLst/>
              <a:rect l="l" t="t" r="r" b="b"/>
              <a:pathLst>
                <a:path w="100" h="99" extrusionOk="0">
                  <a:moveTo>
                    <a:pt x="12" y="99"/>
                  </a:moveTo>
                  <a:cubicBezTo>
                    <a:pt x="15" y="99"/>
                    <a:pt x="18" y="98"/>
                    <a:pt x="20" y="96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100" y="16"/>
                    <a:pt x="100" y="9"/>
                    <a:pt x="96" y="4"/>
                  </a:cubicBezTo>
                  <a:cubicBezTo>
                    <a:pt x="91" y="0"/>
                    <a:pt x="84" y="0"/>
                    <a:pt x="80" y="4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0" y="84"/>
                    <a:pt x="0" y="92"/>
                    <a:pt x="4" y="96"/>
                  </a:cubicBezTo>
                  <a:cubicBezTo>
                    <a:pt x="6" y="98"/>
                    <a:pt x="9" y="99"/>
                    <a:pt x="12" y="99"/>
                  </a:cubicBezTo>
                  <a:close/>
                  <a:moveTo>
                    <a:pt x="12" y="99"/>
                  </a:moveTo>
                  <a:cubicBezTo>
                    <a:pt x="12" y="99"/>
                    <a:pt x="12" y="99"/>
                    <a:pt x="12" y="99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2" name="Google Shape;1210;p34"/>
            <p:cNvSpPr/>
            <p:nvPr/>
          </p:nvSpPr>
          <p:spPr>
            <a:xfrm>
              <a:off x="6153150" y="-3443288"/>
              <a:ext cx="77788" cy="76200"/>
            </a:xfrm>
            <a:custGeom>
              <a:avLst/>
              <a:gdLst/>
              <a:ahLst/>
              <a:cxnLst/>
              <a:rect l="l" t="t" r="r" b="b"/>
              <a:pathLst>
                <a:path w="100" h="99" extrusionOk="0">
                  <a:moveTo>
                    <a:pt x="80" y="96"/>
                  </a:moveTo>
                  <a:cubicBezTo>
                    <a:pt x="82" y="98"/>
                    <a:pt x="85" y="99"/>
                    <a:pt x="88" y="99"/>
                  </a:cubicBezTo>
                  <a:cubicBezTo>
                    <a:pt x="91" y="99"/>
                    <a:pt x="94" y="98"/>
                    <a:pt x="96" y="96"/>
                  </a:cubicBezTo>
                  <a:cubicBezTo>
                    <a:pt x="100" y="92"/>
                    <a:pt x="100" y="84"/>
                    <a:pt x="96" y="80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5" y="0"/>
                    <a:pt x="8" y="0"/>
                    <a:pt x="4" y="4"/>
                  </a:cubicBezTo>
                  <a:cubicBezTo>
                    <a:pt x="0" y="9"/>
                    <a:pt x="0" y="16"/>
                    <a:pt x="4" y="20"/>
                  </a:cubicBezTo>
                  <a:lnTo>
                    <a:pt x="80" y="96"/>
                  </a:lnTo>
                  <a:close/>
                  <a:moveTo>
                    <a:pt x="80" y="96"/>
                  </a:moveTo>
                  <a:cubicBezTo>
                    <a:pt x="80" y="96"/>
                    <a:pt x="80" y="96"/>
                    <a:pt x="80" y="96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3" name="Google Shape;1211;p34"/>
            <p:cNvSpPr/>
            <p:nvPr/>
          </p:nvSpPr>
          <p:spPr>
            <a:xfrm>
              <a:off x="6259513" y="-3433763"/>
              <a:ext cx="15875" cy="66675"/>
            </a:xfrm>
            <a:custGeom>
              <a:avLst/>
              <a:gdLst/>
              <a:ahLst/>
              <a:cxnLst/>
              <a:rect l="l" t="t" r="r" b="b"/>
              <a:pathLst>
                <a:path w="22" h="85" extrusionOk="0">
                  <a:moveTo>
                    <a:pt x="11" y="85"/>
                  </a:moveTo>
                  <a:cubicBezTo>
                    <a:pt x="17" y="85"/>
                    <a:pt x="22" y="80"/>
                    <a:pt x="22" y="74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80"/>
                    <a:pt x="5" y="85"/>
                    <a:pt x="11" y="85"/>
                  </a:cubicBezTo>
                  <a:close/>
                  <a:moveTo>
                    <a:pt x="11" y="85"/>
                  </a:moveTo>
                  <a:cubicBezTo>
                    <a:pt x="11" y="85"/>
                    <a:pt x="11" y="85"/>
                    <a:pt x="11" y="85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4" name="Google Shape;1212;p34"/>
            <p:cNvSpPr/>
            <p:nvPr/>
          </p:nvSpPr>
          <p:spPr>
            <a:xfrm>
              <a:off x="6257925" y="-3468688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24" h="23" extrusionOk="0">
                  <a:moveTo>
                    <a:pt x="2" y="16"/>
                  </a:moveTo>
                  <a:cubicBezTo>
                    <a:pt x="3" y="20"/>
                    <a:pt x="8" y="23"/>
                    <a:pt x="12" y="23"/>
                  </a:cubicBezTo>
                  <a:cubicBezTo>
                    <a:pt x="17" y="22"/>
                    <a:pt x="21" y="19"/>
                    <a:pt x="22" y="15"/>
                  </a:cubicBezTo>
                  <a:cubicBezTo>
                    <a:pt x="24" y="11"/>
                    <a:pt x="22" y="6"/>
                    <a:pt x="19" y="3"/>
                  </a:cubicBezTo>
                  <a:cubicBezTo>
                    <a:pt x="15" y="0"/>
                    <a:pt x="10" y="0"/>
                    <a:pt x="6" y="2"/>
                  </a:cubicBezTo>
                  <a:cubicBezTo>
                    <a:pt x="1" y="5"/>
                    <a:pt x="0" y="11"/>
                    <a:pt x="2" y="16"/>
                  </a:cubicBezTo>
                  <a:close/>
                  <a:moveTo>
                    <a:pt x="2" y="16"/>
                  </a:moveTo>
                  <a:cubicBezTo>
                    <a:pt x="2" y="16"/>
                    <a:pt x="2" y="16"/>
                    <a:pt x="2" y="16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25" name="Google Shape;1213;p34"/>
          <p:cNvGrpSpPr/>
          <p:nvPr/>
        </p:nvGrpSpPr>
        <p:grpSpPr>
          <a:xfrm>
            <a:off x="8655062" y="5107367"/>
            <a:ext cx="562148" cy="485028"/>
            <a:chOff x="9617075" y="-4927601"/>
            <a:chExt cx="439738" cy="379413"/>
          </a:xfrm>
          <a:solidFill>
            <a:schemeClr val="bg1">
              <a:lumMod val="75000"/>
            </a:schemeClr>
          </a:solidFill>
        </p:grpSpPr>
        <p:sp>
          <p:nvSpPr>
            <p:cNvPr id="526" name="Google Shape;1214;p34"/>
            <p:cNvSpPr/>
            <p:nvPr/>
          </p:nvSpPr>
          <p:spPr>
            <a:xfrm>
              <a:off x="9617075" y="-4754563"/>
              <a:ext cx="439738" cy="206375"/>
            </a:xfrm>
            <a:custGeom>
              <a:avLst/>
              <a:gdLst/>
              <a:ahLst/>
              <a:cxnLst/>
              <a:rect l="l" t="t" r="r" b="b"/>
              <a:pathLst>
                <a:path w="567" h="267" extrusionOk="0">
                  <a:moveTo>
                    <a:pt x="548" y="199"/>
                  </a:moveTo>
                  <a:cubicBezTo>
                    <a:pt x="498" y="174"/>
                    <a:pt x="498" y="174"/>
                    <a:pt x="498" y="174"/>
                  </a:cubicBezTo>
                  <a:cubicBezTo>
                    <a:pt x="510" y="164"/>
                    <a:pt x="519" y="148"/>
                    <a:pt x="519" y="130"/>
                  </a:cubicBezTo>
                  <a:cubicBezTo>
                    <a:pt x="519" y="122"/>
                    <a:pt x="519" y="122"/>
                    <a:pt x="519" y="122"/>
                  </a:cubicBezTo>
                  <a:cubicBezTo>
                    <a:pt x="519" y="92"/>
                    <a:pt x="494" y="67"/>
                    <a:pt x="463" y="67"/>
                  </a:cubicBezTo>
                  <a:cubicBezTo>
                    <a:pt x="455" y="67"/>
                    <a:pt x="455" y="67"/>
                    <a:pt x="455" y="67"/>
                  </a:cubicBezTo>
                  <a:cubicBezTo>
                    <a:pt x="424" y="67"/>
                    <a:pt x="399" y="92"/>
                    <a:pt x="399" y="122"/>
                  </a:cubicBezTo>
                  <a:cubicBezTo>
                    <a:pt x="399" y="130"/>
                    <a:pt x="399" y="130"/>
                    <a:pt x="399" y="130"/>
                  </a:cubicBezTo>
                  <a:cubicBezTo>
                    <a:pt x="399" y="148"/>
                    <a:pt x="407" y="164"/>
                    <a:pt x="420" y="174"/>
                  </a:cubicBezTo>
                  <a:cubicBezTo>
                    <a:pt x="404" y="182"/>
                    <a:pt x="404" y="182"/>
                    <a:pt x="404" y="182"/>
                  </a:cubicBezTo>
                  <a:cubicBezTo>
                    <a:pt x="404" y="181"/>
                    <a:pt x="404" y="181"/>
                    <a:pt x="403" y="181"/>
                  </a:cubicBezTo>
                  <a:cubicBezTo>
                    <a:pt x="331" y="145"/>
                    <a:pt x="331" y="145"/>
                    <a:pt x="331" y="145"/>
                  </a:cubicBezTo>
                  <a:cubicBezTo>
                    <a:pt x="349" y="133"/>
                    <a:pt x="361" y="112"/>
                    <a:pt x="361" y="89"/>
                  </a:cubicBezTo>
                  <a:cubicBezTo>
                    <a:pt x="361" y="67"/>
                    <a:pt x="361" y="67"/>
                    <a:pt x="361" y="67"/>
                  </a:cubicBezTo>
                  <a:cubicBezTo>
                    <a:pt x="361" y="30"/>
                    <a:pt x="332" y="0"/>
                    <a:pt x="295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36" y="0"/>
                    <a:pt x="206" y="30"/>
                    <a:pt x="206" y="67"/>
                  </a:cubicBezTo>
                  <a:cubicBezTo>
                    <a:pt x="206" y="89"/>
                    <a:pt x="206" y="89"/>
                    <a:pt x="206" y="89"/>
                  </a:cubicBezTo>
                  <a:cubicBezTo>
                    <a:pt x="206" y="112"/>
                    <a:pt x="218" y="133"/>
                    <a:pt x="236" y="145"/>
                  </a:cubicBezTo>
                  <a:cubicBezTo>
                    <a:pt x="164" y="181"/>
                    <a:pt x="164" y="181"/>
                    <a:pt x="164" y="181"/>
                  </a:cubicBezTo>
                  <a:cubicBezTo>
                    <a:pt x="163" y="181"/>
                    <a:pt x="163" y="181"/>
                    <a:pt x="163" y="182"/>
                  </a:cubicBezTo>
                  <a:cubicBezTo>
                    <a:pt x="147" y="174"/>
                    <a:pt x="147" y="174"/>
                    <a:pt x="147" y="174"/>
                  </a:cubicBezTo>
                  <a:cubicBezTo>
                    <a:pt x="160" y="164"/>
                    <a:pt x="168" y="148"/>
                    <a:pt x="168" y="130"/>
                  </a:cubicBezTo>
                  <a:cubicBezTo>
                    <a:pt x="168" y="122"/>
                    <a:pt x="168" y="122"/>
                    <a:pt x="168" y="122"/>
                  </a:cubicBezTo>
                  <a:cubicBezTo>
                    <a:pt x="168" y="92"/>
                    <a:pt x="143" y="67"/>
                    <a:pt x="112" y="67"/>
                  </a:cubicBezTo>
                  <a:cubicBezTo>
                    <a:pt x="104" y="67"/>
                    <a:pt x="104" y="67"/>
                    <a:pt x="104" y="67"/>
                  </a:cubicBezTo>
                  <a:cubicBezTo>
                    <a:pt x="74" y="67"/>
                    <a:pt x="49" y="92"/>
                    <a:pt x="49" y="122"/>
                  </a:cubicBezTo>
                  <a:cubicBezTo>
                    <a:pt x="49" y="130"/>
                    <a:pt x="49" y="130"/>
                    <a:pt x="49" y="130"/>
                  </a:cubicBezTo>
                  <a:cubicBezTo>
                    <a:pt x="49" y="148"/>
                    <a:pt x="57" y="164"/>
                    <a:pt x="69" y="174"/>
                  </a:cubicBezTo>
                  <a:cubicBezTo>
                    <a:pt x="20" y="199"/>
                    <a:pt x="20" y="199"/>
                    <a:pt x="20" y="199"/>
                  </a:cubicBezTo>
                  <a:cubicBezTo>
                    <a:pt x="8" y="205"/>
                    <a:pt x="0" y="217"/>
                    <a:pt x="0" y="230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0" y="262"/>
                    <a:pt x="5" y="267"/>
                    <a:pt x="11" y="267"/>
                  </a:cubicBezTo>
                  <a:cubicBezTo>
                    <a:pt x="556" y="267"/>
                    <a:pt x="556" y="267"/>
                    <a:pt x="556" y="267"/>
                  </a:cubicBezTo>
                  <a:cubicBezTo>
                    <a:pt x="562" y="267"/>
                    <a:pt x="567" y="262"/>
                    <a:pt x="567" y="256"/>
                  </a:cubicBezTo>
                  <a:cubicBezTo>
                    <a:pt x="567" y="230"/>
                    <a:pt x="567" y="230"/>
                    <a:pt x="567" y="230"/>
                  </a:cubicBezTo>
                  <a:cubicBezTo>
                    <a:pt x="567" y="217"/>
                    <a:pt x="560" y="205"/>
                    <a:pt x="548" y="199"/>
                  </a:cubicBezTo>
                  <a:close/>
                  <a:moveTo>
                    <a:pt x="422" y="122"/>
                  </a:moveTo>
                  <a:cubicBezTo>
                    <a:pt x="422" y="104"/>
                    <a:pt x="437" y="89"/>
                    <a:pt x="455" y="89"/>
                  </a:cubicBezTo>
                  <a:cubicBezTo>
                    <a:pt x="463" y="89"/>
                    <a:pt x="463" y="89"/>
                    <a:pt x="463" y="89"/>
                  </a:cubicBezTo>
                  <a:cubicBezTo>
                    <a:pt x="481" y="89"/>
                    <a:pt x="496" y="104"/>
                    <a:pt x="496" y="122"/>
                  </a:cubicBezTo>
                  <a:cubicBezTo>
                    <a:pt x="496" y="130"/>
                    <a:pt x="496" y="130"/>
                    <a:pt x="496" y="130"/>
                  </a:cubicBezTo>
                  <a:cubicBezTo>
                    <a:pt x="496" y="149"/>
                    <a:pt x="482" y="164"/>
                    <a:pt x="463" y="164"/>
                  </a:cubicBezTo>
                  <a:cubicBezTo>
                    <a:pt x="455" y="164"/>
                    <a:pt x="455" y="164"/>
                    <a:pt x="455" y="164"/>
                  </a:cubicBezTo>
                  <a:cubicBezTo>
                    <a:pt x="437" y="164"/>
                    <a:pt x="422" y="149"/>
                    <a:pt x="422" y="130"/>
                  </a:cubicBezTo>
                  <a:lnTo>
                    <a:pt x="422" y="122"/>
                  </a:lnTo>
                  <a:close/>
                  <a:moveTo>
                    <a:pt x="228" y="67"/>
                  </a:moveTo>
                  <a:cubicBezTo>
                    <a:pt x="228" y="42"/>
                    <a:pt x="248" y="22"/>
                    <a:pt x="273" y="22"/>
                  </a:cubicBezTo>
                  <a:cubicBezTo>
                    <a:pt x="295" y="22"/>
                    <a:pt x="295" y="22"/>
                    <a:pt x="295" y="22"/>
                  </a:cubicBezTo>
                  <a:cubicBezTo>
                    <a:pt x="319" y="22"/>
                    <a:pt x="339" y="42"/>
                    <a:pt x="339" y="67"/>
                  </a:cubicBezTo>
                  <a:cubicBezTo>
                    <a:pt x="339" y="89"/>
                    <a:pt x="339" y="89"/>
                    <a:pt x="339" y="89"/>
                  </a:cubicBezTo>
                  <a:cubicBezTo>
                    <a:pt x="339" y="114"/>
                    <a:pt x="319" y="133"/>
                    <a:pt x="295" y="133"/>
                  </a:cubicBezTo>
                  <a:cubicBezTo>
                    <a:pt x="273" y="133"/>
                    <a:pt x="273" y="133"/>
                    <a:pt x="273" y="133"/>
                  </a:cubicBezTo>
                  <a:cubicBezTo>
                    <a:pt x="248" y="133"/>
                    <a:pt x="228" y="114"/>
                    <a:pt x="228" y="89"/>
                  </a:cubicBezTo>
                  <a:lnTo>
                    <a:pt x="228" y="67"/>
                  </a:lnTo>
                  <a:close/>
                  <a:moveTo>
                    <a:pt x="71" y="122"/>
                  </a:moveTo>
                  <a:cubicBezTo>
                    <a:pt x="71" y="104"/>
                    <a:pt x="86" y="89"/>
                    <a:pt x="104" y="89"/>
                  </a:cubicBezTo>
                  <a:cubicBezTo>
                    <a:pt x="112" y="89"/>
                    <a:pt x="112" y="89"/>
                    <a:pt x="112" y="89"/>
                  </a:cubicBezTo>
                  <a:cubicBezTo>
                    <a:pt x="131" y="89"/>
                    <a:pt x="146" y="104"/>
                    <a:pt x="146" y="122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46" y="149"/>
                    <a:pt x="131" y="164"/>
                    <a:pt x="112" y="164"/>
                  </a:cubicBezTo>
                  <a:cubicBezTo>
                    <a:pt x="104" y="164"/>
                    <a:pt x="104" y="164"/>
                    <a:pt x="104" y="164"/>
                  </a:cubicBezTo>
                  <a:cubicBezTo>
                    <a:pt x="86" y="164"/>
                    <a:pt x="71" y="149"/>
                    <a:pt x="71" y="130"/>
                  </a:cubicBezTo>
                  <a:lnTo>
                    <a:pt x="71" y="122"/>
                  </a:lnTo>
                  <a:close/>
                  <a:moveTo>
                    <a:pt x="22" y="230"/>
                  </a:moveTo>
                  <a:cubicBezTo>
                    <a:pt x="22" y="225"/>
                    <a:pt x="25" y="221"/>
                    <a:pt x="30" y="218"/>
                  </a:cubicBezTo>
                  <a:cubicBezTo>
                    <a:pt x="95" y="186"/>
                    <a:pt x="95" y="186"/>
                    <a:pt x="95" y="186"/>
                  </a:cubicBezTo>
                  <a:cubicBezTo>
                    <a:pt x="122" y="186"/>
                    <a:pt x="122" y="186"/>
                    <a:pt x="122" y="186"/>
                  </a:cubicBezTo>
                  <a:cubicBezTo>
                    <a:pt x="145" y="198"/>
                    <a:pt x="145" y="198"/>
                    <a:pt x="145" y="198"/>
                  </a:cubicBezTo>
                  <a:cubicBezTo>
                    <a:pt x="141" y="204"/>
                    <a:pt x="139" y="212"/>
                    <a:pt x="139" y="221"/>
                  </a:cubicBezTo>
                  <a:cubicBezTo>
                    <a:pt x="139" y="245"/>
                    <a:pt x="139" y="245"/>
                    <a:pt x="139" y="245"/>
                  </a:cubicBezTo>
                  <a:cubicBezTo>
                    <a:pt x="22" y="245"/>
                    <a:pt x="22" y="245"/>
                    <a:pt x="22" y="245"/>
                  </a:cubicBezTo>
                  <a:lnTo>
                    <a:pt x="22" y="230"/>
                  </a:lnTo>
                  <a:close/>
                  <a:moveTo>
                    <a:pt x="161" y="221"/>
                  </a:moveTo>
                  <a:cubicBezTo>
                    <a:pt x="161" y="218"/>
                    <a:pt x="161" y="208"/>
                    <a:pt x="173" y="201"/>
                  </a:cubicBezTo>
                  <a:cubicBezTo>
                    <a:pt x="264" y="156"/>
                    <a:pt x="264" y="156"/>
                    <a:pt x="264" y="156"/>
                  </a:cubicBezTo>
                  <a:cubicBezTo>
                    <a:pt x="303" y="156"/>
                    <a:pt x="303" y="156"/>
                    <a:pt x="303" y="156"/>
                  </a:cubicBezTo>
                  <a:cubicBezTo>
                    <a:pt x="393" y="201"/>
                    <a:pt x="393" y="201"/>
                    <a:pt x="393" y="201"/>
                  </a:cubicBezTo>
                  <a:cubicBezTo>
                    <a:pt x="405" y="207"/>
                    <a:pt x="405" y="218"/>
                    <a:pt x="405" y="221"/>
                  </a:cubicBezTo>
                  <a:cubicBezTo>
                    <a:pt x="405" y="245"/>
                    <a:pt x="405" y="245"/>
                    <a:pt x="405" y="245"/>
                  </a:cubicBezTo>
                  <a:cubicBezTo>
                    <a:pt x="161" y="245"/>
                    <a:pt x="161" y="245"/>
                    <a:pt x="161" y="245"/>
                  </a:cubicBezTo>
                  <a:lnTo>
                    <a:pt x="161" y="221"/>
                  </a:lnTo>
                  <a:close/>
                  <a:moveTo>
                    <a:pt x="545" y="245"/>
                  </a:moveTo>
                  <a:cubicBezTo>
                    <a:pt x="428" y="245"/>
                    <a:pt x="428" y="245"/>
                    <a:pt x="428" y="245"/>
                  </a:cubicBezTo>
                  <a:cubicBezTo>
                    <a:pt x="428" y="221"/>
                    <a:pt x="428" y="221"/>
                    <a:pt x="428" y="221"/>
                  </a:cubicBezTo>
                  <a:cubicBezTo>
                    <a:pt x="428" y="212"/>
                    <a:pt x="426" y="205"/>
                    <a:pt x="422" y="198"/>
                  </a:cubicBezTo>
                  <a:cubicBezTo>
                    <a:pt x="446" y="186"/>
                    <a:pt x="446" y="186"/>
                    <a:pt x="446" y="186"/>
                  </a:cubicBezTo>
                  <a:cubicBezTo>
                    <a:pt x="473" y="186"/>
                    <a:pt x="473" y="186"/>
                    <a:pt x="473" y="186"/>
                  </a:cubicBezTo>
                  <a:cubicBezTo>
                    <a:pt x="538" y="219"/>
                    <a:pt x="538" y="219"/>
                    <a:pt x="538" y="219"/>
                  </a:cubicBezTo>
                  <a:cubicBezTo>
                    <a:pt x="542" y="221"/>
                    <a:pt x="545" y="225"/>
                    <a:pt x="545" y="230"/>
                  </a:cubicBezTo>
                  <a:lnTo>
                    <a:pt x="545" y="245"/>
                  </a:lnTo>
                  <a:close/>
                  <a:moveTo>
                    <a:pt x="545" y="245"/>
                  </a:moveTo>
                  <a:cubicBezTo>
                    <a:pt x="545" y="245"/>
                    <a:pt x="545" y="245"/>
                    <a:pt x="545" y="245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7" name="Google Shape;1215;p34"/>
            <p:cNvSpPr/>
            <p:nvPr/>
          </p:nvSpPr>
          <p:spPr>
            <a:xfrm>
              <a:off x="9777413" y="-4927601"/>
              <a:ext cx="120650" cy="138112"/>
            </a:xfrm>
            <a:custGeom>
              <a:avLst/>
              <a:gdLst/>
              <a:ahLst/>
              <a:cxnLst/>
              <a:rect l="l" t="t" r="r" b="b"/>
              <a:pathLst>
                <a:path w="156" h="178" extrusionOk="0">
                  <a:moveTo>
                    <a:pt x="70" y="174"/>
                  </a:moveTo>
                  <a:cubicBezTo>
                    <a:pt x="72" y="177"/>
                    <a:pt x="75" y="178"/>
                    <a:pt x="78" y="178"/>
                  </a:cubicBezTo>
                  <a:cubicBezTo>
                    <a:pt x="81" y="178"/>
                    <a:pt x="83" y="176"/>
                    <a:pt x="86" y="174"/>
                  </a:cubicBezTo>
                  <a:cubicBezTo>
                    <a:pt x="152" y="108"/>
                    <a:pt x="152" y="108"/>
                    <a:pt x="152" y="108"/>
                  </a:cubicBezTo>
                  <a:cubicBezTo>
                    <a:pt x="155" y="105"/>
                    <a:pt x="156" y="102"/>
                    <a:pt x="155" y="99"/>
                  </a:cubicBezTo>
                  <a:cubicBezTo>
                    <a:pt x="155" y="95"/>
                    <a:pt x="153" y="92"/>
                    <a:pt x="151" y="91"/>
                  </a:cubicBezTo>
                  <a:cubicBezTo>
                    <a:pt x="122" y="72"/>
                    <a:pt x="122" y="72"/>
                    <a:pt x="122" y="72"/>
                  </a:cubicBezTo>
                  <a:cubicBezTo>
                    <a:pt x="122" y="11"/>
                    <a:pt x="122" y="11"/>
                    <a:pt x="122" y="11"/>
                  </a:cubicBezTo>
                  <a:cubicBezTo>
                    <a:pt x="122" y="5"/>
                    <a:pt x="117" y="0"/>
                    <a:pt x="111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8" y="0"/>
                    <a:pt x="33" y="5"/>
                    <a:pt x="33" y="11"/>
                  </a:cubicBezTo>
                  <a:cubicBezTo>
                    <a:pt x="33" y="72"/>
                    <a:pt x="33" y="72"/>
                    <a:pt x="33" y="72"/>
                  </a:cubicBezTo>
                  <a:cubicBezTo>
                    <a:pt x="5" y="90"/>
                    <a:pt x="5" y="90"/>
                    <a:pt x="5" y="90"/>
                  </a:cubicBezTo>
                  <a:cubicBezTo>
                    <a:pt x="2" y="92"/>
                    <a:pt x="0" y="95"/>
                    <a:pt x="0" y="99"/>
                  </a:cubicBezTo>
                  <a:cubicBezTo>
                    <a:pt x="0" y="102"/>
                    <a:pt x="1" y="105"/>
                    <a:pt x="3" y="108"/>
                  </a:cubicBezTo>
                  <a:lnTo>
                    <a:pt x="70" y="174"/>
                  </a:lnTo>
                  <a:close/>
                  <a:moveTo>
                    <a:pt x="50" y="87"/>
                  </a:moveTo>
                  <a:cubicBezTo>
                    <a:pt x="54" y="85"/>
                    <a:pt x="55" y="81"/>
                    <a:pt x="55" y="78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100" y="22"/>
                    <a:pt x="100" y="22"/>
                    <a:pt x="100" y="22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0" y="81"/>
                    <a:pt x="102" y="85"/>
                    <a:pt x="105" y="87"/>
                  </a:cubicBezTo>
                  <a:cubicBezTo>
                    <a:pt x="127" y="101"/>
                    <a:pt x="127" y="101"/>
                    <a:pt x="127" y="10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28" y="102"/>
                    <a:pt x="28" y="102"/>
                    <a:pt x="28" y="102"/>
                  </a:cubicBezTo>
                  <a:lnTo>
                    <a:pt x="50" y="87"/>
                  </a:lnTo>
                  <a:close/>
                  <a:moveTo>
                    <a:pt x="50" y="87"/>
                  </a:moveTo>
                  <a:cubicBezTo>
                    <a:pt x="50" y="87"/>
                    <a:pt x="50" y="87"/>
                    <a:pt x="50" y="8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8" name="Google Shape;1216;p34"/>
            <p:cNvSpPr/>
            <p:nvPr/>
          </p:nvSpPr>
          <p:spPr>
            <a:xfrm>
              <a:off x="9731375" y="-4818063"/>
              <a:ext cx="42863" cy="41275"/>
            </a:xfrm>
            <a:custGeom>
              <a:avLst/>
              <a:gdLst/>
              <a:ahLst/>
              <a:cxnLst/>
              <a:rect l="l" t="t" r="r" b="b"/>
              <a:pathLst>
                <a:path w="56" h="54" extrusionOk="0">
                  <a:moveTo>
                    <a:pt x="35" y="51"/>
                  </a:moveTo>
                  <a:cubicBezTo>
                    <a:pt x="38" y="53"/>
                    <a:pt x="40" y="54"/>
                    <a:pt x="43" y="54"/>
                  </a:cubicBezTo>
                  <a:cubicBezTo>
                    <a:pt x="46" y="54"/>
                    <a:pt x="49" y="53"/>
                    <a:pt x="51" y="51"/>
                  </a:cubicBezTo>
                  <a:cubicBezTo>
                    <a:pt x="56" y="47"/>
                    <a:pt x="56" y="40"/>
                    <a:pt x="51" y="35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5" y="0"/>
                    <a:pt x="8" y="0"/>
                    <a:pt x="4" y="4"/>
                  </a:cubicBezTo>
                  <a:cubicBezTo>
                    <a:pt x="0" y="8"/>
                    <a:pt x="0" y="15"/>
                    <a:pt x="4" y="20"/>
                  </a:cubicBezTo>
                  <a:lnTo>
                    <a:pt x="35" y="51"/>
                  </a:lnTo>
                  <a:close/>
                  <a:moveTo>
                    <a:pt x="35" y="51"/>
                  </a:moveTo>
                  <a:cubicBezTo>
                    <a:pt x="35" y="51"/>
                    <a:pt x="35" y="51"/>
                    <a:pt x="35" y="5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9" name="Google Shape;1217;p34"/>
            <p:cNvSpPr/>
            <p:nvPr/>
          </p:nvSpPr>
          <p:spPr>
            <a:xfrm>
              <a:off x="9707563" y="-4765676"/>
              <a:ext cx="42863" cy="26987"/>
            </a:xfrm>
            <a:custGeom>
              <a:avLst/>
              <a:gdLst/>
              <a:ahLst/>
              <a:cxnLst/>
              <a:rect l="l" t="t" r="r" b="b"/>
              <a:pathLst>
                <a:path w="55" h="34" extrusionOk="0">
                  <a:moveTo>
                    <a:pt x="9" y="23"/>
                  </a:moveTo>
                  <a:cubicBezTo>
                    <a:pt x="38" y="33"/>
                    <a:pt x="38" y="33"/>
                    <a:pt x="38" y="33"/>
                  </a:cubicBezTo>
                  <a:cubicBezTo>
                    <a:pt x="40" y="34"/>
                    <a:pt x="41" y="34"/>
                    <a:pt x="42" y="34"/>
                  </a:cubicBezTo>
                  <a:cubicBezTo>
                    <a:pt x="47" y="34"/>
                    <a:pt x="51" y="31"/>
                    <a:pt x="53" y="27"/>
                  </a:cubicBezTo>
                  <a:cubicBezTo>
                    <a:pt x="55" y="21"/>
                    <a:pt x="52" y="15"/>
                    <a:pt x="46" y="13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0" y="0"/>
                    <a:pt x="4" y="3"/>
                    <a:pt x="2" y="8"/>
                  </a:cubicBezTo>
                  <a:cubicBezTo>
                    <a:pt x="0" y="14"/>
                    <a:pt x="3" y="20"/>
                    <a:pt x="9" y="23"/>
                  </a:cubicBezTo>
                  <a:close/>
                  <a:moveTo>
                    <a:pt x="9" y="23"/>
                  </a:moveTo>
                  <a:cubicBezTo>
                    <a:pt x="9" y="23"/>
                    <a:pt x="9" y="23"/>
                    <a:pt x="9" y="2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0" name="Google Shape;1218;p34"/>
            <p:cNvSpPr/>
            <p:nvPr/>
          </p:nvSpPr>
          <p:spPr>
            <a:xfrm>
              <a:off x="9901238" y="-4818063"/>
              <a:ext cx="42863" cy="41275"/>
            </a:xfrm>
            <a:custGeom>
              <a:avLst/>
              <a:gdLst/>
              <a:ahLst/>
              <a:cxnLst/>
              <a:rect l="l" t="t" r="r" b="b"/>
              <a:pathLst>
                <a:path w="56" h="54" extrusionOk="0">
                  <a:moveTo>
                    <a:pt x="12" y="54"/>
                  </a:moveTo>
                  <a:cubicBezTo>
                    <a:pt x="15" y="54"/>
                    <a:pt x="18" y="53"/>
                    <a:pt x="20" y="51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6" y="15"/>
                    <a:pt x="56" y="8"/>
                    <a:pt x="51" y="4"/>
                  </a:cubicBezTo>
                  <a:cubicBezTo>
                    <a:pt x="47" y="0"/>
                    <a:pt x="40" y="0"/>
                    <a:pt x="36" y="4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0" y="40"/>
                    <a:pt x="0" y="47"/>
                    <a:pt x="4" y="51"/>
                  </a:cubicBezTo>
                  <a:cubicBezTo>
                    <a:pt x="6" y="53"/>
                    <a:pt x="9" y="54"/>
                    <a:pt x="12" y="54"/>
                  </a:cubicBezTo>
                  <a:close/>
                  <a:moveTo>
                    <a:pt x="12" y="54"/>
                  </a:moveTo>
                  <a:cubicBezTo>
                    <a:pt x="12" y="54"/>
                    <a:pt x="12" y="54"/>
                    <a:pt x="12" y="5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1" name="Google Shape;1219;p34"/>
            <p:cNvSpPr/>
            <p:nvPr/>
          </p:nvSpPr>
          <p:spPr>
            <a:xfrm>
              <a:off x="9925050" y="-4765676"/>
              <a:ext cx="42863" cy="26987"/>
            </a:xfrm>
            <a:custGeom>
              <a:avLst/>
              <a:gdLst/>
              <a:ahLst/>
              <a:cxnLst/>
              <a:rect l="l" t="t" r="r" b="b"/>
              <a:pathLst>
                <a:path w="56" h="34" extrusionOk="0">
                  <a:moveTo>
                    <a:pt x="3" y="27"/>
                  </a:moveTo>
                  <a:cubicBezTo>
                    <a:pt x="4" y="31"/>
                    <a:pt x="8" y="34"/>
                    <a:pt x="13" y="34"/>
                  </a:cubicBezTo>
                  <a:cubicBezTo>
                    <a:pt x="14" y="34"/>
                    <a:pt x="16" y="34"/>
                    <a:pt x="17" y="33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52" y="20"/>
                    <a:pt x="56" y="14"/>
                    <a:pt x="53" y="8"/>
                  </a:cubicBezTo>
                  <a:cubicBezTo>
                    <a:pt x="51" y="3"/>
                    <a:pt x="45" y="0"/>
                    <a:pt x="39" y="2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3" y="15"/>
                    <a:pt x="0" y="21"/>
                    <a:pt x="3" y="27"/>
                  </a:cubicBezTo>
                  <a:close/>
                  <a:moveTo>
                    <a:pt x="3" y="27"/>
                  </a:moveTo>
                  <a:cubicBezTo>
                    <a:pt x="3" y="27"/>
                    <a:pt x="3" y="27"/>
                    <a:pt x="3" y="2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32" name="Google Shape;1220;p34"/>
          <p:cNvGrpSpPr/>
          <p:nvPr/>
        </p:nvGrpSpPr>
        <p:grpSpPr>
          <a:xfrm>
            <a:off x="3845013" y="5091119"/>
            <a:ext cx="395288" cy="444500"/>
            <a:chOff x="6764338" y="-3463926"/>
            <a:chExt cx="395288" cy="444500"/>
          </a:xfrm>
          <a:solidFill>
            <a:schemeClr val="bg1">
              <a:lumMod val="75000"/>
            </a:schemeClr>
          </a:solidFill>
        </p:grpSpPr>
        <p:sp>
          <p:nvSpPr>
            <p:cNvPr id="533" name="Google Shape;1221;p34"/>
            <p:cNvSpPr/>
            <p:nvPr/>
          </p:nvSpPr>
          <p:spPr>
            <a:xfrm>
              <a:off x="6950075" y="-3309938"/>
              <a:ext cx="50800" cy="49212"/>
            </a:xfrm>
            <a:custGeom>
              <a:avLst/>
              <a:gdLst/>
              <a:ahLst/>
              <a:cxnLst/>
              <a:rect l="l" t="t" r="r" b="b"/>
              <a:pathLst>
                <a:path w="65" h="64" extrusionOk="0">
                  <a:moveTo>
                    <a:pt x="32" y="64"/>
                  </a:moveTo>
                  <a:cubicBezTo>
                    <a:pt x="15" y="64"/>
                    <a:pt x="0" y="49"/>
                    <a:pt x="0" y="32"/>
                  </a:cubicBezTo>
                  <a:cubicBezTo>
                    <a:pt x="0" y="15"/>
                    <a:pt x="15" y="0"/>
                    <a:pt x="32" y="0"/>
                  </a:cubicBezTo>
                  <a:cubicBezTo>
                    <a:pt x="50" y="0"/>
                    <a:pt x="65" y="14"/>
                    <a:pt x="65" y="32"/>
                  </a:cubicBezTo>
                  <a:cubicBezTo>
                    <a:pt x="65" y="49"/>
                    <a:pt x="50" y="64"/>
                    <a:pt x="32" y="64"/>
                  </a:cubicBezTo>
                  <a:close/>
                  <a:moveTo>
                    <a:pt x="32" y="64"/>
                  </a:moveTo>
                  <a:cubicBezTo>
                    <a:pt x="32" y="64"/>
                    <a:pt x="32" y="64"/>
                    <a:pt x="32" y="6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4" name="Google Shape;1222;p34"/>
            <p:cNvSpPr/>
            <p:nvPr/>
          </p:nvSpPr>
          <p:spPr>
            <a:xfrm>
              <a:off x="6892925" y="-3038476"/>
              <a:ext cx="120650" cy="19050"/>
            </a:xfrm>
            <a:custGeom>
              <a:avLst/>
              <a:gdLst/>
              <a:ahLst/>
              <a:cxnLst/>
              <a:rect l="l" t="t" r="r" b="b"/>
              <a:pathLst>
                <a:path w="155" h="23" extrusionOk="0">
                  <a:moveTo>
                    <a:pt x="144" y="23"/>
                  </a:moveTo>
                  <a:cubicBezTo>
                    <a:pt x="11" y="23"/>
                    <a:pt x="11" y="23"/>
                    <a:pt x="11" y="23"/>
                  </a:cubicBez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50" y="0"/>
                    <a:pt x="155" y="5"/>
                    <a:pt x="155" y="12"/>
                  </a:cubicBezTo>
                  <a:cubicBezTo>
                    <a:pt x="155" y="18"/>
                    <a:pt x="150" y="23"/>
                    <a:pt x="144" y="23"/>
                  </a:cubicBezTo>
                  <a:close/>
                  <a:moveTo>
                    <a:pt x="144" y="23"/>
                  </a:moveTo>
                  <a:cubicBezTo>
                    <a:pt x="144" y="23"/>
                    <a:pt x="144" y="23"/>
                    <a:pt x="144" y="2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5" name="Google Shape;1223;p34"/>
            <p:cNvSpPr/>
            <p:nvPr/>
          </p:nvSpPr>
          <p:spPr>
            <a:xfrm>
              <a:off x="7021513" y="-3038476"/>
              <a:ext cx="26988" cy="19050"/>
            </a:xfrm>
            <a:custGeom>
              <a:avLst/>
              <a:gdLst/>
              <a:ahLst/>
              <a:cxnLst/>
              <a:rect l="l" t="t" r="r" b="b"/>
              <a:pathLst>
                <a:path w="34" h="23" extrusionOk="0">
                  <a:moveTo>
                    <a:pt x="23" y="23"/>
                  </a:moveTo>
                  <a:cubicBezTo>
                    <a:pt x="11" y="23"/>
                    <a:pt x="11" y="23"/>
                    <a:pt x="11" y="23"/>
                  </a:cubicBez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9" y="0"/>
                    <a:pt x="34" y="5"/>
                    <a:pt x="34" y="12"/>
                  </a:cubicBezTo>
                  <a:cubicBezTo>
                    <a:pt x="34" y="18"/>
                    <a:pt x="29" y="23"/>
                    <a:pt x="23" y="23"/>
                  </a:cubicBezTo>
                  <a:close/>
                  <a:moveTo>
                    <a:pt x="23" y="23"/>
                  </a:moveTo>
                  <a:cubicBezTo>
                    <a:pt x="23" y="23"/>
                    <a:pt x="23" y="23"/>
                    <a:pt x="23" y="2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6" name="Google Shape;1224;p34"/>
            <p:cNvSpPr/>
            <p:nvPr/>
          </p:nvSpPr>
          <p:spPr>
            <a:xfrm>
              <a:off x="7056438" y="-3038476"/>
              <a:ext cx="55563" cy="19050"/>
            </a:xfrm>
            <a:custGeom>
              <a:avLst/>
              <a:gdLst/>
              <a:ahLst/>
              <a:cxnLst/>
              <a:rect l="l" t="t" r="r" b="b"/>
              <a:pathLst>
                <a:path w="71" h="23" extrusionOk="0">
                  <a:moveTo>
                    <a:pt x="60" y="23"/>
                  </a:moveTo>
                  <a:cubicBezTo>
                    <a:pt x="12" y="23"/>
                    <a:pt x="12" y="23"/>
                    <a:pt x="12" y="23"/>
                  </a:cubicBez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6" y="0"/>
                    <a:pt x="71" y="5"/>
                    <a:pt x="71" y="12"/>
                  </a:cubicBezTo>
                  <a:cubicBezTo>
                    <a:pt x="71" y="18"/>
                    <a:pt x="66" y="23"/>
                    <a:pt x="60" y="23"/>
                  </a:cubicBezTo>
                  <a:close/>
                  <a:moveTo>
                    <a:pt x="60" y="23"/>
                  </a:moveTo>
                  <a:cubicBezTo>
                    <a:pt x="60" y="23"/>
                    <a:pt x="60" y="23"/>
                    <a:pt x="60" y="2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7" name="Google Shape;1225;p34"/>
            <p:cNvSpPr/>
            <p:nvPr/>
          </p:nvSpPr>
          <p:spPr>
            <a:xfrm>
              <a:off x="6861175" y="-340042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139" y="295"/>
                    <a:pt x="131" y="294"/>
                    <a:pt x="123" y="293"/>
                  </a:cubicBezTo>
                  <a:cubicBezTo>
                    <a:pt x="119" y="292"/>
                    <a:pt x="119" y="292"/>
                    <a:pt x="119" y="292"/>
                  </a:cubicBezTo>
                  <a:cubicBezTo>
                    <a:pt x="113" y="291"/>
                    <a:pt x="109" y="286"/>
                    <a:pt x="109" y="281"/>
                  </a:cubicBezTo>
                  <a:cubicBezTo>
                    <a:pt x="109" y="264"/>
                    <a:pt x="109" y="264"/>
                    <a:pt x="109" y="264"/>
                  </a:cubicBezTo>
                  <a:cubicBezTo>
                    <a:pt x="103" y="262"/>
                    <a:pt x="98" y="260"/>
                    <a:pt x="92" y="257"/>
                  </a:cubicBezTo>
                  <a:cubicBezTo>
                    <a:pt x="80" y="269"/>
                    <a:pt x="80" y="269"/>
                    <a:pt x="80" y="269"/>
                  </a:cubicBezTo>
                  <a:cubicBezTo>
                    <a:pt x="77" y="273"/>
                    <a:pt x="70" y="273"/>
                    <a:pt x="66" y="270"/>
                  </a:cubicBezTo>
                  <a:cubicBezTo>
                    <a:pt x="62" y="267"/>
                    <a:pt x="62" y="267"/>
                    <a:pt x="62" y="267"/>
                  </a:cubicBezTo>
                  <a:cubicBezTo>
                    <a:pt x="49" y="258"/>
                    <a:pt x="37" y="246"/>
                    <a:pt x="28" y="233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2" y="225"/>
                    <a:pt x="23" y="219"/>
                    <a:pt x="27" y="215"/>
                  </a:cubicBezTo>
                  <a:cubicBezTo>
                    <a:pt x="38" y="203"/>
                    <a:pt x="38" y="203"/>
                    <a:pt x="38" y="203"/>
                  </a:cubicBezTo>
                  <a:cubicBezTo>
                    <a:pt x="35" y="198"/>
                    <a:pt x="33" y="192"/>
                    <a:pt x="31" y="186"/>
                  </a:cubicBezTo>
                  <a:cubicBezTo>
                    <a:pt x="15" y="186"/>
                    <a:pt x="15" y="186"/>
                    <a:pt x="15" y="186"/>
                  </a:cubicBezTo>
                  <a:cubicBezTo>
                    <a:pt x="9" y="186"/>
                    <a:pt x="4" y="182"/>
                    <a:pt x="3" y="176"/>
                  </a:cubicBezTo>
                  <a:cubicBezTo>
                    <a:pt x="3" y="172"/>
                    <a:pt x="3" y="172"/>
                    <a:pt x="3" y="172"/>
                  </a:cubicBezTo>
                  <a:cubicBezTo>
                    <a:pt x="0" y="156"/>
                    <a:pt x="0" y="140"/>
                    <a:pt x="3" y="124"/>
                  </a:cubicBezTo>
                  <a:cubicBezTo>
                    <a:pt x="3" y="119"/>
                    <a:pt x="3" y="119"/>
                    <a:pt x="3" y="119"/>
                  </a:cubicBezTo>
                  <a:cubicBezTo>
                    <a:pt x="4" y="114"/>
                    <a:pt x="9" y="110"/>
                    <a:pt x="15" y="110"/>
                  </a:cubicBezTo>
                  <a:cubicBezTo>
                    <a:pt x="31" y="110"/>
                    <a:pt x="31" y="110"/>
                    <a:pt x="31" y="110"/>
                  </a:cubicBezTo>
                  <a:cubicBezTo>
                    <a:pt x="33" y="104"/>
                    <a:pt x="35" y="98"/>
                    <a:pt x="38" y="92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23" y="77"/>
                    <a:pt x="22" y="71"/>
                    <a:pt x="25" y="66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37" y="49"/>
                    <a:pt x="49" y="38"/>
                    <a:pt x="62" y="28"/>
                  </a:cubicBezTo>
                  <a:cubicBezTo>
                    <a:pt x="66" y="26"/>
                    <a:pt x="66" y="26"/>
                    <a:pt x="66" y="26"/>
                  </a:cubicBezTo>
                  <a:cubicBezTo>
                    <a:pt x="70" y="22"/>
                    <a:pt x="77" y="23"/>
                    <a:pt x="80" y="27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8" y="36"/>
                    <a:pt x="103" y="33"/>
                    <a:pt x="109" y="31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09" y="9"/>
                    <a:pt x="113" y="5"/>
                    <a:pt x="119" y="4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39" y="0"/>
                    <a:pt x="156" y="0"/>
                    <a:pt x="172" y="3"/>
                  </a:cubicBezTo>
                  <a:cubicBezTo>
                    <a:pt x="176" y="4"/>
                    <a:pt x="176" y="4"/>
                    <a:pt x="176" y="4"/>
                  </a:cubicBezTo>
                  <a:cubicBezTo>
                    <a:pt x="182" y="5"/>
                    <a:pt x="186" y="9"/>
                    <a:pt x="186" y="15"/>
                  </a:cubicBezTo>
                  <a:cubicBezTo>
                    <a:pt x="186" y="31"/>
                    <a:pt x="186" y="31"/>
                    <a:pt x="186" y="31"/>
                  </a:cubicBezTo>
                  <a:cubicBezTo>
                    <a:pt x="192" y="33"/>
                    <a:pt x="197" y="36"/>
                    <a:pt x="203" y="38"/>
                  </a:cubicBezTo>
                  <a:cubicBezTo>
                    <a:pt x="215" y="27"/>
                    <a:pt x="215" y="27"/>
                    <a:pt x="215" y="27"/>
                  </a:cubicBezTo>
                  <a:cubicBezTo>
                    <a:pt x="219" y="23"/>
                    <a:pt x="225" y="22"/>
                    <a:pt x="229" y="26"/>
                  </a:cubicBezTo>
                  <a:cubicBezTo>
                    <a:pt x="233" y="28"/>
                    <a:pt x="233" y="28"/>
                    <a:pt x="233" y="28"/>
                  </a:cubicBezTo>
                  <a:cubicBezTo>
                    <a:pt x="246" y="38"/>
                    <a:pt x="258" y="49"/>
                    <a:pt x="267" y="62"/>
                  </a:cubicBezTo>
                  <a:cubicBezTo>
                    <a:pt x="270" y="66"/>
                    <a:pt x="270" y="66"/>
                    <a:pt x="270" y="66"/>
                  </a:cubicBezTo>
                  <a:cubicBezTo>
                    <a:pt x="273" y="71"/>
                    <a:pt x="272" y="77"/>
                    <a:pt x="269" y="81"/>
                  </a:cubicBezTo>
                  <a:cubicBezTo>
                    <a:pt x="257" y="92"/>
                    <a:pt x="257" y="92"/>
                    <a:pt x="257" y="92"/>
                  </a:cubicBezTo>
                  <a:cubicBezTo>
                    <a:pt x="260" y="98"/>
                    <a:pt x="262" y="104"/>
                    <a:pt x="264" y="110"/>
                  </a:cubicBezTo>
                  <a:cubicBezTo>
                    <a:pt x="281" y="110"/>
                    <a:pt x="281" y="110"/>
                    <a:pt x="281" y="110"/>
                  </a:cubicBezTo>
                  <a:cubicBezTo>
                    <a:pt x="286" y="110"/>
                    <a:pt x="291" y="114"/>
                    <a:pt x="292" y="119"/>
                  </a:cubicBezTo>
                  <a:cubicBezTo>
                    <a:pt x="292" y="124"/>
                    <a:pt x="292" y="124"/>
                    <a:pt x="292" y="124"/>
                  </a:cubicBezTo>
                  <a:cubicBezTo>
                    <a:pt x="295" y="140"/>
                    <a:pt x="295" y="156"/>
                    <a:pt x="292" y="172"/>
                  </a:cubicBezTo>
                  <a:cubicBezTo>
                    <a:pt x="292" y="176"/>
                    <a:pt x="292" y="176"/>
                    <a:pt x="292" y="176"/>
                  </a:cubicBezTo>
                  <a:cubicBezTo>
                    <a:pt x="291" y="182"/>
                    <a:pt x="286" y="186"/>
                    <a:pt x="281" y="186"/>
                  </a:cubicBezTo>
                  <a:cubicBezTo>
                    <a:pt x="264" y="186"/>
                    <a:pt x="264" y="186"/>
                    <a:pt x="264" y="186"/>
                  </a:cubicBezTo>
                  <a:cubicBezTo>
                    <a:pt x="262" y="192"/>
                    <a:pt x="260" y="198"/>
                    <a:pt x="257" y="203"/>
                  </a:cubicBezTo>
                  <a:cubicBezTo>
                    <a:pt x="269" y="215"/>
                    <a:pt x="269" y="215"/>
                    <a:pt x="269" y="215"/>
                  </a:cubicBezTo>
                  <a:cubicBezTo>
                    <a:pt x="272" y="219"/>
                    <a:pt x="273" y="225"/>
                    <a:pt x="270" y="229"/>
                  </a:cubicBezTo>
                  <a:cubicBezTo>
                    <a:pt x="267" y="233"/>
                    <a:pt x="267" y="233"/>
                    <a:pt x="267" y="233"/>
                  </a:cubicBezTo>
                  <a:cubicBezTo>
                    <a:pt x="258" y="246"/>
                    <a:pt x="246" y="258"/>
                    <a:pt x="233" y="267"/>
                  </a:cubicBezTo>
                  <a:cubicBezTo>
                    <a:pt x="229" y="270"/>
                    <a:pt x="229" y="270"/>
                    <a:pt x="229" y="270"/>
                  </a:cubicBezTo>
                  <a:cubicBezTo>
                    <a:pt x="225" y="273"/>
                    <a:pt x="219" y="273"/>
                    <a:pt x="215" y="269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197" y="260"/>
                    <a:pt x="192" y="262"/>
                    <a:pt x="186" y="264"/>
                  </a:cubicBezTo>
                  <a:cubicBezTo>
                    <a:pt x="186" y="281"/>
                    <a:pt x="186" y="281"/>
                    <a:pt x="186" y="281"/>
                  </a:cubicBezTo>
                  <a:cubicBezTo>
                    <a:pt x="186" y="286"/>
                    <a:pt x="182" y="291"/>
                    <a:pt x="176" y="292"/>
                  </a:cubicBezTo>
                  <a:cubicBezTo>
                    <a:pt x="172" y="293"/>
                    <a:pt x="172" y="293"/>
                    <a:pt x="172" y="293"/>
                  </a:cubicBezTo>
                  <a:cubicBezTo>
                    <a:pt x="164" y="294"/>
                    <a:pt x="156" y="295"/>
                    <a:pt x="148" y="295"/>
                  </a:cubicBezTo>
                  <a:close/>
                  <a:moveTo>
                    <a:pt x="132" y="271"/>
                  </a:moveTo>
                  <a:cubicBezTo>
                    <a:pt x="142" y="272"/>
                    <a:pt x="153" y="272"/>
                    <a:pt x="163" y="271"/>
                  </a:cubicBezTo>
                  <a:cubicBezTo>
                    <a:pt x="163" y="256"/>
                    <a:pt x="163" y="256"/>
                    <a:pt x="163" y="256"/>
                  </a:cubicBezTo>
                  <a:cubicBezTo>
                    <a:pt x="163" y="250"/>
                    <a:pt x="167" y="246"/>
                    <a:pt x="172" y="245"/>
                  </a:cubicBezTo>
                  <a:cubicBezTo>
                    <a:pt x="181" y="242"/>
                    <a:pt x="191" y="238"/>
                    <a:pt x="199" y="233"/>
                  </a:cubicBezTo>
                  <a:cubicBezTo>
                    <a:pt x="204" y="231"/>
                    <a:pt x="209" y="231"/>
                    <a:pt x="213" y="235"/>
                  </a:cubicBezTo>
                  <a:cubicBezTo>
                    <a:pt x="224" y="246"/>
                    <a:pt x="224" y="246"/>
                    <a:pt x="224" y="246"/>
                  </a:cubicBezTo>
                  <a:cubicBezTo>
                    <a:pt x="232" y="240"/>
                    <a:pt x="239" y="232"/>
                    <a:pt x="246" y="224"/>
                  </a:cubicBezTo>
                  <a:cubicBezTo>
                    <a:pt x="235" y="213"/>
                    <a:pt x="235" y="213"/>
                    <a:pt x="235" y="213"/>
                  </a:cubicBezTo>
                  <a:cubicBezTo>
                    <a:pt x="231" y="209"/>
                    <a:pt x="230" y="204"/>
                    <a:pt x="233" y="199"/>
                  </a:cubicBezTo>
                  <a:cubicBezTo>
                    <a:pt x="238" y="191"/>
                    <a:pt x="242" y="181"/>
                    <a:pt x="244" y="172"/>
                  </a:cubicBezTo>
                  <a:cubicBezTo>
                    <a:pt x="246" y="167"/>
                    <a:pt x="250" y="163"/>
                    <a:pt x="255" y="163"/>
                  </a:cubicBezTo>
                  <a:cubicBezTo>
                    <a:pt x="271" y="163"/>
                    <a:pt x="271" y="163"/>
                    <a:pt x="271" y="163"/>
                  </a:cubicBezTo>
                  <a:cubicBezTo>
                    <a:pt x="272" y="153"/>
                    <a:pt x="272" y="143"/>
                    <a:pt x="271" y="132"/>
                  </a:cubicBezTo>
                  <a:cubicBezTo>
                    <a:pt x="255" y="132"/>
                    <a:pt x="255" y="132"/>
                    <a:pt x="255" y="132"/>
                  </a:cubicBezTo>
                  <a:cubicBezTo>
                    <a:pt x="250" y="132"/>
                    <a:pt x="246" y="129"/>
                    <a:pt x="244" y="124"/>
                  </a:cubicBezTo>
                  <a:cubicBezTo>
                    <a:pt x="242" y="114"/>
                    <a:pt x="238" y="105"/>
                    <a:pt x="233" y="96"/>
                  </a:cubicBezTo>
                  <a:cubicBezTo>
                    <a:pt x="230" y="92"/>
                    <a:pt x="231" y="86"/>
                    <a:pt x="235" y="82"/>
                  </a:cubicBezTo>
                  <a:cubicBezTo>
                    <a:pt x="246" y="71"/>
                    <a:pt x="246" y="71"/>
                    <a:pt x="246" y="71"/>
                  </a:cubicBezTo>
                  <a:cubicBezTo>
                    <a:pt x="239" y="63"/>
                    <a:pt x="232" y="56"/>
                    <a:pt x="224" y="50"/>
                  </a:cubicBezTo>
                  <a:cubicBezTo>
                    <a:pt x="213" y="60"/>
                    <a:pt x="213" y="60"/>
                    <a:pt x="213" y="60"/>
                  </a:cubicBezTo>
                  <a:cubicBezTo>
                    <a:pt x="209" y="64"/>
                    <a:pt x="204" y="65"/>
                    <a:pt x="199" y="62"/>
                  </a:cubicBezTo>
                  <a:cubicBezTo>
                    <a:pt x="191" y="57"/>
                    <a:pt x="181" y="53"/>
                    <a:pt x="172" y="51"/>
                  </a:cubicBezTo>
                  <a:cubicBezTo>
                    <a:pt x="167" y="50"/>
                    <a:pt x="163" y="45"/>
                    <a:pt x="163" y="40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53" y="23"/>
                    <a:pt x="142" y="23"/>
                    <a:pt x="132" y="24"/>
                  </a:cubicBezTo>
                  <a:cubicBezTo>
                    <a:pt x="132" y="40"/>
                    <a:pt x="132" y="40"/>
                    <a:pt x="132" y="40"/>
                  </a:cubicBezTo>
                  <a:cubicBezTo>
                    <a:pt x="132" y="45"/>
                    <a:pt x="128" y="49"/>
                    <a:pt x="123" y="51"/>
                  </a:cubicBezTo>
                  <a:cubicBezTo>
                    <a:pt x="114" y="53"/>
                    <a:pt x="105" y="57"/>
                    <a:pt x="96" y="62"/>
                  </a:cubicBezTo>
                  <a:cubicBezTo>
                    <a:pt x="92" y="65"/>
                    <a:pt x="86" y="64"/>
                    <a:pt x="82" y="60"/>
                  </a:cubicBezTo>
                  <a:cubicBezTo>
                    <a:pt x="71" y="50"/>
                    <a:pt x="71" y="50"/>
                    <a:pt x="71" y="50"/>
                  </a:cubicBezTo>
                  <a:cubicBezTo>
                    <a:pt x="63" y="56"/>
                    <a:pt x="56" y="63"/>
                    <a:pt x="49" y="71"/>
                  </a:cubicBezTo>
                  <a:cubicBezTo>
                    <a:pt x="60" y="82"/>
                    <a:pt x="60" y="82"/>
                    <a:pt x="60" y="82"/>
                  </a:cubicBezTo>
                  <a:cubicBezTo>
                    <a:pt x="64" y="86"/>
                    <a:pt x="65" y="92"/>
                    <a:pt x="62" y="96"/>
                  </a:cubicBezTo>
                  <a:cubicBezTo>
                    <a:pt x="57" y="105"/>
                    <a:pt x="53" y="114"/>
                    <a:pt x="51" y="124"/>
                  </a:cubicBezTo>
                  <a:cubicBezTo>
                    <a:pt x="49" y="129"/>
                    <a:pt x="45" y="132"/>
                    <a:pt x="40" y="132"/>
                  </a:cubicBezTo>
                  <a:cubicBezTo>
                    <a:pt x="24" y="132"/>
                    <a:pt x="24" y="132"/>
                    <a:pt x="24" y="132"/>
                  </a:cubicBezTo>
                  <a:cubicBezTo>
                    <a:pt x="23" y="143"/>
                    <a:pt x="23" y="153"/>
                    <a:pt x="24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45" y="163"/>
                    <a:pt x="49" y="167"/>
                    <a:pt x="51" y="172"/>
                  </a:cubicBezTo>
                  <a:cubicBezTo>
                    <a:pt x="53" y="181"/>
                    <a:pt x="57" y="191"/>
                    <a:pt x="62" y="199"/>
                  </a:cubicBezTo>
                  <a:cubicBezTo>
                    <a:pt x="65" y="204"/>
                    <a:pt x="64" y="209"/>
                    <a:pt x="60" y="213"/>
                  </a:cubicBezTo>
                  <a:cubicBezTo>
                    <a:pt x="49" y="224"/>
                    <a:pt x="49" y="224"/>
                    <a:pt x="49" y="224"/>
                  </a:cubicBezTo>
                  <a:cubicBezTo>
                    <a:pt x="56" y="232"/>
                    <a:pt x="63" y="240"/>
                    <a:pt x="71" y="246"/>
                  </a:cubicBezTo>
                  <a:cubicBezTo>
                    <a:pt x="82" y="235"/>
                    <a:pt x="82" y="235"/>
                    <a:pt x="82" y="235"/>
                  </a:cubicBezTo>
                  <a:cubicBezTo>
                    <a:pt x="86" y="231"/>
                    <a:pt x="92" y="231"/>
                    <a:pt x="96" y="233"/>
                  </a:cubicBezTo>
                  <a:cubicBezTo>
                    <a:pt x="105" y="238"/>
                    <a:pt x="114" y="242"/>
                    <a:pt x="123" y="245"/>
                  </a:cubicBezTo>
                  <a:cubicBezTo>
                    <a:pt x="128" y="246"/>
                    <a:pt x="132" y="250"/>
                    <a:pt x="132" y="256"/>
                  </a:cubicBezTo>
                  <a:lnTo>
                    <a:pt x="132" y="271"/>
                  </a:lnTo>
                  <a:close/>
                  <a:moveTo>
                    <a:pt x="132" y="271"/>
                  </a:moveTo>
                  <a:cubicBezTo>
                    <a:pt x="132" y="271"/>
                    <a:pt x="132" y="271"/>
                    <a:pt x="132" y="27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8" name="Google Shape;1226;p34"/>
            <p:cNvSpPr/>
            <p:nvPr/>
          </p:nvSpPr>
          <p:spPr>
            <a:xfrm>
              <a:off x="6915150" y="-3346451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55" h="155" extrusionOk="0">
                  <a:moveTo>
                    <a:pt x="78" y="155"/>
                  </a:moveTo>
                  <a:cubicBezTo>
                    <a:pt x="36" y="155"/>
                    <a:pt x="0" y="120"/>
                    <a:pt x="0" y="78"/>
                  </a:cubicBezTo>
                  <a:cubicBezTo>
                    <a:pt x="0" y="36"/>
                    <a:pt x="36" y="0"/>
                    <a:pt x="78" y="0"/>
                  </a:cubicBezTo>
                  <a:cubicBezTo>
                    <a:pt x="119" y="0"/>
                    <a:pt x="155" y="36"/>
                    <a:pt x="155" y="78"/>
                  </a:cubicBezTo>
                  <a:cubicBezTo>
                    <a:pt x="155" y="120"/>
                    <a:pt x="119" y="155"/>
                    <a:pt x="78" y="155"/>
                  </a:cubicBezTo>
                  <a:close/>
                  <a:moveTo>
                    <a:pt x="78" y="23"/>
                  </a:moveTo>
                  <a:cubicBezTo>
                    <a:pt x="48" y="23"/>
                    <a:pt x="23" y="48"/>
                    <a:pt x="23" y="78"/>
                  </a:cubicBezTo>
                  <a:cubicBezTo>
                    <a:pt x="23" y="107"/>
                    <a:pt x="48" y="132"/>
                    <a:pt x="78" y="132"/>
                  </a:cubicBezTo>
                  <a:cubicBezTo>
                    <a:pt x="107" y="132"/>
                    <a:pt x="132" y="107"/>
                    <a:pt x="132" y="78"/>
                  </a:cubicBezTo>
                  <a:cubicBezTo>
                    <a:pt x="132" y="48"/>
                    <a:pt x="107" y="23"/>
                    <a:pt x="78" y="23"/>
                  </a:cubicBezTo>
                  <a:close/>
                  <a:moveTo>
                    <a:pt x="78" y="23"/>
                  </a:moveTo>
                  <a:cubicBezTo>
                    <a:pt x="78" y="23"/>
                    <a:pt x="78" y="23"/>
                    <a:pt x="78" y="2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9" name="Google Shape;1227;p34"/>
            <p:cNvSpPr/>
            <p:nvPr/>
          </p:nvSpPr>
          <p:spPr>
            <a:xfrm>
              <a:off x="6764338" y="-3224213"/>
              <a:ext cx="25400" cy="31750"/>
            </a:xfrm>
            <a:custGeom>
              <a:avLst/>
              <a:gdLst/>
              <a:ahLst/>
              <a:cxnLst/>
              <a:rect l="l" t="t" r="r" b="b"/>
              <a:pathLst>
                <a:path w="32" h="41" extrusionOk="0">
                  <a:moveTo>
                    <a:pt x="19" y="41"/>
                  </a:moveTo>
                  <a:cubicBezTo>
                    <a:pt x="18" y="41"/>
                    <a:pt x="17" y="41"/>
                    <a:pt x="15" y="40"/>
                  </a:cubicBezTo>
                  <a:cubicBezTo>
                    <a:pt x="9" y="38"/>
                    <a:pt x="4" y="32"/>
                    <a:pt x="2" y="26"/>
                  </a:cubicBezTo>
                  <a:cubicBezTo>
                    <a:pt x="0" y="19"/>
                    <a:pt x="1" y="12"/>
                    <a:pt x="5" y="7"/>
                  </a:cubicBezTo>
                  <a:cubicBezTo>
                    <a:pt x="9" y="1"/>
                    <a:pt x="16" y="0"/>
                    <a:pt x="21" y="4"/>
                  </a:cubicBezTo>
                  <a:cubicBezTo>
                    <a:pt x="26" y="7"/>
                    <a:pt x="27" y="14"/>
                    <a:pt x="24" y="19"/>
                  </a:cubicBezTo>
                  <a:cubicBezTo>
                    <a:pt x="30" y="22"/>
                    <a:pt x="32" y="28"/>
                    <a:pt x="30" y="34"/>
                  </a:cubicBezTo>
                  <a:cubicBezTo>
                    <a:pt x="28" y="38"/>
                    <a:pt x="24" y="41"/>
                    <a:pt x="19" y="41"/>
                  </a:cubicBezTo>
                  <a:close/>
                  <a:moveTo>
                    <a:pt x="19" y="41"/>
                  </a:moveTo>
                  <a:cubicBezTo>
                    <a:pt x="19" y="41"/>
                    <a:pt x="19" y="41"/>
                    <a:pt x="19" y="4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0" name="Google Shape;1228;p34"/>
            <p:cNvSpPr/>
            <p:nvPr/>
          </p:nvSpPr>
          <p:spPr>
            <a:xfrm>
              <a:off x="6827838" y="-3463926"/>
              <a:ext cx="331788" cy="280987"/>
            </a:xfrm>
            <a:custGeom>
              <a:avLst/>
              <a:gdLst/>
              <a:ahLst/>
              <a:cxnLst/>
              <a:rect l="l" t="t" r="r" b="b"/>
              <a:pathLst>
                <a:path w="427" h="362" extrusionOk="0">
                  <a:moveTo>
                    <a:pt x="362" y="362"/>
                  </a:moveTo>
                  <a:cubicBezTo>
                    <a:pt x="360" y="362"/>
                    <a:pt x="357" y="361"/>
                    <a:pt x="355" y="359"/>
                  </a:cubicBezTo>
                  <a:cubicBezTo>
                    <a:pt x="350" y="356"/>
                    <a:pt x="349" y="349"/>
                    <a:pt x="353" y="344"/>
                  </a:cubicBezTo>
                  <a:cubicBezTo>
                    <a:pt x="388" y="300"/>
                    <a:pt x="404" y="255"/>
                    <a:pt x="403" y="210"/>
                  </a:cubicBezTo>
                  <a:cubicBezTo>
                    <a:pt x="402" y="171"/>
                    <a:pt x="390" y="133"/>
                    <a:pt x="367" y="104"/>
                  </a:cubicBezTo>
                  <a:cubicBezTo>
                    <a:pt x="344" y="73"/>
                    <a:pt x="307" y="51"/>
                    <a:pt x="258" y="39"/>
                  </a:cubicBezTo>
                  <a:cubicBezTo>
                    <a:pt x="211" y="27"/>
                    <a:pt x="163" y="26"/>
                    <a:pt x="123" y="38"/>
                  </a:cubicBezTo>
                  <a:cubicBezTo>
                    <a:pt x="83" y="50"/>
                    <a:pt x="48" y="76"/>
                    <a:pt x="22" y="115"/>
                  </a:cubicBezTo>
                  <a:cubicBezTo>
                    <a:pt x="19" y="120"/>
                    <a:pt x="12" y="122"/>
                    <a:pt x="7" y="118"/>
                  </a:cubicBezTo>
                  <a:cubicBezTo>
                    <a:pt x="2" y="115"/>
                    <a:pt x="0" y="108"/>
                    <a:pt x="4" y="103"/>
                  </a:cubicBezTo>
                  <a:cubicBezTo>
                    <a:pt x="32" y="59"/>
                    <a:pt x="72" y="29"/>
                    <a:pt x="117" y="16"/>
                  </a:cubicBezTo>
                  <a:cubicBezTo>
                    <a:pt x="173" y="0"/>
                    <a:pt x="228" y="7"/>
                    <a:pt x="264" y="17"/>
                  </a:cubicBezTo>
                  <a:cubicBezTo>
                    <a:pt x="318" y="31"/>
                    <a:pt x="359" y="55"/>
                    <a:pt x="385" y="90"/>
                  </a:cubicBezTo>
                  <a:cubicBezTo>
                    <a:pt x="411" y="123"/>
                    <a:pt x="425" y="166"/>
                    <a:pt x="426" y="209"/>
                  </a:cubicBezTo>
                  <a:cubicBezTo>
                    <a:pt x="427" y="259"/>
                    <a:pt x="408" y="310"/>
                    <a:pt x="371" y="358"/>
                  </a:cubicBezTo>
                  <a:cubicBezTo>
                    <a:pt x="369" y="360"/>
                    <a:pt x="366" y="362"/>
                    <a:pt x="362" y="362"/>
                  </a:cubicBezTo>
                  <a:close/>
                  <a:moveTo>
                    <a:pt x="362" y="362"/>
                  </a:moveTo>
                  <a:cubicBezTo>
                    <a:pt x="362" y="362"/>
                    <a:pt x="362" y="362"/>
                    <a:pt x="362" y="36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1" name="Google Shape;1229;p34"/>
            <p:cNvSpPr/>
            <p:nvPr/>
          </p:nvSpPr>
          <p:spPr>
            <a:xfrm>
              <a:off x="6811963" y="-3365501"/>
              <a:ext cx="23813" cy="25400"/>
            </a:xfrm>
            <a:custGeom>
              <a:avLst/>
              <a:gdLst/>
              <a:ahLst/>
              <a:cxnLst/>
              <a:rect l="l" t="t" r="r" b="b"/>
              <a:pathLst>
                <a:path w="31" h="34" extrusionOk="0">
                  <a:moveTo>
                    <a:pt x="13" y="34"/>
                  </a:moveTo>
                  <a:cubicBezTo>
                    <a:pt x="12" y="34"/>
                    <a:pt x="10" y="34"/>
                    <a:pt x="9" y="33"/>
                  </a:cubicBezTo>
                  <a:cubicBezTo>
                    <a:pt x="3" y="31"/>
                    <a:pt x="0" y="24"/>
                    <a:pt x="3" y="1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0" y="2"/>
                    <a:pt x="16" y="0"/>
                    <a:pt x="22" y="2"/>
                  </a:cubicBezTo>
                  <a:cubicBezTo>
                    <a:pt x="28" y="5"/>
                    <a:pt x="31" y="11"/>
                    <a:pt x="28" y="1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2" y="32"/>
                    <a:pt x="18" y="34"/>
                    <a:pt x="13" y="34"/>
                  </a:cubicBezTo>
                  <a:close/>
                  <a:moveTo>
                    <a:pt x="13" y="34"/>
                  </a:moveTo>
                  <a:cubicBezTo>
                    <a:pt x="13" y="34"/>
                    <a:pt x="13" y="34"/>
                    <a:pt x="13" y="3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2" name="Google Shape;1230;p34"/>
            <p:cNvSpPr/>
            <p:nvPr/>
          </p:nvSpPr>
          <p:spPr>
            <a:xfrm>
              <a:off x="6799263" y="-3332163"/>
              <a:ext cx="23813" cy="55562"/>
            </a:xfrm>
            <a:custGeom>
              <a:avLst/>
              <a:gdLst/>
              <a:ahLst/>
              <a:cxnLst/>
              <a:rect l="l" t="t" r="r" b="b"/>
              <a:pathLst>
                <a:path w="31" h="71" extrusionOk="0">
                  <a:moveTo>
                    <a:pt x="11" y="71"/>
                  </a:moveTo>
                  <a:cubicBezTo>
                    <a:pt x="11" y="71"/>
                    <a:pt x="11" y="71"/>
                    <a:pt x="11" y="71"/>
                  </a:cubicBezTo>
                  <a:cubicBezTo>
                    <a:pt x="4" y="70"/>
                    <a:pt x="0" y="65"/>
                    <a:pt x="0" y="59"/>
                  </a:cubicBezTo>
                  <a:cubicBezTo>
                    <a:pt x="1" y="42"/>
                    <a:pt x="4" y="26"/>
                    <a:pt x="8" y="9"/>
                  </a:cubicBezTo>
                  <a:cubicBezTo>
                    <a:pt x="9" y="3"/>
                    <a:pt x="15" y="0"/>
                    <a:pt x="21" y="1"/>
                  </a:cubicBezTo>
                  <a:cubicBezTo>
                    <a:pt x="27" y="3"/>
                    <a:pt x="31" y="9"/>
                    <a:pt x="30" y="15"/>
                  </a:cubicBezTo>
                  <a:cubicBezTo>
                    <a:pt x="26" y="30"/>
                    <a:pt x="24" y="45"/>
                    <a:pt x="23" y="60"/>
                  </a:cubicBezTo>
                  <a:cubicBezTo>
                    <a:pt x="22" y="66"/>
                    <a:pt x="17" y="71"/>
                    <a:pt x="11" y="71"/>
                  </a:cubicBezTo>
                  <a:close/>
                  <a:moveTo>
                    <a:pt x="11" y="71"/>
                  </a:moveTo>
                  <a:cubicBezTo>
                    <a:pt x="11" y="71"/>
                    <a:pt x="11" y="71"/>
                    <a:pt x="11" y="7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3" name="Google Shape;1231;p34"/>
            <p:cNvSpPr/>
            <p:nvPr/>
          </p:nvSpPr>
          <p:spPr>
            <a:xfrm>
              <a:off x="6886575" y="-3070226"/>
              <a:ext cx="25400" cy="50800"/>
            </a:xfrm>
            <a:custGeom>
              <a:avLst/>
              <a:gdLst/>
              <a:ahLst/>
              <a:cxnLst/>
              <a:rect l="l" t="t" r="r" b="b"/>
              <a:pathLst>
                <a:path w="31" h="64" extrusionOk="0">
                  <a:moveTo>
                    <a:pt x="19" y="64"/>
                  </a:moveTo>
                  <a:cubicBezTo>
                    <a:pt x="14" y="64"/>
                    <a:pt x="9" y="60"/>
                    <a:pt x="8" y="5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8"/>
                    <a:pt x="4" y="2"/>
                    <a:pt x="10" y="1"/>
                  </a:cubicBezTo>
                  <a:cubicBezTo>
                    <a:pt x="17" y="0"/>
                    <a:pt x="22" y="5"/>
                    <a:pt x="23" y="1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1" y="57"/>
                    <a:pt x="27" y="63"/>
                    <a:pt x="21" y="64"/>
                  </a:cubicBezTo>
                  <a:cubicBezTo>
                    <a:pt x="20" y="64"/>
                    <a:pt x="20" y="64"/>
                    <a:pt x="19" y="64"/>
                  </a:cubicBezTo>
                  <a:close/>
                  <a:moveTo>
                    <a:pt x="19" y="64"/>
                  </a:moveTo>
                  <a:cubicBezTo>
                    <a:pt x="19" y="64"/>
                    <a:pt x="19" y="64"/>
                    <a:pt x="19" y="6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4" name="Google Shape;1232;p34"/>
            <p:cNvSpPr/>
            <p:nvPr/>
          </p:nvSpPr>
          <p:spPr>
            <a:xfrm>
              <a:off x="6765925" y="-3282951"/>
              <a:ext cx="60325" cy="77787"/>
            </a:xfrm>
            <a:custGeom>
              <a:avLst/>
              <a:gdLst/>
              <a:ahLst/>
              <a:cxnLst/>
              <a:rect l="l" t="t" r="r" b="b"/>
              <a:pathLst>
                <a:path w="78" h="100" extrusionOk="0">
                  <a:moveTo>
                    <a:pt x="13" y="100"/>
                  </a:moveTo>
                  <a:cubicBezTo>
                    <a:pt x="10" y="100"/>
                    <a:pt x="8" y="100"/>
                    <a:pt x="6" y="98"/>
                  </a:cubicBezTo>
                  <a:cubicBezTo>
                    <a:pt x="1" y="95"/>
                    <a:pt x="0" y="88"/>
                    <a:pt x="3" y="83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59" y="1"/>
                    <a:pt x="66" y="0"/>
                    <a:pt x="71" y="3"/>
                  </a:cubicBezTo>
                  <a:cubicBezTo>
                    <a:pt x="77" y="7"/>
                    <a:pt x="78" y="14"/>
                    <a:pt x="74" y="19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0" y="99"/>
                    <a:pt x="16" y="100"/>
                    <a:pt x="13" y="100"/>
                  </a:cubicBezTo>
                  <a:close/>
                  <a:moveTo>
                    <a:pt x="13" y="100"/>
                  </a:moveTo>
                  <a:cubicBezTo>
                    <a:pt x="13" y="100"/>
                    <a:pt x="13" y="100"/>
                    <a:pt x="13" y="10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5" name="Google Shape;1233;p34"/>
            <p:cNvSpPr/>
            <p:nvPr/>
          </p:nvSpPr>
          <p:spPr>
            <a:xfrm>
              <a:off x="6770688" y="-3209926"/>
              <a:ext cx="46038" cy="28575"/>
            </a:xfrm>
            <a:custGeom>
              <a:avLst/>
              <a:gdLst/>
              <a:ahLst/>
              <a:cxnLst/>
              <a:rect l="l" t="t" r="r" b="b"/>
              <a:pathLst>
                <a:path w="59" h="38" extrusionOk="0">
                  <a:moveTo>
                    <a:pt x="46" y="38"/>
                  </a:moveTo>
                  <a:cubicBezTo>
                    <a:pt x="45" y="38"/>
                    <a:pt x="43" y="38"/>
                    <a:pt x="42" y="37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2" y="21"/>
                    <a:pt x="0" y="14"/>
                    <a:pt x="2" y="8"/>
                  </a:cubicBezTo>
                  <a:cubicBezTo>
                    <a:pt x="4" y="3"/>
                    <a:pt x="11" y="0"/>
                    <a:pt x="17" y="2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56" y="19"/>
                    <a:pt x="59" y="25"/>
                    <a:pt x="56" y="31"/>
                  </a:cubicBezTo>
                  <a:cubicBezTo>
                    <a:pt x="55" y="35"/>
                    <a:pt x="50" y="38"/>
                    <a:pt x="46" y="38"/>
                  </a:cubicBezTo>
                  <a:close/>
                  <a:moveTo>
                    <a:pt x="46" y="38"/>
                  </a:moveTo>
                  <a:cubicBezTo>
                    <a:pt x="46" y="38"/>
                    <a:pt x="46" y="38"/>
                    <a:pt x="46" y="3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6" name="Google Shape;1234;p34"/>
            <p:cNvSpPr/>
            <p:nvPr/>
          </p:nvSpPr>
          <p:spPr>
            <a:xfrm>
              <a:off x="7080250" y="-3071813"/>
              <a:ext cx="31750" cy="52387"/>
            </a:xfrm>
            <a:custGeom>
              <a:avLst/>
              <a:gdLst/>
              <a:ahLst/>
              <a:cxnLst/>
              <a:rect l="l" t="t" r="r" b="b"/>
              <a:pathLst>
                <a:path w="42" h="66" extrusionOk="0">
                  <a:moveTo>
                    <a:pt x="30" y="66"/>
                  </a:moveTo>
                  <a:cubicBezTo>
                    <a:pt x="25" y="66"/>
                    <a:pt x="21" y="63"/>
                    <a:pt x="19" y="59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0" y="11"/>
                    <a:pt x="2" y="4"/>
                    <a:pt x="8" y="2"/>
                  </a:cubicBezTo>
                  <a:cubicBezTo>
                    <a:pt x="14" y="0"/>
                    <a:pt x="21" y="2"/>
                    <a:pt x="23" y="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2" y="56"/>
                    <a:pt x="40" y="63"/>
                    <a:pt x="34" y="65"/>
                  </a:cubicBezTo>
                  <a:cubicBezTo>
                    <a:pt x="33" y="66"/>
                    <a:pt x="31" y="66"/>
                    <a:pt x="30" y="66"/>
                  </a:cubicBezTo>
                  <a:close/>
                  <a:moveTo>
                    <a:pt x="30" y="66"/>
                  </a:moveTo>
                  <a:cubicBezTo>
                    <a:pt x="30" y="66"/>
                    <a:pt x="30" y="66"/>
                    <a:pt x="30" y="66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7" name="Google Shape;1235;p34"/>
            <p:cNvSpPr/>
            <p:nvPr/>
          </p:nvSpPr>
          <p:spPr>
            <a:xfrm>
              <a:off x="6850063" y="-3098801"/>
              <a:ext cx="55563" cy="47625"/>
            </a:xfrm>
            <a:custGeom>
              <a:avLst/>
              <a:gdLst/>
              <a:ahLst/>
              <a:cxnLst/>
              <a:rect l="l" t="t" r="r" b="b"/>
              <a:pathLst>
                <a:path w="71" h="61" extrusionOk="0">
                  <a:moveTo>
                    <a:pt x="59" y="61"/>
                  </a:moveTo>
                  <a:cubicBezTo>
                    <a:pt x="54" y="61"/>
                    <a:pt x="49" y="57"/>
                    <a:pt x="48" y="51"/>
                  </a:cubicBezTo>
                  <a:cubicBezTo>
                    <a:pt x="45" y="35"/>
                    <a:pt x="30" y="24"/>
                    <a:pt x="14" y="26"/>
                  </a:cubicBezTo>
                  <a:cubicBezTo>
                    <a:pt x="8" y="27"/>
                    <a:pt x="2" y="23"/>
                    <a:pt x="1" y="17"/>
                  </a:cubicBezTo>
                  <a:cubicBezTo>
                    <a:pt x="0" y="11"/>
                    <a:pt x="5" y="5"/>
                    <a:pt x="11" y="4"/>
                  </a:cubicBezTo>
                  <a:cubicBezTo>
                    <a:pt x="39" y="0"/>
                    <a:pt x="66" y="19"/>
                    <a:pt x="70" y="48"/>
                  </a:cubicBezTo>
                  <a:cubicBezTo>
                    <a:pt x="71" y="54"/>
                    <a:pt x="67" y="60"/>
                    <a:pt x="61" y="61"/>
                  </a:cubicBezTo>
                  <a:cubicBezTo>
                    <a:pt x="60" y="61"/>
                    <a:pt x="60" y="61"/>
                    <a:pt x="59" y="61"/>
                  </a:cubicBezTo>
                  <a:close/>
                  <a:moveTo>
                    <a:pt x="59" y="61"/>
                  </a:moveTo>
                  <a:cubicBezTo>
                    <a:pt x="59" y="61"/>
                    <a:pt x="59" y="61"/>
                    <a:pt x="59" y="6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8" name="Google Shape;1236;p34"/>
            <p:cNvSpPr/>
            <p:nvPr/>
          </p:nvSpPr>
          <p:spPr>
            <a:xfrm>
              <a:off x="6796088" y="-3148013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95" h="95" extrusionOk="0">
                  <a:moveTo>
                    <a:pt x="53" y="95"/>
                  </a:moveTo>
                  <a:cubicBezTo>
                    <a:pt x="37" y="95"/>
                    <a:pt x="20" y="91"/>
                    <a:pt x="10" y="73"/>
                  </a:cubicBezTo>
                  <a:cubicBezTo>
                    <a:pt x="0" y="54"/>
                    <a:pt x="2" y="29"/>
                    <a:pt x="16" y="7"/>
                  </a:cubicBezTo>
                  <a:cubicBezTo>
                    <a:pt x="20" y="2"/>
                    <a:pt x="27" y="0"/>
                    <a:pt x="32" y="4"/>
                  </a:cubicBezTo>
                  <a:cubicBezTo>
                    <a:pt x="37" y="7"/>
                    <a:pt x="39" y="14"/>
                    <a:pt x="35" y="19"/>
                  </a:cubicBezTo>
                  <a:cubicBezTo>
                    <a:pt x="28" y="31"/>
                    <a:pt x="22" y="48"/>
                    <a:pt x="30" y="62"/>
                  </a:cubicBezTo>
                  <a:cubicBezTo>
                    <a:pt x="37" y="74"/>
                    <a:pt x="52" y="73"/>
                    <a:pt x="74" y="70"/>
                  </a:cubicBezTo>
                  <a:cubicBezTo>
                    <a:pt x="77" y="70"/>
                    <a:pt x="79" y="69"/>
                    <a:pt x="82" y="69"/>
                  </a:cubicBezTo>
                  <a:cubicBezTo>
                    <a:pt x="88" y="68"/>
                    <a:pt x="94" y="73"/>
                    <a:pt x="95" y="79"/>
                  </a:cubicBezTo>
                  <a:cubicBezTo>
                    <a:pt x="95" y="85"/>
                    <a:pt x="91" y="91"/>
                    <a:pt x="85" y="91"/>
                  </a:cubicBezTo>
                  <a:cubicBezTo>
                    <a:pt x="82" y="92"/>
                    <a:pt x="80" y="92"/>
                    <a:pt x="77" y="93"/>
                  </a:cubicBezTo>
                  <a:cubicBezTo>
                    <a:pt x="70" y="94"/>
                    <a:pt x="61" y="95"/>
                    <a:pt x="53" y="95"/>
                  </a:cubicBezTo>
                  <a:close/>
                  <a:moveTo>
                    <a:pt x="53" y="95"/>
                  </a:moveTo>
                  <a:cubicBezTo>
                    <a:pt x="53" y="95"/>
                    <a:pt x="53" y="95"/>
                    <a:pt x="53" y="95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9" name="Google Shape;1237;p34"/>
            <p:cNvSpPr/>
            <p:nvPr/>
          </p:nvSpPr>
          <p:spPr>
            <a:xfrm>
              <a:off x="6799263" y="-3295651"/>
              <a:ext cx="26988" cy="31750"/>
            </a:xfrm>
            <a:custGeom>
              <a:avLst/>
              <a:gdLst/>
              <a:ahLst/>
              <a:cxnLst/>
              <a:rect l="l" t="t" r="r" b="b"/>
              <a:pathLst>
                <a:path w="36" h="40" extrusionOk="0">
                  <a:moveTo>
                    <a:pt x="23" y="40"/>
                  </a:moveTo>
                  <a:cubicBezTo>
                    <a:pt x="22" y="40"/>
                    <a:pt x="20" y="40"/>
                    <a:pt x="19" y="39"/>
                  </a:cubicBezTo>
                  <a:cubicBezTo>
                    <a:pt x="7" y="34"/>
                    <a:pt x="0" y="23"/>
                    <a:pt x="1" y="11"/>
                  </a:cubicBezTo>
                  <a:cubicBezTo>
                    <a:pt x="1" y="5"/>
                    <a:pt x="7" y="0"/>
                    <a:pt x="13" y="0"/>
                  </a:cubicBezTo>
                  <a:cubicBezTo>
                    <a:pt x="19" y="1"/>
                    <a:pt x="24" y="6"/>
                    <a:pt x="24" y="12"/>
                  </a:cubicBezTo>
                  <a:cubicBezTo>
                    <a:pt x="23" y="15"/>
                    <a:pt x="25" y="17"/>
                    <a:pt x="27" y="18"/>
                  </a:cubicBezTo>
                  <a:cubicBezTo>
                    <a:pt x="33" y="20"/>
                    <a:pt x="36" y="27"/>
                    <a:pt x="34" y="33"/>
                  </a:cubicBezTo>
                  <a:cubicBezTo>
                    <a:pt x="32" y="37"/>
                    <a:pt x="28" y="40"/>
                    <a:pt x="23" y="40"/>
                  </a:cubicBezTo>
                  <a:close/>
                  <a:moveTo>
                    <a:pt x="23" y="40"/>
                  </a:moveTo>
                  <a:cubicBezTo>
                    <a:pt x="23" y="40"/>
                    <a:pt x="23" y="40"/>
                    <a:pt x="23" y="4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0" name="Google Shape;1238;p34"/>
            <p:cNvSpPr/>
            <p:nvPr/>
          </p:nvSpPr>
          <p:spPr>
            <a:xfrm>
              <a:off x="6788150" y="-3200401"/>
              <a:ext cx="28575" cy="41275"/>
            </a:xfrm>
            <a:custGeom>
              <a:avLst/>
              <a:gdLst/>
              <a:ahLst/>
              <a:cxnLst/>
              <a:rect l="l" t="t" r="r" b="b"/>
              <a:pathLst>
                <a:path w="36" h="53" extrusionOk="0">
                  <a:moveTo>
                    <a:pt x="13" y="53"/>
                  </a:moveTo>
                  <a:cubicBezTo>
                    <a:pt x="11" y="53"/>
                    <a:pt x="10" y="52"/>
                    <a:pt x="9" y="52"/>
                  </a:cubicBezTo>
                  <a:cubicBezTo>
                    <a:pt x="3" y="50"/>
                    <a:pt x="0" y="43"/>
                    <a:pt x="2" y="37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4" y="3"/>
                    <a:pt x="21" y="0"/>
                    <a:pt x="27" y="2"/>
                  </a:cubicBezTo>
                  <a:cubicBezTo>
                    <a:pt x="33" y="4"/>
                    <a:pt x="36" y="11"/>
                    <a:pt x="34" y="17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21" y="50"/>
                    <a:pt x="17" y="53"/>
                    <a:pt x="13" y="53"/>
                  </a:cubicBezTo>
                  <a:close/>
                  <a:moveTo>
                    <a:pt x="13" y="53"/>
                  </a:moveTo>
                  <a:cubicBezTo>
                    <a:pt x="13" y="53"/>
                    <a:pt x="13" y="53"/>
                    <a:pt x="13" y="5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1" name="Google Shape;1239;p34"/>
            <p:cNvSpPr/>
            <p:nvPr/>
          </p:nvSpPr>
          <p:spPr>
            <a:xfrm>
              <a:off x="6788150" y="-3176588"/>
              <a:ext cx="39688" cy="23812"/>
            </a:xfrm>
            <a:custGeom>
              <a:avLst/>
              <a:gdLst/>
              <a:ahLst/>
              <a:cxnLst/>
              <a:rect l="l" t="t" r="r" b="b"/>
              <a:pathLst>
                <a:path w="52" h="31" extrusionOk="0">
                  <a:moveTo>
                    <a:pt x="40" y="31"/>
                  </a:moveTo>
                  <a:cubicBezTo>
                    <a:pt x="39" y="31"/>
                    <a:pt x="38" y="31"/>
                    <a:pt x="37" y="31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4" y="22"/>
                    <a:pt x="0" y="15"/>
                    <a:pt x="2" y="9"/>
                  </a:cubicBezTo>
                  <a:cubicBezTo>
                    <a:pt x="3" y="3"/>
                    <a:pt x="9" y="0"/>
                    <a:pt x="16" y="1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9" y="10"/>
                    <a:pt x="52" y="17"/>
                    <a:pt x="50" y="23"/>
                  </a:cubicBezTo>
                  <a:cubicBezTo>
                    <a:pt x="49" y="28"/>
                    <a:pt x="45" y="31"/>
                    <a:pt x="40" y="31"/>
                  </a:cubicBezTo>
                  <a:close/>
                  <a:moveTo>
                    <a:pt x="40" y="31"/>
                  </a:moveTo>
                  <a:cubicBezTo>
                    <a:pt x="40" y="31"/>
                    <a:pt x="40" y="31"/>
                    <a:pt x="40" y="3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2" name="Google Shape;1240;p34"/>
            <p:cNvSpPr/>
            <p:nvPr/>
          </p:nvSpPr>
          <p:spPr>
            <a:xfrm>
              <a:off x="6791325" y="-3171826"/>
              <a:ext cx="36513" cy="28575"/>
            </a:xfrm>
            <a:custGeom>
              <a:avLst/>
              <a:gdLst/>
              <a:ahLst/>
              <a:cxnLst/>
              <a:rect l="l" t="t" r="r" b="b"/>
              <a:pathLst>
                <a:path w="47" h="37" extrusionOk="0">
                  <a:moveTo>
                    <a:pt x="13" y="37"/>
                  </a:moveTo>
                  <a:cubicBezTo>
                    <a:pt x="10" y="37"/>
                    <a:pt x="6" y="35"/>
                    <a:pt x="4" y="32"/>
                  </a:cubicBezTo>
                  <a:cubicBezTo>
                    <a:pt x="0" y="26"/>
                    <a:pt x="2" y="20"/>
                    <a:pt x="7" y="16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4" y="0"/>
                    <a:pt x="41" y="1"/>
                    <a:pt x="44" y="7"/>
                  </a:cubicBezTo>
                  <a:cubicBezTo>
                    <a:pt x="47" y="12"/>
                    <a:pt x="46" y="19"/>
                    <a:pt x="40" y="22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7" y="37"/>
                    <a:pt x="15" y="37"/>
                    <a:pt x="13" y="37"/>
                  </a:cubicBezTo>
                  <a:close/>
                  <a:moveTo>
                    <a:pt x="13" y="37"/>
                  </a:moveTo>
                  <a:cubicBezTo>
                    <a:pt x="13" y="37"/>
                    <a:pt x="13" y="37"/>
                    <a:pt x="13" y="3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3" name="Google Shape;1241;p34"/>
            <p:cNvSpPr/>
            <p:nvPr/>
          </p:nvSpPr>
          <p:spPr>
            <a:xfrm>
              <a:off x="6792913" y="-316230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42" h="41" extrusionOk="0">
                  <a:moveTo>
                    <a:pt x="30" y="41"/>
                  </a:moveTo>
                  <a:cubicBezTo>
                    <a:pt x="27" y="41"/>
                    <a:pt x="24" y="40"/>
                    <a:pt x="22" y="38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0" y="17"/>
                    <a:pt x="0" y="9"/>
                    <a:pt x="4" y="5"/>
                  </a:cubicBezTo>
                  <a:cubicBezTo>
                    <a:pt x="9" y="0"/>
                    <a:pt x="16" y="0"/>
                    <a:pt x="20" y="5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2" y="26"/>
                    <a:pt x="42" y="34"/>
                    <a:pt x="38" y="38"/>
                  </a:cubicBezTo>
                  <a:cubicBezTo>
                    <a:pt x="36" y="40"/>
                    <a:pt x="33" y="41"/>
                    <a:pt x="30" y="41"/>
                  </a:cubicBezTo>
                  <a:close/>
                  <a:moveTo>
                    <a:pt x="30" y="41"/>
                  </a:moveTo>
                  <a:cubicBezTo>
                    <a:pt x="30" y="41"/>
                    <a:pt x="30" y="41"/>
                    <a:pt x="30" y="4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4" name="Google Shape;1242;p34"/>
            <p:cNvSpPr/>
            <p:nvPr/>
          </p:nvSpPr>
          <p:spPr>
            <a:xfrm>
              <a:off x="7062788" y="-3201988"/>
              <a:ext cx="55563" cy="149225"/>
            </a:xfrm>
            <a:custGeom>
              <a:avLst/>
              <a:gdLst/>
              <a:ahLst/>
              <a:cxnLst/>
              <a:rect l="l" t="t" r="r" b="b"/>
              <a:pathLst>
                <a:path w="73" h="192" extrusionOk="0">
                  <a:moveTo>
                    <a:pt x="35" y="192"/>
                  </a:moveTo>
                  <a:cubicBezTo>
                    <a:pt x="31" y="192"/>
                    <a:pt x="27" y="189"/>
                    <a:pt x="25" y="185"/>
                  </a:cubicBezTo>
                  <a:cubicBezTo>
                    <a:pt x="0" y="125"/>
                    <a:pt x="11" y="56"/>
                    <a:pt x="51" y="5"/>
                  </a:cubicBezTo>
                  <a:cubicBezTo>
                    <a:pt x="55" y="1"/>
                    <a:pt x="62" y="0"/>
                    <a:pt x="67" y="4"/>
                  </a:cubicBezTo>
                  <a:cubicBezTo>
                    <a:pt x="72" y="8"/>
                    <a:pt x="73" y="15"/>
                    <a:pt x="69" y="20"/>
                  </a:cubicBezTo>
                  <a:cubicBezTo>
                    <a:pt x="33" y="64"/>
                    <a:pt x="25" y="124"/>
                    <a:pt x="46" y="176"/>
                  </a:cubicBezTo>
                  <a:cubicBezTo>
                    <a:pt x="48" y="182"/>
                    <a:pt x="45" y="189"/>
                    <a:pt x="40" y="191"/>
                  </a:cubicBezTo>
                  <a:cubicBezTo>
                    <a:pt x="38" y="191"/>
                    <a:pt x="37" y="192"/>
                    <a:pt x="35" y="192"/>
                  </a:cubicBezTo>
                  <a:close/>
                  <a:moveTo>
                    <a:pt x="35" y="192"/>
                  </a:moveTo>
                  <a:cubicBezTo>
                    <a:pt x="35" y="192"/>
                    <a:pt x="35" y="192"/>
                    <a:pt x="35" y="19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55" name="Google Shape;1243;p34"/>
          <p:cNvGrpSpPr/>
          <p:nvPr/>
        </p:nvGrpSpPr>
        <p:grpSpPr>
          <a:xfrm>
            <a:off x="9476412" y="2114228"/>
            <a:ext cx="565196" cy="412164"/>
            <a:chOff x="6708775" y="-4860926"/>
            <a:chExt cx="439738" cy="320675"/>
          </a:xfrm>
          <a:solidFill>
            <a:schemeClr val="bg1">
              <a:lumMod val="75000"/>
            </a:schemeClr>
          </a:solidFill>
        </p:grpSpPr>
        <p:sp>
          <p:nvSpPr>
            <p:cNvPr id="556" name="Google Shape;1244;p34"/>
            <p:cNvSpPr/>
            <p:nvPr/>
          </p:nvSpPr>
          <p:spPr>
            <a:xfrm>
              <a:off x="6948488" y="-4660901"/>
              <a:ext cx="200025" cy="120650"/>
            </a:xfrm>
            <a:custGeom>
              <a:avLst/>
              <a:gdLst/>
              <a:ahLst/>
              <a:cxnLst/>
              <a:rect l="l" t="t" r="r" b="b"/>
              <a:pathLst>
                <a:path w="257" h="156" extrusionOk="0">
                  <a:moveTo>
                    <a:pt x="248" y="0"/>
                  </a:moveTo>
                  <a:cubicBezTo>
                    <a:pt x="244" y="0"/>
                    <a:pt x="240" y="4"/>
                    <a:pt x="240" y="8"/>
                  </a:cubicBezTo>
                  <a:cubicBezTo>
                    <a:pt x="240" y="50"/>
                    <a:pt x="240" y="50"/>
                    <a:pt x="240" y="50"/>
                  </a:cubicBezTo>
                  <a:cubicBezTo>
                    <a:pt x="240" y="63"/>
                    <a:pt x="229" y="74"/>
                    <a:pt x="216" y="74"/>
                  </a:cubicBezTo>
                  <a:cubicBezTo>
                    <a:pt x="185" y="74"/>
                    <a:pt x="185" y="74"/>
                    <a:pt x="185" y="74"/>
                  </a:cubicBezTo>
                  <a:cubicBezTo>
                    <a:pt x="178" y="74"/>
                    <a:pt x="171" y="80"/>
                    <a:pt x="171" y="88"/>
                  </a:cubicBezTo>
                  <a:cubicBezTo>
                    <a:pt x="171" y="131"/>
                    <a:pt x="171" y="131"/>
                    <a:pt x="171" y="131"/>
                  </a:cubicBezTo>
                  <a:cubicBezTo>
                    <a:pt x="109" y="78"/>
                    <a:pt x="109" y="78"/>
                    <a:pt x="109" y="78"/>
                  </a:cubicBezTo>
                  <a:cubicBezTo>
                    <a:pt x="107" y="75"/>
                    <a:pt x="104" y="74"/>
                    <a:pt x="100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3" y="74"/>
                    <a:pt x="0" y="78"/>
                    <a:pt x="0" y="82"/>
                  </a:cubicBezTo>
                  <a:cubicBezTo>
                    <a:pt x="0" y="87"/>
                    <a:pt x="3" y="91"/>
                    <a:pt x="8" y="91"/>
                  </a:cubicBezTo>
                  <a:cubicBezTo>
                    <a:pt x="99" y="91"/>
                    <a:pt x="99" y="91"/>
                    <a:pt x="99" y="91"/>
                  </a:cubicBezTo>
                  <a:cubicBezTo>
                    <a:pt x="165" y="148"/>
                    <a:pt x="165" y="148"/>
                    <a:pt x="165" y="148"/>
                  </a:cubicBezTo>
                  <a:cubicBezTo>
                    <a:pt x="174" y="156"/>
                    <a:pt x="188" y="149"/>
                    <a:pt x="188" y="138"/>
                  </a:cubicBezTo>
                  <a:cubicBezTo>
                    <a:pt x="188" y="91"/>
                    <a:pt x="188" y="91"/>
                    <a:pt x="188" y="91"/>
                  </a:cubicBezTo>
                  <a:cubicBezTo>
                    <a:pt x="216" y="91"/>
                    <a:pt x="216" y="91"/>
                    <a:pt x="216" y="91"/>
                  </a:cubicBezTo>
                  <a:cubicBezTo>
                    <a:pt x="238" y="91"/>
                    <a:pt x="257" y="73"/>
                    <a:pt x="257" y="50"/>
                  </a:cubicBezTo>
                  <a:cubicBezTo>
                    <a:pt x="257" y="8"/>
                    <a:pt x="257" y="8"/>
                    <a:pt x="257" y="8"/>
                  </a:cubicBezTo>
                  <a:cubicBezTo>
                    <a:pt x="257" y="4"/>
                    <a:pt x="253" y="0"/>
                    <a:pt x="248" y="0"/>
                  </a:cubicBezTo>
                  <a:close/>
                  <a:moveTo>
                    <a:pt x="248" y="0"/>
                  </a:move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7" name="Google Shape;1245;p34"/>
            <p:cNvSpPr/>
            <p:nvPr/>
          </p:nvSpPr>
          <p:spPr>
            <a:xfrm>
              <a:off x="6708775" y="-4860926"/>
              <a:ext cx="439738" cy="271462"/>
            </a:xfrm>
            <a:custGeom>
              <a:avLst/>
              <a:gdLst/>
              <a:ahLst/>
              <a:cxnLst/>
              <a:rect l="l" t="t" r="r" b="b"/>
              <a:pathLst>
                <a:path w="567" h="349" extrusionOk="0">
                  <a:moveTo>
                    <a:pt x="526" y="100"/>
                  </a:moveTo>
                  <a:cubicBezTo>
                    <a:pt x="363" y="100"/>
                    <a:pt x="363" y="100"/>
                    <a:pt x="363" y="100"/>
                  </a:cubicBezTo>
                  <a:cubicBezTo>
                    <a:pt x="363" y="40"/>
                    <a:pt x="363" y="40"/>
                    <a:pt x="363" y="40"/>
                  </a:cubicBezTo>
                  <a:cubicBezTo>
                    <a:pt x="363" y="18"/>
                    <a:pt x="344" y="0"/>
                    <a:pt x="32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2" y="0"/>
                    <a:pt x="108" y="4"/>
                    <a:pt x="108" y="8"/>
                  </a:cubicBezTo>
                  <a:cubicBezTo>
                    <a:pt x="108" y="13"/>
                    <a:pt x="112" y="17"/>
                    <a:pt x="117" y="17"/>
                  </a:cubicBezTo>
                  <a:cubicBezTo>
                    <a:pt x="322" y="17"/>
                    <a:pt x="322" y="17"/>
                    <a:pt x="322" y="17"/>
                  </a:cubicBezTo>
                  <a:cubicBezTo>
                    <a:pt x="335" y="17"/>
                    <a:pt x="346" y="27"/>
                    <a:pt x="346" y="40"/>
                  </a:cubicBezTo>
                  <a:cubicBezTo>
                    <a:pt x="346" y="209"/>
                    <a:pt x="346" y="209"/>
                    <a:pt x="346" y="209"/>
                  </a:cubicBezTo>
                  <a:cubicBezTo>
                    <a:pt x="346" y="222"/>
                    <a:pt x="335" y="233"/>
                    <a:pt x="322" y="233"/>
                  </a:cubicBezTo>
                  <a:cubicBezTo>
                    <a:pt x="156" y="233"/>
                    <a:pt x="156" y="233"/>
                    <a:pt x="156" y="233"/>
                  </a:cubicBezTo>
                  <a:cubicBezTo>
                    <a:pt x="153" y="233"/>
                    <a:pt x="150" y="234"/>
                    <a:pt x="147" y="236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46"/>
                    <a:pt x="85" y="246"/>
                    <a:pt x="85" y="246"/>
                  </a:cubicBezTo>
                  <a:cubicBezTo>
                    <a:pt x="85" y="239"/>
                    <a:pt x="79" y="233"/>
                    <a:pt x="71" y="233"/>
                  </a:cubicBezTo>
                  <a:cubicBezTo>
                    <a:pt x="40" y="233"/>
                    <a:pt x="40" y="233"/>
                    <a:pt x="40" y="233"/>
                  </a:cubicBezTo>
                  <a:cubicBezTo>
                    <a:pt x="27" y="233"/>
                    <a:pt x="16" y="222"/>
                    <a:pt x="16" y="209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27"/>
                    <a:pt x="27" y="17"/>
                    <a:pt x="40" y="17"/>
                  </a:cubicBezTo>
                  <a:cubicBezTo>
                    <a:pt x="81" y="17"/>
                    <a:pt x="81" y="17"/>
                    <a:pt x="81" y="17"/>
                  </a:cubicBezTo>
                  <a:cubicBezTo>
                    <a:pt x="85" y="17"/>
                    <a:pt x="89" y="13"/>
                    <a:pt x="89" y="8"/>
                  </a:cubicBezTo>
                  <a:cubicBezTo>
                    <a:pt x="89" y="4"/>
                    <a:pt x="85" y="0"/>
                    <a:pt x="81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231"/>
                    <a:pt x="18" y="249"/>
                    <a:pt x="40" y="249"/>
                  </a:cubicBezTo>
                  <a:cubicBezTo>
                    <a:pt x="68" y="249"/>
                    <a:pt x="68" y="249"/>
                    <a:pt x="68" y="249"/>
                  </a:cubicBezTo>
                  <a:cubicBezTo>
                    <a:pt x="68" y="296"/>
                    <a:pt x="68" y="296"/>
                    <a:pt x="68" y="296"/>
                  </a:cubicBezTo>
                  <a:cubicBezTo>
                    <a:pt x="68" y="308"/>
                    <a:pt x="82" y="314"/>
                    <a:pt x="91" y="307"/>
                  </a:cubicBezTo>
                  <a:cubicBezTo>
                    <a:pt x="157" y="249"/>
                    <a:pt x="157" y="249"/>
                    <a:pt x="157" y="249"/>
                  </a:cubicBezTo>
                  <a:cubicBezTo>
                    <a:pt x="204" y="249"/>
                    <a:pt x="204" y="249"/>
                    <a:pt x="204" y="249"/>
                  </a:cubicBezTo>
                  <a:cubicBezTo>
                    <a:pt x="204" y="308"/>
                    <a:pt x="204" y="308"/>
                    <a:pt x="204" y="308"/>
                  </a:cubicBezTo>
                  <a:cubicBezTo>
                    <a:pt x="204" y="331"/>
                    <a:pt x="222" y="349"/>
                    <a:pt x="244" y="349"/>
                  </a:cubicBezTo>
                  <a:cubicBezTo>
                    <a:pt x="282" y="349"/>
                    <a:pt x="282" y="349"/>
                    <a:pt x="282" y="349"/>
                  </a:cubicBezTo>
                  <a:cubicBezTo>
                    <a:pt x="286" y="349"/>
                    <a:pt x="290" y="345"/>
                    <a:pt x="290" y="340"/>
                  </a:cubicBezTo>
                  <a:cubicBezTo>
                    <a:pt x="290" y="336"/>
                    <a:pt x="286" y="332"/>
                    <a:pt x="282" y="332"/>
                  </a:cubicBezTo>
                  <a:cubicBezTo>
                    <a:pt x="244" y="332"/>
                    <a:pt x="244" y="332"/>
                    <a:pt x="244" y="332"/>
                  </a:cubicBezTo>
                  <a:cubicBezTo>
                    <a:pt x="231" y="332"/>
                    <a:pt x="220" y="321"/>
                    <a:pt x="220" y="308"/>
                  </a:cubicBezTo>
                  <a:cubicBezTo>
                    <a:pt x="220" y="249"/>
                    <a:pt x="220" y="249"/>
                    <a:pt x="220" y="249"/>
                  </a:cubicBezTo>
                  <a:cubicBezTo>
                    <a:pt x="322" y="249"/>
                    <a:pt x="322" y="249"/>
                    <a:pt x="322" y="249"/>
                  </a:cubicBezTo>
                  <a:cubicBezTo>
                    <a:pt x="344" y="249"/>
                    <a:pt x="363" y="231"/>
                    <a:pt x="363" y="209"/>
                  </a:cubicBezTo>
                  <a:cubicBezTo>
                    <a:pt x="363" y="116"/>
                    <a:pt x="363" y="116"/>
                    <a:pt x="363" y="116"/>
                  </a:cubicBezTo>
                  <a:cubicBezTo>
                    <a:pt x="526" y="116"/>
                    <a:pt x="526" y="116"/>
                    <a:pt x="526" y="116"/>
                  </a:cubicBezTo>
                  <a:cubicBezTo>
                    <a:pt x="539" y="116"/>
                    <a:pt x="550" y="127"/>
                    <a:pt x="550" y="140"/>
                  </a:cubicBezTo>
                  <a:cubicBezTo>
                    <a:pt x="550" y="230"/>
                    <a:pt x="550" y="230"/>
                    <a:pt x="550" y="230"/>
                  </a:cubicBezTo>
                  <a:cubicBezTo>
                    <a:pt x="550" y="235"/>
                    <a:pt x="554" y="238"/>
                    <a:pt x="558" y="238"/>
                  </a:cubicBezTo>
                  <a:cubicBezTo>
                    <a:pt x="563" y="238"/>
                    <a:pt x="567" y="235"/>
                    <a:pt x="567" y="230"/>
                  </a:cubicBezTo>
                  <a:cubicBezTo>
                    <a:pt x="567" y="140"/>
                    <a:pt x="567" y="140"/>
                    <a:pt x="567" y="140"/>
                  </a:cubicBezTo>
                  <a:cubicBezTo>
                    <a:pt x="567" y="118"/>
                    <a:pt x="548" y="100"/>
                    <a:pt x="526" y="100"/>
                  </a:cubicBezTo>
                  <a:close/>
                  <a:moveTo>
                    <a:pt x="526" y="100"/>
                  </a:moveTo>
                  <a:cubicBezTo>
                    <a:pt x="526" y="100"/>
                    <a:pt x="526" y="100"/>
                    <a:pt x="526" y="10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8" name="Google Shape;1246;p34"/>
            <p:cNvSpPr/>
            <p:nvPr/>
          </p:nvSpPr>
          <p:spPr>
            <a:xfrm>
              <a:off x="7013575" y="-4743451"/>
              <a:ext cx="92075" cy="12700"/>
            </a:xfrm>
            <a:custGeom>
              <a:avLst/>
              <a:gdLst/>
              <a:ahLst/>
              <a:cxnLst/>
              <a:rect l="l" t="t" r="r" b="b"/>
              <a:pathLst>
                <a:path w="119" h="17" extrusionOk="0">
                  <a:moveTo>
                    <a:pt x="8" y="17"/>
                  </a:moveTo>
                  <a:cubicBezTo>
                    <a:pt x="111" y="17"/>
                    <a:pt x="111" y="17"/>
                    <a:pt x="111" y="17"/>
                  </a:cubicBezTo>
                  <a:cubicBezTo>
                    <a:pt x="115" y="17"/>
                    <a:pt x="119" y="13"/>
                    <a:pt x="119" y="8"/>
                  </a:cubicBezTo>
                  <a:cubicBezTo>
                    <a:pt x="119" y="4"/>
                    <a:pt x="115" y="0"/>
                    <a:pt x="111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lose/>
                  <a:moveTo>
                    <a:pt x="8" y="17"/>
                  </a:moveTo>
                  <a:cubicBezTo>
                    <a:pt x="8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9" name="Google Shape;1247;p34"/>
            <p:cNvSpPr/>
            <p:nvPr/>
          </p:nvSpPr>
          <p:spPr>
            <a:xfrm>
              <a:off x="7013575" y="-4695826"/>
              <a:ext cx="92075" cy="12700"/>
            </a:xfrm>
            <a:custGeom>
              <a:avLst/>
              <a:gdLst/>
              <a:ahLst/>
              <a:cxnLst/>
              <a:rect l="l" t="t" r="r" b="b"/>
              <a:pathLst>
                <a:path w="119" h="16" extrusionOk="0">
                  <a:moveTo>
                    <a:pt x="8" y="16"/>
                  </a:moveTo>
                  <a:cubicBezTo>
                    <a:pt x="111" y="16"/>
                    <a:pt x="111" y="16"/>
                    <a:pt x="111" y="16"/>
                  </a:cubicBezTo>
                  <a:cubicBezTo>
                    <a:pt x="115" y="16"/>
                    <a:pt x="119" y="13"/>
                    <a:pt x="119" y="8"/>
                  </a:cubicBezTo>
                  <a:cubicBezTo>
                    <a:pt x="119" y="4"/>
                    <a:pt x="115" y="0"/>
                    <a:pt x="111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6"/>
                    <a:pt x="8" y="16"/>
                  </a:cubicBezTo>
                  <a:close/>
                  <a:moveTo>
                    <a:pt x="8" y="16"/>
                  </a:moveTo>
                  <a:cubicBezTo>
                    <a:pt x="8" y="16"/>
                    <a:pt x="8" y="16"/>
                    <a:pt x="8" y="16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0" name="Google Shape;1248;p34"/>
            <p:cNvSpPr/>
            <p:nvPr/>
          </p:nvSpPr>
          <p:spPr>
            <a:xfrm>
              <a:off x="6908800" y="-4648201"/>
              <a:ext cx="196850" cy="12700"/>
            </a:xfrm>
            <a:custGeom>
              <a:avLst/>
              <a:gdLst/>
              <a:ahLst/>
              <a:cxnLst/>
              <a:rect l="l" t="t" r="r" b="b"/>
              <a:pathLst>
                <a:path w="254" h="16" extrusionOk="0">
                  <a:moveTo>
                    <a:pt x="0" y="8"/>
                  </a:moveTo>
                  <a:cubicBezTo>
                    <a:pt x="0" y="13"/>
                    <a:pt x="3" y="16"/>
                    <a:pt x="8" y="16"/>
                  </a:cubicBezTo>
                  <a:cubicBezTo>
                    <a:pt x="246" y="16"/>
                    <a:pt x="246" y="16"/>
                    <a:pt x="246" y="16"/>
                  </a:cubicBezTo>
                  <a:cubicBezTo>
                    <a:pt x="250" y="16"/>
                    <a:pt x="254" y="13"/>
                    <a:pt x="254" y="8"/>
                  </a:cubicBezTo>
                  <a:cubicBezTo>
                    <a:pt x="254" y="3"/>
                    <a:pt x="250" y="0"/>
                    <a:pt x="246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3"/>
                    <a:pt x="0" y="8"/>
                  </a:cubicBezTo>
                  <a:close/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1" name="Google Shape;1249;p34"/>
            <p:cNvSpPr/>
            <p:nvPr/>
          </p:nvSpPr>
          <p:spPr>
            <a:xfrm>
              <a:off x="6843713" y="-4724401"/>
              <a:ext cx="12700" cy="14287"/>
            </a:xfrm>
            <a:custGeom>
              <a:avLst/>
              <a:gdLst/>
              <a:ahLst/>
              <a:cxnLst/>
              <a:rect l="l" t="t" r="r" b="b"/>
              <a:pathLst>
                <a:path w="17" h="17" extrusionOk="0">
                  <a:moveTo>
                    <a:pt x="17" y="8"/>
                  </a:moveTo>
                  <a:cubicBezTo>
                    <a:pt x="17" y="13"/>
                    <a:pt x="13" y="17"/>
                    <a:pt x="8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7" y="4"/>
                    <a:pt x="17" y="8"/>
                  </a:cubicBezTo>
                  <a:close/>
                  <a:moveTo>
                    <a:pt x="17" y="8"/>
                  </a:moveTo>
                  <a:cubicBezTo>
                    <a:pt x="17" y="8"/>
                    <a:pt x="17" y="8"/>
                    <a:pt x="17" y="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2" name="Google Shape;1250;p34"/>
            <p:cNvSpPr/>
            <p:nvPr/>
          </p:nvSpPr>
          <p:spPr>
            <a:xfrm>
              <a:off x="6818313" y="-4824413"/>
              <a:ext cx="61913" cy="87312"/>
            </a:xfrm>
            <a:custGeom>
              <a:avLst/>
              <a:gdLst/>
              <a:ahLst/>
              <a:cxnLst/>
              <a:rect l="l" t="t" r="r" b="b"/>
              <a:pathLst>
                <a:path w="79" h="112" extrusionOk="0">
                  <a:moveTo>
                    <a:pt x="79" y="38"/>
                  </a:moveTo>
                  <a:cubicBezTo>
                    <a:pt x="78" y="17"/>
                    <a:pt x="61" y="1"/>
                    <a:pt x="40" y="0"/>
                  </a:cubicBezTo>
                  <a:cubicBezTo>
                    <a:pt x="20" y="0"/>
                    <a:pt x="3" y="15"/>
                    <a:pt x="0" y="34"/>
                  </a:cubicBezTo>
                  <a:cubicBezTo>
                    <a:pt x="0" y="36"/>
                    <a:pt x="0" y="38"/>
                    <a:pt x="0" y="40"/>
                  </a:cubicBezTo>
                  <a:cubicBezTo>
                    <a:pt x="0" y="45"/>
                    <a:pt x="3" y="48"/>
                    <a:pt x="8" y="48"/>
                  </a:cubicBezTo>
                  <a:cubicBezTo>
                    <a:pt x="12" y="48"/>
                    <a:pt x="16" y="45"/>
                    <a:pt x="16" y="40"/>
                  </a:cubicBezTo>
                  <a:cubicBezTo>
                    <a:pt x="16" y="39"/>
                    <a:pt x="16" y="38"/>
                    <a:pt x="16" y="37"/>
                  </a:cubicBezTo>
                  <a:cubicBezTo>
                    <a:pt x="18" y="25"/>
                    <a:pt x="28" y="17"/>
                    <a:pt x="40" y="17"/>
                  </a:cubicBezTo>
                  <a:cubicBezTo>
                    <a:pt x="52" y="17"/>
                    <a:pt x="61" y="27"/>
                    <a:pt x="62" y="39"/>
                  </a:cubicBezTo>
                  <a:cubicBezTo>
                    <a:pt x="62" y="45"/>
                    <a:pt x="60" y="51"/>
                    <a:pt x="56" y="56"/>
                  </a:cubicBezTo>
                  <a:cubicBezTo>
                    <a:pt x="51" y="60"/>
                    <a:pt x="46" y="63"/>
                    <a:pt x="39" y="63"/>
                  </a:cubicBezTo>
                  <a:cubicBezTo>
                    <a:pt x="35" y="63"/>
                    <a:pt x="31" y="67"/>
                    <a:pt x="31" y="71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9"/>
                    <a:pt x="35" y="112"/>
                    <a:pt x="39" y="112"/>
                  </a:cubicBezTo>
                  <a:cubicBezTo>
                    <a:pt x="44" y="112"/>
                    <a:pt x="47" y="109"/>
                    <a:pt x="47" y="104"/>
                  </a:cubicBezTo>
                  <a:cubicBezTo>
                    <a:pt x="47" y="79"/>
                    <a:pt x="47" y="79"/>
                    <a:pt x="47" y="79"/>
                  </a:cubicBezTo>
                  <a:cubicBezTo>
                    <a:pt x="55" y="77"/>
                    <a:pt x="62" y="73"/>
                    <a:pt x="68" y="67"/>
                  </a:cubicBezTo>
                  <a:cubicBezTo>
                    <a:pt x="75" y="59"/>
                    <a:pt x="79" y="49"/>
                    <a:pt x="79" y="38"/>
                  </a:cubicBezTo>
                  <a:close/>
                  <a:moveTo>
                    <a:pt x="79" y="38"/>
                  </a:moveTo>
                  <a:cubicBezTo>
                    <a:pt x="79" y="38"/>
                    <a:pt x="79" y="38"/>
                    <a:pt x="79" y="3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63" name="Google Shape;1251;p34"/>
          <p:cNvGrpSpPr/>
          <p:nvPr/>
        </p:nvGrpSpPr>
        <p:grpSpPr>
          <a:xfrm>
            <a:off x="9481525" y="2830051"/>
            <a:ext cx="565196" cy="465215"/>
            <a:chOff x="7494588" y="-4810126"/>
            <a:chExt cx="439738" cy="361950"/>
          </a:xfrm>
          <a:solidFill>
            <a:schemeClr val="bg1">
              <a:lumMod val="75000"/>
            </a:schemeClr>
          </a:solidFill>
        </p:grpSpPr>
        <p:sp>
          <p:nvSpPr>
            <p:cNvPr id="564" name="Google Shape;1252;p34"/>
            <p:cNvSpPr/>
            <p:nvPr/>
          </p:nvSpPr>
          <p:spPr>
            <a:xfrm>
              <a:off x="7494588" y="-4810126"/>
              <a:ext cx="439738" cy="361950"/>
            </a:xfrm>
            <a:custGeom>
              <a:avLst/>
              <a:gdLst/>
              <a:ahLst/>
              <a:cxnLst/>
              <a:rect l="l" t="t" r="r" b="b"/>
              <a:pathLst>
                <a:path w="567" h="467" extrusionOk="0">
                  <a:moveTo>
                    <a:pt x="535" y="101"/>
                  </a:moveTo>
                  <a:cubicBezTo>
                    <a:pt x="421" y="101"/>
                    <a:pt x="421" y="101"/>
                    <a:pt x="421" y="101"/>
                  </a:cubicBezTo>
                  <a:cubicBezTo>
                    <a:pt x="421" y="32"/>
                    <a:pt x="421" y="32"/>
                    <a:pt x="421" y="32"/>
                  </a:cubicBezTo>
                  <a:cubicBezTo>
                    <a:pt x="421" y="15"/>
                    <a:pt x="407" y="0"/>
                    <a:pt x="389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5" y="0"/>
                    <a:pt x="1" y="15"/>
                    <a:pt x="0" y="32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1" y="279"/>
                    <a:pt x="15" y="293"/>
                    <a:pt x="32" y="293"/>
                  </a:cubicBezTo>
                  <a:cubicBezTo>
                    <a:pt x="55" y="293"/>
                    <a:pt x="55" y="293"/>
                    <a:pt x="55" y="293"/>
                  </a:cubicBezTo>
                  <a:cubicBezTo>
                    <a:pt x="55" y="357"/>
                    <a:pt x="55" y="357"/>
                    <a:pt x="55" y="357"/>
                  </a:cubicBezTo>
                  <a:cubicBezTo>
                    <a:pt x="55" y="361"/>
                    <a:pt x="58" y="364"/>
                    <a:pt x="61" y="365"/>
                  </a:cubicBezTo>
                  <a:cubicBezTo>
                    <a:pt x="64" y="367"/>
                    <a:pt x="68" y="366"/>
                    <a:pt x="71" y="364"/>
                  </a:cubicBezTo>
                  <a:cubicBezTo>
                    <a:pt x="141" y="293"/>
                    <a:pt x="141" y="293"/>
                    <a:pt x="141" y="293"/>
                  </a:cubicBezTo>
                  <a:cubicBezTo>
                    <a:pt x="147" y="293"/>
                    <a:pt x="147" y="293"/>
                    <a:pt x="147" y="293"/>
                  </a:cubicBezTo>
                  <a:cubicBezTo>
                    <a:pt x="147" y="362"/>
                    <a:pt x="147" y="362"/>
                    <a:pt x="147" y="362"/>
                  </a:cubicBezTo>
                  <a:cubicBezTo>
                    <a:pt x="147" y="379"/>
                    <a:pt x="161" y="394"/>
                    <a:pt x="179" y="394"/>
                  </a:cubicBezTo>
                  <a:cubicBezTo>
                    <a:pt x="426" y="394"/>
                    <a:pt x="426" y="394"/>
                    <a:pt x="426" y="394"/>
                  </a:cubicBezTo>
                  <a:cubicBezTo>
                    <a:pt x="497" y="464"/>
                    <a:pt x="497" y="464"/>
                    <a:pt x="497" y="464"/>
                  </a:cubicBezTo>
                  <a:cubicBezTo>
                    <a:pt x="500" y="467"/>
                    <a:pt x="503" y="467"/>
                    <a:pt x="507" y="466"/>
                  </a:cubicBezTo>
                  <a:cubicBezTo>
                    <a:pt x="510" y="465"/>
                    <a:pt x="513" y="461"/>
                    <a:pt x="513" y="458"/>
                  </a:cubicBezTo>
                  <a:cubicBezTo>
                    <a:pt x="513" y="394"/>
                    <a:pt x="513" y="394"/>
                    <a:pt x="513" y="394"/>
                  </a:cubicBezTo>
                  <a:cubicBezTo>
                    <a:pt x="535" y="394"/>
                    <a:pt x="535" y="394"/>
                    <a:pt x="535" y="394"/>
                  </a:cubicBezTo>
                  <a:cubicBezTo>
                    <a:pt x="553" y="394"/>
                    <a:pt x="567" y="379"/>
                    <a:pt x="567" y="362"/>
                  </a:cubicBezTo>
                  <a:cubicBezTo>
                    <a:pt x="567" y="133"/>
                    <a:pt x="567" y="133"/>
                    <a:pt x="567" y="133"/>
                  </a:cubicBezTo>
                  <a:cubicBezTo>
                    <a:pt x="567" y="115"/>
                    <a:pt x="553" y="101"/>
                    <a:pt x="535" y="101"/>
                  </a:cubicBezTo>
                  <a:close/>
                  <a:moveTo>
                    <a:pt x="138" y="275"/>
                  </a:moveTo>
                  <a:cubicBezTo>
                    <a:pt x="135" y="275"/>
                    <a:pt x="133" y="276"/>
                    <a:pt x="131" y="277"/>
                  </a:cubicBezTo>
                  <a:cubicBezTo>
                    <a:pt x="74" y="335"/>
                    <a:pt x="74" y="335"/>
                    <a:pt x="74" y="335"/>
                  </a:cubicBezTo>
                  <a:cubicBezTo>
                    <a:pt x="74" y="284"/>
                    <a:pt x="74" y="284"/>
                    <a:pt x="74" y="284"/>
                  </a:cubicBezTo>
                  <a:cubicBezTo>
                    <a:pt x="74" y="279"/>
                    <a:pt x="70" y="275"/>
                    <a:pt x="65" y="275"/>
                  </a:cubicBezTo>
                  <a:cubicBezTo>
                    <a:pt x="32" y="275"/>
                    <a:pt x="32" y="275"/>
                    <a:pt x="32" y="275"/>
                  </a:cubicBezTo>
                  <a:cubicBezTo>
                    <a:pt x="25" y="275"/>
                    <a:pt x="19" y="269"/>
                    <a:pt x="19" y="261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25"/>
                    <a:pt x="25" y="19"/>
                    <a:pt x="32" y="19"/>
                  </a:cubicBezTo>
                  <a:cubicBezTo>
                    <a:pt x="389" y="19"/>
                    <a:pt x="389" y="19"/>
                    <a:pt x="389" y="19"/>
                  </a:cubicBezTo>
                  <a:cubicBezTo>
                    <a:pt x="397" y="19"/>
                    <a:pt x="403" y="25"/>
                    <a:pt x="403" y="32"/>
                  </a:cubicBezTo>
                  <a:cubicBezTo>
                    <a:pt x="403" y="261"/>
                    <a:pt x="403" y="261"/>
                    <a:pt x="403" y="261"/>
                  </a:cubicBezTo>
                  <a:cubicBezTo>
                    <a:pt x="403" y="269"/>
                    <a:pt x="397" y="275"/>
                    <a:pt x="389" y="275"/>
                  </a:cubicBezTo>
                  <a:lnTo>
                    <a:pt x="138" y="275"/>
                  </a:lnTo>
                  <a:close/>
                  <a:moveTo>
                    <a:pt x="549" y="362"/>
                  </a:moveTo>
                  <a:cubicBezTo>
                    <a:pt x="549" y="369"/>
                    <a:pt x="543" y="375"/>
                    <a:pt x="535" y="375"/>
                  </a:cubicBezTo>
                  <a:cubicBezTo>
                    <a:pt x="503" y="375"/>
                    <a:pt x="503" y="375"/>
                    <a:pt x="503" y="375"/>
                  </a:cubicBezTo>
                  <a:cubicBezTo>
                    <a:pt x="498" y="375"/>
                    <a:pt x="494" y="379"/>
                    <a:pt x="494" y="384"/>
                  </a:cubicBezTo>
                  <a:cubicBezTo>
                    <a:pt x="494" y="436"/>
                    <a:pt x="494" y="436"/>
                    <a:pt x="494" y="436"/>
                  </a:cubicBezTo>
                  <a:cubicBezTo>
                    <a:pt x="437" y="378"/>
                    <a:pt x="437" y="378"/>
                    <a:pt x="437" y="378"/>
                  </a:cubicBezTo>
                  <a:cubicBezTo>
                    <a:pt x="435" y="376"/>
                    <a:pt x="433" y="375"/>
                    <a:pt x="430" y="375"/>
                  </a:cubicBezTo>
                  <a:cubicBezTo>
                    <a:pt x="179" y="375"/>
                    <a:pt x="179" y="375"/>
                    <a:pt x="179" y="375"/>
                  </a:cubicBezTo>
                  <a:cubicBezTo>
                    <a:pt x="171" y="375"/>
                    <a:pt x="165" y="369"/>
                    <a:pt x="165" y="362"/>
                  </a:cubicBezTo>
                  <a:cubicBezTo>
                    <a:pt x="165" y="293"/>
                    <a:pt x="165" y="293"/>
                    <a:pt x="165" y="293"/>
                  </a:cubicBezTo>
                  <a:cubicBezTo>
                    <a:pt x="389" y="293"/>
                    <a:pt x="389" y="293"/>
                    <a:pt x="389" y="293"/>
                  </a:cubicBezTo>
                  <a:cubicBezTo>
                    <a:pt x="407" y="293"/>
                    <a:pt x="421" y="279"/>
                    <a:pt x="421" y="261"/>
                  </a:cubicBezTo>
                  <a:cubicBezTo>
                    <a:pt x="421" y="119"/>
                    <a:pt x="421" y="119"/>
                    <a:pt x="421" y="119"/>
                  </a:cubicBezTo>
                  <a:cubicBezTo>
                    <a:pt x="535" y="119"/>
                    <a:pt x="535" y="119"/>
                    <a:pt x="535" y="119"/>
                  </a:cubicBezTo>
                  <a:cubicBezTo>
                    <a:pt x="543" y="119"/>
                    <a:pt x="549" y="125"/>
                    <a:pt x="549" y="133"/>
                  </a:cubicBezTo>
                  <a:lnTo>
                    <a:pt x="549" y="362"/>
                  </a:lnTo>
                  <a:close/>
                  <a:moveTo>
                    <a:pt x="549" y="362"/>
                  </a:moveTo>
                  <a:cubicBezTo>
                    <a:pt x="549" y="362"/>
                    <a:pt x="549" y="362"/>
                    <a:pt x="549" y="36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5" name="Google Shape;1253;p34"/>
            <p:cNvSpPr/>
            <p:nvPr/>
          </p:nvSpPr>
          <p:spPr>
            <a:xfrm>
              <a:off x="7608888" y="-4778376"/>
              <a:ext cx="101600" cy="131762"/>
            </a:xfrm>
            <a:custGeom>
              <a:avLst/>
              <a:gdLst/>
              <a:ahLst/>
              <a:cxnLst/>
              <a:rect l="l" t="t" r="r" b="b"/>
              <a:pathLst>
                <a:path w="132" h="169" extrusionOk="0">
                  <a:moveTo>
                    <a:pt x="18" y="68"/>
                  </a:moveTo>
                  <a:cubicBezTo>
                    <a:pt x="18" y="50"/>
                    <a:pt x="29" y="33"/>
                    <a:pt x="46" y="26"/>
                  </a:cubicBezTo>
                  <a:cubicBezTo>
                    <a:pt x="63" y="19"/>
                    <a:pt x="83" y="23"/>
                    <a:pt x="96" y="36"/>
                  </a:cubicBezTo>
                  <a:cubicBezTo>
                    <a:pt x="109" y="49"/>
                    <a:pt x="113" y="69"/>
                    <a:pt x="106" y="86"/>
                  </a:cubicBezTo>
                  <a:cubicBezTo>
                    <a:pt x="99" y="103"/>
                    <a:pt x="82" y="114"/>
                    <a:pt x="64" y="114"/>
                  </a:cubicBezTo>
                  <a:cubicBezTo>
                    <a:pt x="59" y="114"/>
                    <a:pt x="55" y="118"/>
                    <a:pt x="55" y="123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5"/>
                    <a:pt x="59" y="169"/>
                    <a:pt x="64" y="169"/>
                  </a:cubicBezTo>
                  <a:cubicBezTo>
                    <a:pt x="69" y="169"/>
                    <a:pt x="73" y="165"/>
                    <a:pt x="73" y="160"/>
                  </a:cubicBezTo>
                  <a:cubicBezTo>
                    <a:pt x="73" y="132"/>
                    <a:pt x="73" y="132"/>
                    <a:pt x="73" y="132"/>
                  </a:cubicBezTo>
                  <a:cubicBezTo>
                    <a:pt x="98" y="128"/>
                    <a:pt x="118" y="110"/>
                    <a:pt x="125" y="86"/>
                  </a:cubicBezTo>
                  <a:cubicBezTo>
                    <a:pt x="132" y="62"/>
                    <a:pt x="125" y="36"/>
                    <a:pt x="106" y="20"/>
                  </a:cubicBezTo>
                  <a:cubicBezTo>
                    <a:pt x="87" y="3"/>
                    <a:pt x="60" y="0"/>
                    <a:pt x="37" y="10"/>
                  </a:cubicBezTo>
                  <a:cubicBezTo>
                    <a:pt x="14" y="20"/>
                    <a:pt x="0" y="43"/>
                    <a:pt x="0" y="68"/>
                  </a:cubicBezTo>
                  <a:cubicBezTo>
                    <a:pt x="0" y="73"/>
                    <a:pt x="4" y="77"/>
                    <a:pt x="9" y="77"/>
                  </a:cubicBezTo>
                  <a:cubicBezTo>
                    <a:pt x="14" y="77"/>
                    <a:pt x="18" y="73"/>
                    <a:pt x="18" y="68"/>
                  </a:cubicBezTo>
                  <a:close/>
                  <a:moveTo>
                    <a:pt x="18" y="68"/>
                  </a:moveTo>
                  <a:cubicBezTo>
                    <a:pt x="18" y="68"/>
                    <a:pt x="18" y="68"/>
                    <a:pt x="18" y="6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6" name="Google Shape;1254;p34"/>
            <p:cNvSpPr/>
            <p:nvPr/>
          </p:nvSpPr>
          <p:spPr>
            <a:xfrm>
              <a:off x="7651750" y="-4640263"/>
              <a:ext cx="12700" cy="20637"/>
            </a:xfrm>
            <a:custGeom>
              <a:avLst/>
              <a:gdLst/>
              <a:ahLst/>
              <a:cxnLst/>
              <a:rect l="l" t="t" r="r" b="b"/>
              <a:pathLst>
                <a:path w="18" h="27" extrusionOk="0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23"/>
                    <a:pt x="4" y="27"/>
                    <a:pt x="9" y="27"/>
                  </a:cubicBezTo>
                  <a:cubicBezTo>
                    <a:pt x="14" y="27"/>
                    <a:pt x="18" y="23"/>
                    <a:pt x="18" y="1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  <a:close/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67" name="Google Shape;1255;p34"/>
          <p:cNvGrpSpPr/>
          <p:nvPr/>
        </p:nvGrpSpPr>
        <p:grpSpPr>
          <a:xfrm>
            <a:off x="8700978" y="3541183"/>
            <a:ext cx="439738" cy="503237"/>
            <a:chOff x="8154988" y="-4938713"/>
            <a:chExt cx="439738" cy="503237"/>
          </a:xfrm>
          <a:solidFill>
            <a:schemeClr val="bg1">
              <a:lumMod val="75000"/>
            </a:schemeClr>
          </a:solidFill>
        </p:grpSpPr>
        <p:sp>
          <p:nvSpPr>
            <p:cNvPr id="568" name="Google Shape;1256;p34"/>
            <p:cNvSpPr/>
            <p:nvPr/>
          </p:nvSpPr>
          <p:spPr>
            <a:xfrm>
              <a:off x="8154988" y="-4592638"/>
              <a:ext cx="439738" cy="157162"/>
            </a:xfrm>
            <a:custGeom>
              <a:avLst/>
              <a:gdLst/>
              <a:ahLst/>
              <a:cxnLst/>
              <a:rect l="l" t="t" r="r" b="b"/>
              <a:pathLst>
                <a:path w="567" h="204" extrusionOk="0">
                  <a:moveTo>
                    <a:pt x="458" y="0"/>
                  </a:moveTo>
                  <a:cubicBezTo>
                    <a:pt x="437" y="0"/>
                    <a:pt x="437" y="0"/>
                    <a:pt x="437" y="0"/>
                  </a:cubicBezTo>
                  <a:cubicBezTo>
                    <a:pt x="399" y="0"/>
                    <a:pt x="364" y="19"/>
                    <a:pt x="344" y="51"/>
                  </a:cubicBezTo>
                  <a:cubicBezTo>
                    <a:pt x="329" y="42"/>
                    <a:pt x="312" y="38"/>
                    <a:pt x="294" y="37"/>
                  </a:cubicBezTo>
                  <a:cubicBezTo>
                    <a:pt x="272" y="37"/>
                    <a:pt x="272" y="37"/>
                    <a:pt x="272" y="37"/>
                  </a:cubicBezTo>
                  <a:cubicBezTo>
                    <a:pt x="255" y="38"/>
                    <a:pt x="238" y="42"/>
                    <a:pt x="222" y="51"/>
                  </a:cubicBezTo>
                  <a:cubicBezTo>
                    <a:pt x="202" y="19"/>
                    <a:pt x="167" y="0"/>
                    <a:pt x="130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48" y="0"/>
                    <a:pt x="0" y="48"/>
                    <a:pt x="0" y="108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60"/>
                    <a:pt x="5" y="166"/>
                    <a:pt x="12" y="166"/>
                  </a:cubicBezTo>
                  <a:cubicBezTo>
                    <a:pt x="163" y="166"/>
                    <a:pt x="163" y="166"/>
                    <a:pt x="163" y="166"/>
                  </a:cubicBezTo>
                  <a:cubicBezTo>
                    <a:pt x="163" y="191"/>
                    <a:pt x="163" y="191"/>
                    <a:pt x="163" y="191"/>
                  </a:cubicBezTo>
                  <a:cubicBezTo>
                    <a:pt x="163" y="198"/>
                    <a:pt x="169" y="204"/>
                    <a:pt x="176" y="204"/>
                  </a:cubicBezTo>
                  <a:cubicBezTo>
                    <a:pt x="390" y="204"/>
                    <a:pt x="390" y="204"/>
                    <a:pt x="390" y="204"/>
                  </a:cubicBezTo>
                  <a:cubicBezTo>
                    <a:pt x="397" y="204"/>
                    <a:pt x="403" y="198"/>
                    <a:pt x="403" y="191"/>
                  </a:cubicBezTo>
                  <a:cubicBezTo>
                    <a:pt x="403" y="166"/>
                    <a:pt x="403" y="166"/>
                    <a:pt x="403" y="166"/>
                  </a:cubicBezTo>
                  <a:cubicBezTo>
                    <a:pt x="554" y="166"/>
                    <a:pt x="554" y="166"/>
                    <a:pt x="554" y="166"/>
                  </a:cubicBezTo>
                  <a:cubicBezTo>
                    <a:pt x="561" y="166"/>
                    <a:pt x="567" y="160"/>
                    <a:pt x="567" y="153"/>
                  </a:cubicBezTo>
                  <a:cubicBezTo>
                    <a:pt x="567" y="109"/>
                    <a:pt x="567" y="109"/>
                    <a:pt x="567" y="109"/>
                  </a:cubicBezTo>
                  <a:cubicBezTo>
                    <a:pt x="567" y="49"/>
                    <a:pt x="519" y="0"/>
                    <a:pt x="459" y="0"/>
                  </a:cubicBezTo>
                  <a:cubicBezTo>
                    <a:pt x="459" y="0"/>
                    <a:pt x="459" y="0"/>
                    <a:pt x="458" y="0"/>
                  </a:cubicBezTo>
                  <a:close/>
                  <a:moveTo>
                    <a:pt x="164" y="140"/>
                  </a:moveTo>
                  <a:cubicBezTo>
                    <a:pt x="26" y="140"/>
                    <a:pt x="26" y="140"/>
                    <a:pt x="26" y="140"/>
                  </a:cubicBezTo>
                  <a:cubicBezTo>
                    <a:pt x="26" y="109"/>
                    <a:pt x="26" y="109"/>
                    <a:pt x="26" y="109"/>
                  </a:cubicBezTo>
                  <a:cubicBezTo>
                    <a:pt x="25" y="64"/>
                    <a:pt x="62" y="26"/>
                    <a:pt x="107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30" y="26"/>
                    <a:pt x="130" y="26"/>
                    <a:pt x="130" y="26"/>
                  </a:cubicBezTo>
                  <a:cubicBezTo>
                    <a:pt x="159" y="26"/>
                    <a:pt x="187" y="42"/>
                    <a:pt x="202" y="67"/>
                  </a:cubicBezTo>
                  <a:cubicBezTo>
                    <a:pt x="181" y="86"/>
                    <a:pt x="168" y="112"/>
                    <a:pt x="164" y="140"/>
                  </a:cubicBezTo>
                  <a:close/>
                  <a:moveTo>
                    <a:pt x="377" y="178"/>
                  </a:moveTo>
                  <a:cubicBezTo>
                    <a:pt x="189" y="178"/>
                    <a:pt x="189" y="178"/>
                    <a:pt x="189" y="178"/>
                  </a:cubicBezTo>
                  <a:cubicBezTo>
                    <a:pt x="189" y="153"/>
                    <a:pt x="189" y="153"/>
                    <a:pt x="189" y="153"/>
                  </a:cubicBezTo>
                  <a:cubicBezTo>
                    <a:pt x="189" y="125"/>
                    <a:pt x="204" y="97"/>
                    <a:pt x="226" y="80"/>
                  </a:cubicBezTo>
                  <a:cubicBezTo>
                    <a:pt x="240" y="69"/>
                    <a:pt x="256" y="63"/>
                    <a:pt x="272" y="63"/>
                  </a:cubicBezTo>
                  <a:cubicBezTo>
                    <a:pt x="294" y="63"/>
                    <a:pt x="294" y="63"/>
                    <a:pt x="294" y="63"/>
                  </a:cubicBezTo>
                  <a:cubicBezTo>
                    <a:pt x="311" y="63"/>
                    <a:pt x="327" y="69"/>
                    <a:pt x="341" y="80"/>
                  </a:cubicBezTo>
                  <a:cubicBezTo>
                    <a:pt x="363" y="97"/>
                    <a:pt x="377" y="125"/>
                    <a:pt x="377" y="153"/>
                  </a:cubicBezTo>
                  <a:lnTo>
                    <a:pt x="377" y="178"/>
                  </a:lnTo>
                  <a:close/>
                  <a:moveTo>
                    <a:pt x="541" y="140"/>
                  </a:moveTo>
                  <a:cubicBezTo>
                    <a:pt x="402" y="140"/>
                    <a:pt x="402" y="140"/>
                    <a:pt x="402" y="140"/>
                  </a:cubicBezTo>
                  <a:cubicBezTo>
                    <a:pt x="399" y="112"/>
                    <a:pt x="386" y="86"/>
                    <a:pt x="365" y="67"/>
                  </a:cubicBezTo>
                  <a:cubicBezTo>
                    <a:pt x="380" y="42"/>
                    <a:pt x="407" y="26"/>
                    <a:pt x="437" y="26"/>
                  </a:cubicBezTo>
                  <a:cubicBezTo>
                    <a:pt x="458" y="26"/>
                    <a:pt x="458" y="26"/>
                    <a:pt x="458" y="26"/>
                  </a:cubicBezTo>
                  <a:cubicBezTo>
                    <a:pt x="504" y="26"/>
                    <a:pt x="541" y="63"/>
                    <a:pt x="541" y="108"/>
                  </a:cubicBezTo>
                  <a:cubicBezTo>
                    <a:pt x="541" y="109"/>
                    <a:pt x="541" y="109"/>
                    <a:pt x="541" y="109"/>
                  </a:cubicBezTo>
                  <a:lnTo>
                    <a:pt x="541" y="1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9" name="Google Shape;1257;p34"/>
            <p:cNvSpPr/>
            <p:nvPr/>
          </p:nvSpPr>
          <p:spPr>
            <a:xfrm>
              <a:off x="8442325" y="-4722813"/>
              <a:ext cx="119063" cy="119062"/>
            </a:xfrm>
            <a:custGeom>
              <a:avLst/>
              <a:gdLst/>
              <a:ahLst/>
              <a:cxnLst/>
              <a:rect l="l" t="t" r="r" b="b"/>
              <a:pathLst>
                <a:path w="155" h="155" extrusionOk="0">
                  <a:moveTo>
                    <a:pt x="78" y="0"/>
                  </a:moveTo>
                  <a:cubicBezTo>
                    <a:pt x="35" y="0"/>
                    <a:pt x="0" y="34"/>
                    <a:pt x="0" y="77"/>
                  </a:cubicBezTo>
                  <a:cubicBezTo>
                    <a:pt x="0" y="120"/>
                    <a:pt x="35" y="155"/>
                    <a:pt x="78" y="154"/>
                  </a:cubicBezTo>
                  <a:cubicBezTo>
                    <a:pt x="121" y="154"/>
                    <a:pt x="155" y="120"/>
                    <a:pt x="155" y="77"/>
                  </a:cubicBezTo>
                  <a:cubicBezTo>
                    <a:pt x="155" y="56"/>
                    <a:pt x="147" y="37"/>
                    <a:pt x="132" y="22"/>
                  </a:cubicBezTo>
                  <a:cubicBezTo>
                    <a:pt x="118" y="8"/>
                    <a:pt x="98" y="0"/>
                    <a:pt x="78" y="0"/>
                  </a:cubicBezTo>
                  <a:close/>
                  <a:moveTo>
                    <a:pt x="114" y="114"/>
                  </a:moveTo>
                  <a:cubicBezTo>
                    <a:pt x="94" y="134"/>
                    <a:pt x="61" y="134"/>
                    <a:pt x="41" y="114"/>
                  </a:cubicBezTo>
                  <a:cubicBezTo>
                    <a:pt x="20" y="94"/>
                    <a:pt x="20" y="61"/>
                    <a:pt x="41" y="40"/>
                  </a:cubicBezTo>
                  <a:cubicBezTo>
                    <a:pt x="61" y="20"/>
                    <a:pt x="94" y="20"/>
                    <a:pt x="114" y="40"/>
                  </a:cubicBezTo>
                  <a:cubicBezTo>
                    <a:pt x="124" y="50"/>
                    <a:pt x="129" y="63"/>
                    <a:pt x="129" y="77"/>
                  </a:cubicBezTo>
                  <a:cubicBezTo>
                    <a:pt x="129" y="91"/>
                    <a:pt x="124" y="104"/>
                    <a:pt x="114" y="1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0" name="Google Shape;1258;p34"/>
            <p:cNvSpPr/>
            <p:nvPr/>
          </p:nvSpPr>
          <p:spPr>
            <a:xfrm>
              <a:off x="8186738" y="-4724401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8" y="156"/>
                  </a:moveTo>
                  <a:cubicBezTo>
                    <a:pt x="121" y="156"/>
                    <a:pt x="156" y="121"/>
                    <a:pt x="156" y="78"/>
                  </a:cubicBezTo>
                  <a:cubicBezTo>
                    <a:pt x="156" y="35"/>
                    <a:pt x="121" y="0"/>
                    <a:pt x="79" y="0"/>
                  </a:cubicBezTo>
                  <a:cubicBezTo>
                    <a:pt x="36" y="0"/>
                    <a:pt x="1" y="35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ubicBezTo>
                    <a:pt x="0" y="121"/>
                    <a:pt x="35" y="155"/>
                    <a:pt x="77" y="156"/>
                  </a:cubicBezTo>
                  <a:cubicBezTo>
                    <a:pt x="78" y="156"/>
                    <a:pt x="78" y="156"/>
                    <a:pt x="78" y="156"/>
                  </a:cubicBezTo>
                  <a:close/>
                  <a:moveTo>
                    <a:pt x="42" y="41"/>
                  </a:moveTo>
                  <a:cubicBezTo>
                    <a:pt x="62" y="21"/>
                    <a:pt x="95" y="21"/>
                    <a:pt x="115" y="41"/>
                  </a:cubicBezTo>
                  <a:cubicBezTo>
                    <a:pt x="135" y="61"/>
                    <a:pt x="135" y="94"/>
                    <a:pt x="115" y="115"/>
                  </a:cubicBezTo>
                  <a:cubicBezTo>
                    <a:pt x="95" y="135"/>
                    <a:pt x="62" y="135"/>
                    <a:pt x="42" y="115"/>
                  </a:cubicBezTo>
                  <a:cubicBezTo>
                    <a:pt x="32" y="105"/>
                    <a:pt x="27" y="92"/>
                    <a:pt x="27" y="78"/>
                  </a:cubicBezTo>
                  <a:cubicBezTo>
                    <a:pt x="26" y="64"/>
                    <a:pt x="32" y="51"/>
                    <a:pt x="42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1" name="Google Shape;1259;p34"/>
            <p:cNvSpPr/>
            <p:nvPr/>
          </p:nvSpPr>
          <p:spPr>
            <a:xfrm>
              <a:off x="8196263" y="-4938713"/>
              <a:ext cx="355600" cy="207962"/>
            </a:xfrm>
            <a:custGeom>
              <a:avLst/>
              <a:gdLst/>
              <a:ahLst/>
              <a:cxnLst/>
              <a:rect l="l" t="t" r="r" b="b"/>
              <a:pathLst>
                <a:path w="459" h="268" extrusionOk="0">
                  <a:moveTo>
                    <a:pt x="13" y="230"/>
                  </a:moveTo>
                  <a:cubicBezTo>
                    <a:pt x="67" y="230"/>
                    <a:pt x="67" y="230"/>
                    <a:pt x="67" y="230"/>
                  </a:cubicBezTo>
                  <a:cubicBezTo>
                    <a:pt x="67" y="255"/>
                    <a:pt x="67" y="255"/>
                    <a:pt x="67" y="255"/>
                  </a:cubicBezTo>
                  <a:cubicBezTo>
                    <a:pt x="67" y="259"/>
                    <a:pt x="70" y="264"/>
                    <a:pt x="74" y="266"/>
                  </a:cubicBezTo>
                  <a:cubicBezTo>
                    <a:pt x="78" y="268"/>
                    <a:pt x="84" y="268"/>
                    <a:pt x="87" y="265"/>
                  </a:cubicBezTo>
                  <a:cubicBezTo>
                    <a:pt x="138" y="230"/>
                    <a:pt x="138" y="230"/>
                    <a:pt x="138" y="230"/>
                  </a:cubicBezTo>
                  <a:cubicBezTo>
                    <a:pt x="259" y="230"/>
                    <a:pt x="259" y="230"/>
                    <a:pt x="259" y="230"/>
                  </a:cubicBezTo>
                  <a:cubicBezTo>
                    <a:pt x="266" y="230"/>
                    <a:pt x="272" y="224"/>
                    <a:pt x="272" y="217"/>
                  </a:cubicBezTo>
                  <a:cubicBezTo>
                    <a:pt x="272" y="179"/>
                    <a:pt x="272" y="179"/>
                    <a:pt x="272" y="179"/>
                  </a:cubicBezTo>
                  <a:cubicBezTo>
                    <a:pt x="337" y="179"/>
                    <a:pt x="337" y="179"/>
                    <a:pt x="337" y="179"/>
                  </a:cubicBezTo>
                  <a:cubicBezTo>
                    <a:pt x="399" y="243"/>
                    <a:pt x="399" y="243"/>
                    <a:pt x="399" y="243"/>
                  </a:cubicBezTo>
                  <a:cubicBezTo>
                    <a:pt x="401" y="246"/>
                    <a:pt x="405" y="247"/>
                    <a:pt x="408" y="247"/>
                  </a:cubicBezTo>
                  <a:cubicBezTo>
                    <a:pt x="410" y="247"/>
                    <a:pt x="412" y="247"/>
                    <a:pt x="413" y="246"/>
                  </a:cubicBezTo>
                  <a:cubicBezTo>
                    <a:pt x="418" y="244"/>
                    <a:pt x="421" y="240"/>
                    <a:pt x="421" y="234"/>
                  </a:cubicBezTo>
                  <a:cubicBezTo>
                    <a:pt x="421" y="179"/>
                    <a:pt x="421" y="179"/>
                    <a:pt x="421" y="179"/>
                  </a:cubicBezTo>
                  <a:cubicBezTo>
                    <a:pt x="445" y="179"/>
                    <a:pt x="445" y="179"/>
                    <a:pt x="445" y="179"/>
                  </a:cubicBezTo>
                  <a:cubicBezTo>
                    <a:pt x="452" y="179"/>
                    <a:pt x="458" y="173"/>
                    <a:pt x="459" y="166"/>
                  </a:cubicBezTo>
                  <a:cubicBezTo>
                    <a:pt x="459" y="13"/>
                    <a:pt x="459" y="13"/>
                    <a:pt x="459" y="13"/>
                  </a:cubicBezTo>
                  <a:cubicBezTo>
                    <a:pt x="459" y="6"/>
                    <a:pt x="452" y="0"/>
                    <a:pt x="445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30" y="0"/>
                    <a:pt x="125" y="6"/>
                    <a:pt x="125" y="13"/>
                  </a:cubicBezTo>
                  <a:cubicBezTo>
                    <a:pt x="125" y="13"/>
                    <a:pt x="125" y="13"/>
                    <a:pt x="125" y="13"/>
                  </a:cubicBezTo>
                  <a:cubicBezTo>
                    <a:pt x="125" y="26"/>
                    <a:pt x="125" y="26"/>
                    <a:pt x="125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6" y="26"/>
                    <a:pt x="0" y="32"/>
                    <a:pt x="0" y="39"/>
                  </a:cubicBezTo>
                  <a:cubicBezTo>
                    <a:pt x="0" y="217"/>
                    <a:pt x="0" y="217"/>
                    <a:pt x="0" y="217"/>
                  </a:cubicBezTo>
                  <a:cubicBezTo>
                    <a:pt x="0" y="224"/>
                    <a:pt x="6" y="230"/>
                    <a:pt x="13" y="230"/>
                  </a:cubicBezTo>
                  <a:close/>
                  <a:moveTo>
                    <a:pt x="151" y="52"/>
                  </a:moveTo>
                  <a:cubicBezTo>
                    <a:pt x="151" y="26"/>
                    <a:pt x="151" y="26"/>
                    <a:pt x="151" y="26"/>
                  </a:cubicBezTo>
                  <a:cubicBezTo>
                    <a:pt x="433" y="26"/>
                    <a:pt x="433" y="26"/>
                    <a:pt x="433" y="26"/>
                  </a:cubicBezTo>
                  <a:cubicBezTo>
                    <a:pt x="433" y="154"/>
                    <a:pt x="433" y="154"/>
                    <a:pt x="433" y="154"/>
                  </a:cubicBezTo>
                  <a:cubicBezTo>
                    <a:pt x="408" y="154"/>
                    <a:pt x="408" y="154"/>
                    <a:pt x="408" y="154"/>
                  </a:cubicBezTo>
                  <a:cubicBezTo>
                    <a:pt x="401" y="153"/>
                    <a:pt x="396" y="159"/>
                    <a:pt x="395" y="166"/>
                  </a:cubicBezTo>
                  <a:cubicBezTo>
                    <a:pt x="395" y="166"/>
                    <a:pt x="395" y="166"/>
                    <a:pt x="395" y="166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351" y="157"/>
                    <a:pt x="351" y="157"/>
                    <a:pt x="351" y="157"/>
                  </a:cubicBezTo>
                  <a:cubicBezTo>
                    <a:pt x="349" y="155"/>
                    <a:pt x="345" y="154"/>
                    <a:pt x="342" y="154"/>
                  </a:cubicBezTo>
                  <a:cubicBezTo>
                    <a:pt x="151" y="154"/>
                    <a:pt x="151" y="154"/>
                    <a:pt x="151" y="154"/>
                  </a:cubicBezTo>
                  <a:lnTo>
                    <a:pt x="151" y="52"/>
                  </a:lnTo>
                  <a:close/>
                  <a:moveTo>
                    <a:pt x="26" y="52"/>
                  </a:moveTo>
                  <a:cubicBezTo>
                    <a:pt x="125" y="52"/>
                    <a:pt x="125" y="52"/>
                    <a:pt x="125" y="52"/>
                  </a:cubicBezTo>
                  <a:cubicBezTo>
                    <a:pt x="125" y="166"/>
                    <a:pt x="125" y="166"/>
                    <a:pt x="125" y="166"/>
                  </a:cubicBezTo>
                  <a:cubicBezTo>
                    <a:pt x="125" y="173"/>
                    <a:pt x="130" y="179"/>
                    <a:pt x="137" y="179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246" y="179"/>
                    <a:pt x="246" y="179"/>
                    <a:pt x="246" y="179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134" y="204"/>
                    <a:pt x="134" y="204"/>
                    <a:pt x="134" y="204"/>
                  </a:cubicBezTo>
                  <a:cubicBezTo>
                    <a:pt x="131" y="204"/>
                    <a:pt x="128" y="205"/>
                    <a:pt x="126" y="206"/>
                  </a:cubicBezTo>
                  <a:cubicBezTo>
                    <a:pt x="93" y="230"/>
                    <a:pt x="93" y="230"/>
                    <a:pt x="93" y="230"/>
                  </a:cubicBezTo>
                  <a:cubicBezTo>
                    <a:pt x="93" y="217"/>
                    <a:pt x="93" y="217"/>
                    <a:pt x="93" y="217"/>
                  </a:cubicBezTo>
                  <a:cubicBezTo>
                    <a:pt x="93" y="210"/>
                    <a:pt x="87" y="204"/>
                    <a:pt x="80" y="204"/>
                  </a:cubicBezTo>
                  <a:cubicBezTo>
                    <a:pt x="26" y="204"/>
                    <a:pt x="26" y="204"/>
                    <a:pt x="26" y="204"/>
                  </a:cubicBezTo>
                  <a:lnTo>
                    <a:pt x="26" y="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2" name="Google Shape;1260;p34"/>
            <p:cNvSpPr/>
            <p:nvPr/>
          </p:nvSpPr>
          <p:spPr>
            <a:xfrm>
              <a:off x="8313738" y="-4695826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8" y="156"/>
                  </a:moveTo>
                  <a:cubicBezTo>
                    <a:pt x="121" y="156"/>
                    <a:pt x="156" y="121"/>
                    <a:pt x="156" y="78"/>
                  </a:cubicBezTo>
                  <a:cubicBezTo>
                    <a:pt x="156" y="35"/>
                    <a:pt x="121" y="0"/>
                    <a:pt x="79" y="0"/>
                  </a:cubicBezTo>
                  <a:cubicBezTo>
                    <a:pt x="36" y="0"/>
                    <a:pt x="1" y="35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ubicBezTo>
                    <a:pt x="0" y="121"/>
                    <a:pt x="35" y="155"/>
                    <a:pt x="77" y="156"/>
                  </a:cubicBezTo>
                  <a:cubicBezTo>
                    <a:pt x="78" y="156"/>
                    <a:pt x="78" y="156"/>
                    <a:pt x="78" y="156"/>
                  </a:cubicBezTo>
                  <a:close/>
                  <a:moveTo>
                    <a:pt x="42" y="41"/>
                  </a:moveTo>
                  <a:cubicBezTo>
                    <a:pt x="62" y="21"/>
                    <a:pt x="95" y="21"/>
                    <a:pt x="115" y="41"/>
                  </a:cubicBezTo>
                  <a:cubicBezTo>
                    <a:pt x="135" y="61"/>
                    <a:pt x="135" y="94"/>
                    <a:pt x="115" y="115"/>
                  </a:cubicBezTo>
                  <a:cubicBezTo>
                    <a:pt x="95" y="135"/>
                    <a:pt x="62" y="135"/>
                    <a:pt x="42" y="115"/>
                  </a:cubicBezTo>
                  <a:cubicBezTo>
                    <a:pt x="32" y="105"/>
                    <a:pt x="27" y="92"/>
                    <a:pt x="27" y="78"/>
                  </a:cubicBezTo>
                  <a:cubicBezTo>
                    <a:pt x="26" y="64"/>
                    <a:pt x="32" y="51"/>
                    <a:pt x="42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73" name="Google Shape;1261;p34"/>
          <p:cNvGrpSpPr/>
          <p:nvPr/>
        </p:nvGrpSpPr>
        <p:grpSpPr>
          <a:xfrm>
            <a:off x="10266690" y="443632"/>
            <a:ext cx="578114" cy="578113"/>
            <a:chOff x="873125" y="-4706938"/>
            <a:chExt cx="792163" cy="792162"/>
          </a:xfrm>
          <a:solidFill>
            <a:schemeClr val="bg1">
              <a:lumMod val="75000"/>
            </a:schemeClr>
          </a:solidFill>
        </p:grpSpPr>
        <p:sp>
          <p:nvSpPr>
            <p:cNvPr id="574" name="Google Shape;1262;p34"/>
            <p:cNvSpPr/>
            <p:nvPr/>
          </p:nvSpPr>
          <p:spPr>
            <a:xfrm>
              <a:off x="952500" y="-4276725"/>
              <a:ext cx="103188" cy="103187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158" y="180"/>
                  </a:moveTo>
                  <a:cubicBezTo>
                    <a:pt x="23" y="180"/>
                    <a:pt x="23" y="180"/>
                    <a:pt x="23" y="180"/>
                  </a:cubicBezTo>
                  <a:cubicBezTo>
                    <a:pt x="10" y="180"/>
                    <a:pt x="0" y="170"/>
                    <a:pt x="0" y="15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70" y="0"/>
                    <a:pt x="180" y="10"/>
                    <a:pt x="180" y="22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0"/>
                    <a:pt x="170" y="180"/>
                    <a:pt x="158" y="180"/>
                  </a:cubicBezTo>
                  <a:close/>
                  <a:moveTo>
                    <a:pt x="45" y="136"/>
                  </a:moveTo>
                  <a:cubicBezTo>
                    <a:pt x="136" y="136"/>
                    <a:pt x="136" y="136"/>
                    <a:pt x="136" y="136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45" y="45"/>
                    <a:pt x="45" y="45"/>
                    <a:pt x="45" y="45"/>
                  </a:cubicBezTo>
                  <a:lnTo>
                    <a:pt x="45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5" name="Google Shape;1263;p34"/>
            <p:cNvSpPr/>
            <p:nvPr/>
          </p:nvSpPr>
          <p:spPr>
            <a:xfrm>
              <a:off x="952500" y="-4448175"/>
              <a:ext cx="103188" cy="104775"/>
            </a:xfrm>
            <a:custGeom>
              <a:avLst/>
              <a:gdLst/>
              <a:ahLst/>
              <a:cxnLst/>
              <a:rect l="l" t="t" r="r" b="b"/>
              <a:pathLst>
                <a:path w="180" h="181" extrusionOk="0">
                  <a:moveTo>
                    <a:pt x="158" y="181"/>
                  </a:moveTo>
                  <a:cubicBezTo>
                    <a:pt x="23" y="181"/>
                    <a:pt x="23" y="181"/>
                    <a:pt x="23" y="181"/>
                  </a:cubicBezTo>
                  <a:cubicBezTo>
                    <a:pt x="10" y="181"/>
                    <a:pt x="0" y="171"/>
                    <a:pt x="0" y="15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70" y="0"/>
                    <a:pt x="180" y="10"/>
                    <a:pt x="180" y="23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1"/>
                    <a:pt x="170" y="181"/>
                    <a:pt x="158" y="181"/>
                  </a:cubicBezTo>
                  <a:close/>
                  <a:moveTo>
                    <a:pt x="45" y="136"/>
                  </a:moveTo>
                  <a:cubicBezTo>
                    <a:pt x="136" y="136"/>
                    <a:pt x="136" y="136"/>
                    <a:pt x="136" y="136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45" y="45"/>
                    <a:pt x="45" y="45"/>
                    <a:pt x="45" y="45"/>
                  </a:cubicBezTo>
                  <a:lnTo>
                    <a:pt x="45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6" name="Google Shape;1264;p34"/>
            <p:cNvSpPr/>
            <p:nvPr/>
          </p:nvSpPr>
          <p:spPr>
            <a:xfrm>
              <a:off x="952500" y="-4106863"/>
              <a:ext cx="103188" cy="103187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158" y="180"/>
                  </a:moveTo>
                  <a:cubicBezTo>
                    <a:pt x="23" y="180"/>
                    <a:pt x="23" y="180"/>
                    <a:pt x="23" y="180"/>
                  </a:cubicBezTo>
                  <a:cubicBezTo>
                    <a:pt x="10" y="180"/>
                    <a:pt x="0" y="170"/>
                    <a:pt x="0" y="15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70" y="0"/>
                    <a:pt x="180" y="10"/>
                    <a:pt x="180" y="22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0"/>
                    <a:pt x="170" y="180"/>
                    <a:pt x="158" y="180"/>
                  </a:cubicBezTo>
                  <a:close/>
                  <a:moveTo>
                    <a:pt x="45" y="135"/>
                  </a:moveTo>
                  <a:cubicBezTo>
                    <a:pt x="136" y="135"/>
                    <a:pt x="136" y="135"/>
                    <a:pt x="136" y="135"/>
                  </a:cubicBezTo>
                  <a:cubicBezTo>
                    <a:pt x="136" y="44"/>
                    <a:pt x="136" y="44"/>
                    <a:pt x="136" y="44"/>
                  </a:cubicBezTo>
                  <a:cubicBezTo>
                    <a:pt x="45" y="44"/>
                    <a:pt x="45" y="44"/>
                    <a:pt x="45" y="44"/>
                  </a:cubicBezTo>
                  <a:lnTo>
                    <a:pt x="45" y="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7" name="Google Shape;1265;p34"/>
            <p:cNvSpPr/>
            <p:nvPr/>
          </p:nvSpPr>
          <p:spPr>
            <a:xfrm>
              <a:off x="873125" y="-4551363"/>
              <a:ext cx="247650" cy="636587"/>
            </a:xfrm>
            <a:custGeom>
              <a:avLst/>
              <a:gdLst/>
              <a:ahLst/>
              <a:cxnLst/>
              <a:rect l="l" t="t" r="r" b="b"/>
              <a:pathLst>
                <a:path w="434" h="1117" extrusionOk="0">
                  <a:moveTo>
                    <a:pt x="412" y="1117"/>
                  </a:moveTo>
                  <a:cubicBezTo>
                    <a:pt x="23" y="1117"/>
                    <a:pt x="23" y="1117"/>
                    <a:pt x="23" y="1117"/>
                  </a:cubicBezTo>
                  <a:cubicBezTo>
                    <a:pt x="10" y="1117"/>
                    <a:pt x="0" y="1107"/>
                    <a:pt x="0" y="109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424" y="0"/>
                    <a:pt x="434" y="10"/>
                    <a:pt x="434" y="22"/>
                  </a:cubicBezTo>
                  <a:cubicBezTo>
                    <a:pt x="434" y="1095"/>
                    <a:pt x="434" y="1095"/>
                    <a:pt x="434" y="1095"/>
                  </a:cubicBezTo>
                  <a:cubicBezTo>
                    <a:pt x="434" y="1107"/>
                    <a:pt x="424" y="1117"/>
                    <a:pt x="412" y="1117"/>
                  </a:cubicBezTo>
                  <a:close/>
                  <a:moveTo>
                    <a:pt x="45" y="1072"/>
                  </a:moveTo>
                  <a:cubicBezTo>
                    <a:pt x="389" y="1072"/>
                    <a:pt x="389" y="1072"/>
                    <a:pt x="389" y="1072"/>
                  </a:cubicBezTo>
                  <a:cubicBezTo>
                    <a:pt x="389" y="45"/>
                    <a:pt x="389" y="45"/>
                    <a:pt x="389" y="45"/>
                  </a:cubicBezTo>
                  <a:cubicBezTo>
                    <a:pt x="45" y="45"/>
                    <a:pt x="45" y="45"/>
                    <a:pt x="45" y="45"/>
                  </a:cubicBezTo>
                  <a:lnTo>
                    <a:pt x="45" y="10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8" name="Google Shape;1266;p34"/>
            <p:cNvSpPr/>
            <p:nvPr/>
          </p:nvSpPr>
          <p:spPr>
            <a:xfrm>
              <a:off x="1095375" y="-4706938"/>
              <a:ext cx="569913" cy="792162"/>
            </a:xfrm>
            <a:custGeom>
              <a:avLst/>
              <a:gdLst/>
              <a:ahLst/>
              <a:cxnLst/>
              <a:rect l="l" t="t" r="r" b="b"/>
              <a:pathLst>
                <a:path w="1000" h="1388" extrusionOk="0">
                  <a:moveTo>
                    <a:pt x="977" y="1388"/>
                  </a:moveTo>
                  <a:cubicBezTo>
                    <a:pt x="23" y="1388"/>
                    <a:pt x="23" y="1388"/>
                    <a:pt x="23" y="1388"/>
                  </a:cubicBezTo>
                  <a:cubicBezTo>
                    <a:pt x="10" y="1388"/>
                    <a:pt x="0" y="1378"/>
                    <a:pt x="0" y="136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977" y="0"/>
                    <a:pt x="977" y="0"/>
                    <a:pt x="977" y="0"/>
                  </a:cubicBezTo>
                  <a:cubicBezTo>
                    <a:pt x="990" y="0"/>
                    <a:pt x="1000" y="10"/>
                    <a:pt x="1000" y="22"/>
                  </a:cubicBezTo>
                  <a:cubicBezTo>
                    <a:pt x="1000" y="1366"/>
                    <a:pt x="1000" y="1366"/>
                    <a:pt x="1000" y="1366"/>
                  </a:cubicBezTo>
                  <a:cubicBezTo>
                    <a:pt x="1000" y="1378"/>
                    <a:pt x="990" y="1388"/>
                    <a:pt x="977" y="1388"/>
                  </a:cubicBezTo>
                  <a:close/>
                  <a:moveTo>
                    <a:pt x="45" y="1343"/>
                  </a:moveTo>
                  <a:cubicBezTo>
                    <a:pt x="955" y="1343"/>
                    <a:pt x="955" y="1343"/>
                    <a:pt x="955" y="1343"/>
                  </a:cubicBezTo>
                  <a:cubicBezTo>
                    <a:pt x="955" y="44"/>
                    <a:pt x="955" y="44"/>
                    <a:pt x="955" y="44"/>
                  </a:cubicBezTo>
                  <a:cubicBezTo>
                    <a:pt x="45" y="44"/>
                    <a:pt x="45" y="44"/>
                    <a:pt x="45" y="44"/>
                  </a:cubicBezTo>
                  <a:lnTo>
                    <a:pt x="45" y="134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9" name="Google Shape;1267;p34"/>
            <p:cNvSpPr/>
            <p:nvPr/>
          </p:nvSpPr>
          <p:spPr>
            <a:xfrm>
              <a:off x="1328738" y="-4276725"/>
              <a:ext cx="103188" cy="103187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158" y="180"/>
                  </a:moveTo>
                  <a:cubicBezTo>
                    <a:pt x="22" y="180"/>
                    <a:pt x="22" y="180"/>
                    <a:pt x="22" y="180"/>
                  </a:cubicBezTo>
                  <a:cubicBezTo>
                    <a:pt x="10" y="180"/>
                    <a:pt x="0" y="170"/>
                    <a:pt x="0" y="15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70" y="0"/>
                    <a:pt x="180" y="10"/>
                    <a:pt x="180" y="22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0"/>
                    <a:pt x="170" y="180"/>
                    <a:pt x="158" y="180"/>
                  </a:cubicBezTo>
                  <a:close/>
                  <a:moveTo>
                    <a:pt x="45" y="136"/>
                  </a:moveTo>
                  <a:cubicBezTo>
                    <a:pt x="135" y="136"/>
                    <a:pt x="135" y="136"/>
                    <a:pt x="135" y="136"/>
                  </a:cubicBezTo>
                  <a:cubicBezTo>
                    <a:pt x="135" y="45"/>
                    <a:pt x="135" y="45"/>
                    <a:pt x="135" y="45"/>
                  </a:cubicBezTo>
                  <a:cubicBezTo>
                    <a:pt x="45" y="45"/>
                    <a:pt x="45" y="45"/>
                    <a:pt x="45" y="45"/>
                  </a:cubicBezTo>
                  <a:lnTo>
                    <a:pt x="45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0" name="Google Shape;1268;p34"/>
            <p:cNvSpPr/>
            <p:nvPr/>
          </p:nvSpPr>
          <p:spPr>
            <a:xfrm>
              <a:off x="1484313" y="-4276725"/>
              <a:ext cx="101600" cy="103187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157" y="180"/>
                  </a:moveTo>
                  <a:cubicBezTo>
                    <a:pt x="22" y="180"/>
                    <a:pt x="22" y="180"/>
                    <a:pt x="22" y="180"/>
                  </a:cubicBezTo>
                  <a:cubicBezTo>
                    <a:pt x="10" y="180"/>
                    <a:pt x="0" y="170"/>
                    <a:pt x="0" y="15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170" y="0"/>
                    <a:pt x="180" y="10"/>
                    <a:pt x="180" y="22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0"/>
                    <a:pt x="170" y="180"/>
                    <a:pt x="157" y="180"/>
                  </a:cubicBezTo>
                  <a:close/>
                  <a:moveTo>
                    <a:pt x="44" y="136"/>
                  </a:moveTo>
                  <a:cubicBezTo>
                    <a:pt x="135" y="136"/>
                    <a:pt x="135" y="136"/>
                    <a:pt x="135" y="136"/>
                  </a:cubicBezTo>
                  <a:cubicBezTo>
                    <a:pt x="135" y="45"/>
                    <a:pt x="135" y="45"/>
                    <a:pt x="135" y="45"/>
                  </a:cubicBezTo>
                  <a:cubicBezTo>
                    <a:pt x="44" y="45"/>
                    <a:pt x="44" y="45"/>
                    <a:pt x="44" y="45"/>
                  </a:cubicBezTo>
                  <a:lnTo>
                    <a:pt x="44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1" name="Google Shape;1269;p34"/>
            <p:cNvSpPr/>
            <p:nvPr/>
          </p:nvSpPr>
          <p:spPr>
            <a:xfrm>
              <a:off x="1174750" y="-4276725"/>
              <a:ext cx="103188" cy="103187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158" y="180"/>
                  </a:moveTo>
                  <a:cubicBezTo>
                    <a:pt x="23" y="180"/>
                    <a:pt x="23" y="180"/>
                    <a:pt x="23" y="180"/>
                  </a:cubicBezTo>
                  <a:cubicBezTo>
                    <a:pt x="10" y="180"/>
                    <a:pt x="0" y="170"/>
                    <a:pt x="0" y="15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70" y="0"/>
                    <a:pt x="180" y="10"/>
                    <a:pt x="180" y="22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0"/>
                    <a:pt x="170" y="180"/>
                    <a:pt x="158" y="180"/>
                  </a:cubicBezTo>
                  <a:close/>
                  <a:moveTo>
                    <a:pt x="45" y="136"/>
                  </a:moveTo>
                  <a:cubicBezTo>
                    <a:pt x="136" y="136"/>
                    <a:pt x="136" y="136"/>
                    <a:pt x="136" y="136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45" y="45"/>
                    <a:pt x="45" y="45"/>
                    <a:pt x="45" y="45"/>
                  </a:cubicBezTo>
                  <a:lnTo>
                    <a:pt x="45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2" name="Google Shape;1270;p34"/>
            <p:cNvSpPr/>
            <p:nvPr/>
          </p:nvSpPr>
          <p:spPr>
            <a:xfrm>
              <a:off x="1328738" y="-4448175"/>
              <a:ext cx="103188" cy="104775"/>
            </a:xfrm>
            <a:custGeom>
              <a:avLst/>
              <a:gdLst/>
              <a:ahLst/>
              <a:cxnLst/>
              <a:rect l="l" t="t" r="r" b="b"/>
              <a:pathLst>
                <a:path w="180" h="181" extrusionOk="0">
                  <a:moveTo>
                    <a:pt x="158" y="181"/>
                  </a:moveTo>
                  <a:cubicBezTo>
                    <a:pt x="22" y="181"/>
                    <a:pt x="22" y="181"/>
                    <a:pt x="22" y="181"/>
                  </a:cubicBezTo>
                  <a:cubicBezTo>
                    <a:pt x="10" y="181"/>
                    <a:pt x="0" y="171"/>
                    <a:pt x="0" y="15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70" y="0"/>
                    <a:pt x="180" y="10"/>
                    <a:pt x="180" y="23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1"/>
                    <a:pt x="170" y="181"/>
                    <a:pt x="158" y="181"/>
                  </a:cubicBezTo>
                  <a:close/>
                  <a:moveTo>
                    <a:pt x="45" y="136"/>
                  </a:moveTo>
                  <a:cubicBezTo>
                    <a:pt x="135" y="136"/>
                    <a:pt x="135" y="136"/>
                    <a:pt x="135" y="136"/>
                  </a:cubicBezTo>
                  <a:cubicBezTo>
                    <a:pt x="135" y="45"/>
                    <a:pt x="135" y="45"/>
                    <a:pt x="135" y="45"/>
                  </a:cubicBezTo>
                  <a:cubicBezTo>
                    <a:pt x="45" y="45"/>
                    <a:pt x="45" y="45"/>
                    <a:pt x="45" y="45"/>
                  </a:cubicBezTo>
                  <a:lnTo>
                    <a:pt x="45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3" name="Google Shape;1271;p34"/>
            <p:cNvSpPr/>
            <p:nvPr/>
          </p:nvSpPr>
          <p:spPr>
            <a:xfrm>
              <a:off x="1484313" y="-4448175"/>
              <a:ext cx="101600" cy="104775"/>
            </a:xfrm>
            <a:custGeom>
              <a:avLst/>
              <a:gdLst/>
              <a:ahLst/>
              <a:cxnLst/>
              <a:rect l="l" t="t" r="r" b="b"/>
              <a:pathLst>
                <a:path w="180" h="181" extrusionOk="0">
                  <a:moveTo>
                    <a:pt x="157" y="181"/>
                  </a:moveTo>
                  <a:cubicBezTo>
                    <a:pt x="22" y="181"/>
                    <a:pt x="22" y="181"/>
                    <a:pt x="22" y="181"/>
                  </a:cubicBezTo>
                  <a:cubicBezTo>
                    <a:pt x="10" y="181"/>
                    <a:pt x="0" y="171"/>
                    <a:pt x="0" y="15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170" y="0"/>
                    <a:pt x="180" y="10"/>
                    <a:pt x="180" y="23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1"/>
                    <a:pt x="170" y="181"/>
                    <a:pt x="157" y="181"/>
                  </a:cubicBezTo>
                  <a:close/>
                  <a:moveTo>
                    <a:pt x="44" y="136"/>
                  </a:moveTo>
                  <a:cubicBezTo>
                    <a:pt x="135" y="136"/>
                    <a:pt x="135" y="136"/>
                    <a:pt x="135" y="136"/>
                  </a:cubicBezTo>
                  <a:cubicBezTo>
                    <a:pt x="135" y="45"/>
                    <a:pt x="135" y="45"/>
                    <a:pt x="135" y="45"/>
                  </a:cubicBezTo>
                  <a:cubicBezTo>
                    <a:pt x="44" y="45"/>
                    <a:pt x="44" y="45"/>
                    <a:pt x="44" y="45"/>
                  </a:cubicBezTo>
                  <a:lnTo>
                    <a:pt x="44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4" name="Google Shape;1272;p34"/>
            <p:cNvSpPr/>
            <p:nvPr/>
          </p:nvSpPr>
          <p:spPr>
            <a:xfrm>
              <a:off x="1174750" y="-4448175"/>
              <a:ext cx="103188" cy="104775"/>
            </a:xfrm>
            <a:custGeom>
              <a:avLst/>
              <a:gdLst/>
              <a:ahLst/>
              <a:cxnLst/>
              <a:rect l="l" t="t" r="r" b="b"/>
              <a:pathLst>
                <a:path w="180" h="181" extrusionOk="0">
                  <a:moveTo>
                    <a:pt x="158" y="181"/>
                  </a:moveTo>
                  <a:cubicBezTo>
                    <a:pt x="23" y="181"/>
                    <a:pt x="23" y="181"/>
                    <a:pt x="23" y="181"/>
                  </a:cubicBezTo>
                  <a:cubicBezTo>
                    <a:pt x="10" y="181"/>
                    <a:pt x="0" y="171"/>
                    <a:pt x="0" y="15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70" y="0"/>
                    <a:pt x="180" y="10"/>
                    <a:pt x="180" y="23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1"/>
                    <a:pt x="170" y="181"/>
                    <a:pt x="158" y="181"/>
                  </a:cubicBezTo>
                  <a:close/>
                  <a:moveTo>
                    <a:pt x="45" y="136"/>
                  </a:moveTo>
                  <a:cubicBezTo>
                    <a:pt x="136" y="136"/>
                    <a:pt x="136" y="136"/>
                    <a:pt x="136" y="136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45" y="45"/>
                    <a:pt x="45" y="45"/>
                    <a:pt x="45" y="45"/>
                  </a:cubicBezTo>
                  <a:lnTo>
                    <a:pt x="45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5" name="Google Shape;1273;p34"/>
            <p:cNvSpPr/>
            <p:nvPr/>
          </p:nvSpPr>
          <p:spPr>
            <a:xfrm>
              <a:off x="1328738" y="-4618038"/>
              <a:ext cx="103188" cy="103187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158" y="180"/>
                  </a:moveTo>
                  <a:cubicBezTo>
                    <a:pt x="22" y="180"/>
                    <a:pt x="22" y="180"/>
                    <a:pt x="22" y="180"/>
                  </a:cubicBezTo>
                  <a:cubicBezTo>
                    <a:pt x="10" y="180"/>
                    <a:pt x="0" y="170"/>
                    <a:pt x="0" y="15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70" y="0"/>
                    <a:pt x="180" y="10"/>
                    <a:pt x="180" y="22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0"/>
                    <a:pt x="170" y="180"/>
                    <a:pt x="158" y="180"/>
                  </a:cubicBezTo>
                  <a:close/>
                  <a:moveTo>
                    <a:pt x="45" y="135"/>
                  </a:moveTo>
                  <a:cubicBezTo>
                    <a:pt x="135" y="135"/>
                    <a:pt x="135" y="135"/>
                    <a:pt x="135" y="135"/>
                  </a:cubicBezTo>
                  <a:cubicBezTo>
                    <a:pt x="135" y="45"/>
                    <a:pt x="135" y="45"/>
                    <a:pt x="135" y="45"/>
                  </a:cubicBezTo>
                  <a:cubicBezTo>
                    <a:pt x="45" y="45"/>
                    <a:pt x="45" y="45"/>
                    <a:pt x="45" y="45"/>
                  </a:cubicBezTo>
                  <a:lnTo>
                    <a:pt x="45" y="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6" name="Google Shape;1274;p34"/>
            <p:cNvSpPr/>
            <p:nvPr/>
          </p:nvSpPr>
          <p:spPr>
            <a:xfrm>
              <a:off x="1484313" y="-4618038"/>
              <a:ext cx="101600" cy="103187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157" y="180"/>
                  </a:moveTo>
                  <a:cubicBezTo>
                    <a:pt x="22" y="180"/>
                    <a:pt x="22" y="180"/>
                    <a:pt x="22" y="180"/>
                  </a:cubicBezTo>
                  <a:cubicBezTo>
                    <a:pt x="10" y="180"/>
                    <a:pt x="0" y="170"/>
                    <a:pt x="0" y="15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170" y="0"/>
                    <a:pt x="180" y="10"/>
                    <a:pt x="180" y="22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0"/>
                    <a:pt x="170" y="180"/>
                    <a:pt x="157" y="180"/>
                  </a:cubicBezTo>
                  <a:close/>
                  <a:moveTo>
                    <a:pt x="44" y="135"/>
                  </a:moveTo>
                  <a:cubicBezTo>
                    <a:pt x="135" y="135"/>
                    <a:pt x="135" y="135"/>
                    <a:pt x="135" y="135"/>
                  </a:cubicBezTo>
                  <a:cubicBezTo>
                    <a:pt x="135" y="45"/>
                    <a:pt x="135" y="45"/>
                    <a:pt x="135" y="45"/>
                  </a:cubicBezTo>
                  <a:cubicBezTo>
                    <a:pt x="44" y="45"/>
                    <a:pt x="44" y="45"/>
                    <a:pt x="44" y="45"/>
                  </a:cubicBezTo>
                  <a:lnTo>
                    <a:pt x="44" y="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7" name="Google Shape;1275;p34"/>
            <p:cNvSpPr/>
            <p:nvPr/>
          </p:nvSpPr>
          <p:spPr>
            <a:xfrm>
              <a:off x="1174750" y="-4618038"/>
              <a:ext cx="103188" cy="103187"/>
            </a:xfrm>
            <a:custGeom>
              <a:avLst/>
              <a:gdLst/>
              <a:ahLst/>
              <a:cxnLst/>
              <a:rect l="l" t="t" r="r" b="b"/>
              <a:pathLst>
                <a:path w="180" h="180" extrusionOk="0">
                  <a:moveTo>
                    <a:pt x="158" y="180"/>
                  </a:moveTo>
                  <a:cubicBezTo>
                    <a:pt x="23" y="180"/>
                    <a:pt x="23" y="180"/>
                    <a:pt x="23" y="180"/>
                  </a:cubicBezTo>
                  <a:cubicBezTo>
                    <a:pt x="10" y="180"/>
                    <a:pt x="0" y="170"/>
                    <a:pt x="0" y="15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70" y="0"/>
                    <a:pt x="180" y="10"/>
                    <a:pt x="180" y="22"/>
                  </a:cubicBezTo>
                  <a:cubicBezTo>
                    <a:pt x="180" y="158"/>
                    <a:pt x="180" y="158"/>
                    <a:pt x="180" y="158"/>
                  </a:cubicBezTo>
                  <a:cubicBezTo>
                    <a:pt x="180" y="170"/>
                    <a:pt x="170" y="180"/>
                    <a:pt x="158" y="180"/>
                  </a:cubicBezTo>
                  <a:close/>
                  <a:moveTo>
                    <a:pt x="45" y="135"/>
                  </a:moveTo>
                  <a:cubicBezTo>
                    <a:pt x="136" y="135"/>
                    <a:pt x="136" y="135"/>
                    <a:pt x="136" y="135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45" y="45"/>
                    <a:pt x="45" y="45"/>
                    <a:pt x="45" y="45"/>
                  </a:cubicBezTo>
                  <a:lnTo>
                    <a:pt x="45" y="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8" name="Google Shape;1276;p34"/>
            <p:cNvSpPr/>
            <p:nvPr/>
          </p:nvSpPr>
          <p:spPr>
            <a:xfrm>
              <a:off x="1303338" y="-4106863"/>
              <a:ext cx="153988" cy="192087"/>
            </a:xfrm>
            <a:custGeom>
              <a:avLst/>
              <a:gdLst/>
              <a:ahLst/>
              <a:cxnLst/>
              <a:rect l="l" t="t" r="r" b="b"/>
              <a:pathLst>
                <a:path w="270" h="336" extrusionOk="0">
                  <a:moveTo>
                    <a:pt x="247" y="336"/>
                  </a:moveTo>
                  <a:cubicBezTo>
                    <a:pt x="23" y="336"/>
                    <a:pt x="23" y="336"/>
                    <a:pt x="23" y="336"/>
                  </a:cubicBezTo>
                  <a:cubicBezTo>
                    <a:pt x="11" y="336"/>
                    <a:pt x="0" y="326"/>
                    <a:pt x="0" y="31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1" y="0"/>
                    <a:pt x="23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60" y="0"/>
                    <a:pt x="270" y="10"/>
                    <a:pt x="270" y="22"/>
                  </a:cubicBezTo>
                  <a:cubicBezTo>
                    <a:pt x="270" y="314"/>
                    <a:pt x="270" y="314"/>
                    <a:pt x="270" y="314"/>
                  </a:cubicBezTo>
                  <a:cubicBezTo>
                    <a:pt x="270" y="326"/>
                    <a:pt x="260" y="336"/>
                    <a:pt x="247" y="336"/>
                  </a:cubicBezTo>
                  <a:close/>
                  <a:moveTo>
                    <a:pt x="45" y="291"/>
                  </a:moveTo>
                  <a:cubicBezTo>
                    <a:pt x="225" y="291"/>
                    <a:pt x="225" y="291"/>
                    <a:pt x="225" y="291"/>
                  </a:cubicBezTo>
                  <a:cubicBezTo>
                    <a:pt x="225" y="44"/>
                    <a:pt x="225" y="44"/>
                    <a:pt x="225" y="44"/>
                  </a:cubicBezTo>
                  <a:cubicBezTo>
                    <a:pt x="45" y="44"/>
                    <a:pt x="45" y="44"/>
                    <a:pt x="45" y="44"/>
                  </a:cubicBezTo>
                  <a:lnTo>
                    <a:pt x="45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89" name="Google Shape;1277;p34"/>
          <p:cNvGrpSpPr/>
          <p:nvPr/>
        </p:nvGrpSpPr>
        <p:grpSpPr>
          <a:xfrm>
            <a:off x="10316971" y="1230391"/>
            <a:ext cx="578114" cy="579272"/>
            <a:chOff x="1843088" y="-4700588"/>
            <a:chExt cx="792163" cy="793750"/>
          </a:xfrm>
          <a:solidFill>
            <a:schemeClr val="bg1">
              <a:lumMod val="75000"/>
            </a:schemeClr>
          </a:solidFill>
        </p:grpSpPr>
        <p:sp>
          <p:nvSpPr>
            <p:cNvPr id="590" name="Google Shape;1278;p34"/>
            <p:cNvSpPr/>
            <p:nvPr/>
          </p:nvSpPr>
          <p:spPr>
            <a:xfrm>
              <a:off x="1843088" y="-4700588"/>
              <a:ext cx="792163" cy="79375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26" y="1388"/>
                  </a:moveTo>
                  <a:cubicBezTo>
                    <a:pt x="12" y="1388"/>
                    <a:pt x="0" y="1376"/>
                    <a:pt x="0" y="1362"/>
                  </a:cubicBezTo>
                  <a:cubicBezTo>
                    <a:pt x="0" y="1348"/>
                    <a:pt x="12" y="1336"/>
                    <a:pt x="26" y="1336"/>
                  </a:cubicBezTo>
                  <a:cubicBezTo>
                    <a:pt x="67" y="1336"/>
                    <a:pt x="67" y="1336"/>
                    <a:pt x="67" y="1336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7" y="11"/>
                    <a:pt x="78" y="0"/>
                    <a:pt x="93" y="0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805" y="0"/>
                    <a:pt x="817" y="11"/>
                    <a:pt x="817" y="25"/>
                  </a:cubicBezTo>
                  <a:cubicBezTo>
                    <a:pt x="817" y="292"/>
                    <a:pt x="817" y="292"/>
                    <a:pt x="817" y="292"/>
                  </a:cubicBezTo>
                  <a:cubicBezTo>
                    <a:pt x="1296" y="292"/>
                    <a:pt x="1296" y="292"/>
                    <a:pt x="1296" y="292"/>
                  </a:cubicBezTo>
                  <a:cubicBezTo>
                    <a:pt x="1311" y="292"/>
                    <a:pt x="1322" y="304"/>
                    <a:pt x="1322" y="318"/>
                  </a:cubicBezTo>
                  <a:cubicBezTo>
                    <a:pt x="1322" y="1336"/>
                    <a:pt x="1322" y="1336"/>
                    <a:pt x="1322" y="1336"/>
                  </a:cubicBezTo>
                  <a:cubicBezTo>
                    <a:pt x="1363" y="1336"/>
                    <a:pt x="1363" y="1336"/>
                    <a:pt x="1363" y="1336"/>
                  </a:cubicBezTo>
                  <a:cubicBezTo>
                    <a:pt x="1377" y="1336"/>
                    <a:pt x="1389" y="1348"/>
                    <a:pt x="1389" y="1362"/>
                  </a:cubicBezTo>
                  <a:cubicBezTo>
                    <a:pt x="1389" y="1376"/>
                    <a:pt x="1377" y="1388"/>
                    <a:pt x="1363" y="1388"/>
                  </a:cubicBezTo>
                  <a:lnTo>
                    <a:pt x="26" y="1388"/>
                  </a:lnTo>
                  <a:close/>
                  <a:moveTo>
                    <a:pt x="817" y="1336"/>
                  </a:moveTo>
                  <a:cubicBezTo>
                    <a:pt x="1271" y="1336"/>
                    <a:pt x="1271" y="1336"/>
                    <a:pt x="1271" y="1336"/>
                  </a:cubicBezTo>
                  <a:cubicBezTo>
                    <a:pt x="1271" y="343"/>
                    <a:pt x="1271" y="343"/>
                    <a:pt x="1271" y="343"/>
                  </a:cubicBezTo>
                  <a:cubicBezTo>
                    <a:pt x="817" y="343"/>
                    <a:pt x="817" y="343"/>
                    <a:pt x="817" y="343"/>
                  </a:cubicBezTo>
                  <a:lnTo>
                    <a:pt x="817" y="1336"/>
                  </a:lnTo>
                  <a:close/>
                  <a:moveTo>
                    <a:pt x="625" y="1336"/>
                  </a:moveTo>
                  <a:cubicBezTo>
                    <a:pt x="765" y="1336"/>
                    <a:pt x="765" y="1336"/>
                    <a:pt x="765" y="1336"/>
                  </a:cubicBezTo>
                  <a:cubicBezTo>
                    <a:pt x="765" y="51"/>
                    <a:pt x="765" y="51"/>
                    <a:pt x="765" y="51"/>
                  </a:cubicBezTo>
                  <a:cubicBezTo>
                    <a:pt x="118" y="51"/>
                    <a:pt x="118" y="51"/>
                    <a:pt x="118" y="51"/>
                  </a:cubicBezTo>
                  <a:cubicBezTo>
                    <a:pt x="118" y="1336"/>
                    <a:pt x="118" y="1336"/>
                    <a:pt x="118" y="1336"/>
                  </a:cubicBezTo>
                  <a:cubicBezTo>
                    <a:pt x="258" y="1336"/>
                    <a:pt x="258" y="1336"/>
                    <a:pt x="258" y="1336"/>
                  </a:cubicBezTo>
                  <a:cubicBezTo>
                    <a:pt x="258" y="992"/>
                    <a:pt x="258" y="992"/>
                    <a:pt x="258" y="992"/>
                  </a:cubicBezTo>
                  <a:cubicBezTo>
                    <a:pt x="230" y="992"/>
                    <a:pt x="230" y="992"/>
                    <a:pt x="230" y="992"/>
                  </a:cubicBezTo>
                  <a:cubicBezTo>
                    <a:pt x="215" y="992"/>
                    <a:pt x="204" y="980"/>
                    <a:pt x="204" y="966"/>
                  </a:cubicBezTo>
                  <a:cubicBezTo>
                    <a:pt x="204" y="952"/>
                    <a:pt x="215" y="940"/>
                    <a:pt x="230" y="940"/>
                  </a:cubicBezTo>
                  <a:cubicBezTo>
                    <a:pt x="654" y="940"/>
                    <a:pt x="654" y="940"/>
                    <a:pt x="654" y="940"/>
                  </a:cubicBezTo>
                  <a:cubicBezTo>
                    <a:pt x="668" y="940"/>
                    <a:pt x="680" y="952"/>
                    <a:pt x="680" y="966"/>
                  </a:cubicBezTo>
                  <a:cubicBezTo>
                    <a:pt x="680" y="980"/>
                    <a:pt x="668" y="992"/>
                    <a:pt x="654" y="992"/>
                  </a:cubicBezTo>
                  <a:cubicBezTo>
                    <a:pt x="625" y="992"/>
                    <a:pt x="625" y="992"/>
                    <a:pt x="625" y="992"/>
                  </a:cubicBezTo>
                  <a:lnTo>
                    <a:pt x="625" y="1336"/>
                  </a:lnTo>
                  <a:close/>
                  <a:moveTo>
                    <a:pt x="310" y="1336"/>
                  </a:moveTo>
                  <a:cubicBezTo>
                    <a:pt x="574" y="1336"/>
                    <a:pt x="574" y="1336"/>
                    <a:pt x="574" y="1336"/>
                  </a:cubicBezTo>
                  <a:cubicBezTo>
                    <a:pt x="574" y="992"/>
                    <a:pt x="574" y="992"/>
                    <a:pt x="574" y="992"/>
                  </a:cubicBezTo>
                  <a:cubicBezTo>
                    <a:pt x="310" y="992"/>
                    <a:pt x="310" y="992"/>
                    <a:pt x="310" y="992"/>
                  </a:cubicBezTo>
                  <a:lnTo>
                    <a:pt x="310" y="13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1" name="Google Shape;1279;p34"/>
            <p:cNvSpPr/>
            <p:nvPr/>
          </p:nvSpPr>
          <p:spPr>
            <a:xfrm>
              <a:off x="2360613" y="-4449763"/>
              <a:ext cx="157163" cy="33337"/>
            </a:xfrm>
            <a:custGeom>
              <a:avLst/>
              <a:gdLst/>
              <a:ahLst/>
              <a:cxnLst/>
              <a:rect l="l" t="t" r="r" b="b"/>
              <a:pathLst>
                <a:path w="274" h="58" extrusionOk="0">
                  <a:moveTo>
                    <a:pt x="245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245" y="58"/>
                    <a:pt x="245" y="58"/>
                    <a:pt x="245" y="58"/>
                  </a:cubicBezTo>
                  <a:cubicBezTo>
                    <a:pt x="261" y="58"/>
                    <a:pt x="274" y="45"/>
                    <a:pt x="274" y="29"/>
                  </a:cubicBezTo>
                  <a:cubicBezTo>
                    <a:pt x="274" y="13"/>
                    <a:pt x="261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2" name="Google Shape;1280;p34"/>
            <p:cNvSpPr/>
            <p:nvPr/>
          </p:nvSpPr>
          <p:spPr>
            <a:xfrm>
              <a:off x="2360613" y="-4364038"/>
              <a:ext cx="157163" cy="33337"/>
            </a:xfrm>
            <a:custGeom>
              <a:avLst/>
              <a:gdLst/>
              <a:ahLst/>
              <a:cxnLst/>
              <a:rect l="l" t="t" r="r" b="b"/>
              <a:pathLst>
                <a:path w="274" h="58" extrusionOk="0">
                  <a:moveTo>
                    <a:pt x="245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245" y="58"/>
                    <a:pt x="245" y="58"/>
                    <a:pt x="245" y="58"/>
                  </a:cubicBezTo>
                  <a:cubicBezTo>
                    <a:pt x="261" y="58"/>
                    <a:pt x="274" y="45"/>
                    <a:pt x="274" y="29"/>
                  </a:cubicBezTo>
                  <a:cubicBezTo>
                    <a:pt x="274" y="13"/>
                    <a:pt x="261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3" name="Google Shape;1281;p34"/>
            <p:cNvSpPr/>
            <p:nvPr/>
          </p:nvSpPr>
          <p:spPr>
            <a:xfrm>
              <a:off x="2360613" y="-4279900"/>
              <a:ext cx="157163" cy="33337"/>
            </a:xfrm>
            <a:custGeom>
              <a:avLst/>
              <a:gdLst/>
              <a:ahLst/>
              <a:cxnLst/>
              <a:rect l="l" t="t" r="r" b="b"/>
              <a:pathLst>
                <a:path w="274" h="59" extrusionOk="0">
                  <a:moveTo>
                    <a:pt x="245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59"/>
                    <a:pt x="29" y="59"/>
                  </a:cubicBezTo>
                  <a:cubicBezTo>
                    <a:pt x="245" y="59"/>
                    <a:pt x="245" y="59"/>
                    <a:pt x="245" y="59"/>
                  </a:cubicBezTo>
                  <a:cubicBezTo>
                    <a:pt x="261" y="59"/>
                    <a:pt x="274" y="46"/>
                    <a:pt x="274" y="30"/>
                  </a:cubicBezTo>
                  <a:cubicBezTo>
                    <a:pt x="274" y="13"/>
                    <a:pt x="261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4" name="Google Shape;1282;p34"/>
            <p:cNvSpPr/>
            <p:nvPr/>
          </p:nvSpPr>
          <p:spPr>
            <a:xfrm>
              <a:off x="2360613" y="-4194175"/>
              <a:ext cx="157163" cy="33337"/>
            </a:xfrm>
            <a:custGeom>
              <a:avLst/>
              <a:gdLst/>
              <a:ahLst/>
              <a:cxnLst/>
              <a:rect l="l" t="t" r="r" b="b"/>
              <a:pathLst>
                <a:path w="274" h="58" extrusionOk="0">
                  <a:moveTo>
                    <a:pt x="245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245" y="58"/>
                    <a:pt x="245" y="58"/>
                    <a:pt x="245" y="58"/>
                  </a:cubicBezTo>
                  <a:cubicBezTo>
                    <a:pt x="261" y="58"/>
                    <a:pt x="274" y="45"/>
                    <a:pt x="274" y="29"/>
                  </a:cubicBezTo>
                  <a:cubicBezTo>
                    <a:pt x="274" y="13"/>
                    <a:pt x="261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5" name="Google Shape;1283;p34"/>
            <p:cNvSpPr/>
            <p:nvPr/>
          </p:nvSpPr>
          <p:spPr>
            <a:xfrm>
              <a:off x="2360613" y="-4110038"/>
              <a:ext cx="157163" cy="33337"/>
            </a:xfrm>
            <a:custGeom>
              <a:avLst/>
              <a:gdLst/>
              <a:ahLst/>
              <a:cxnLst/>
              <a:rect l="l" t="t" r="r" b="b"/>
              <a:pathLst>
                <a:path w="274" h="58" extrusionOk="0">
                  <a:moveTo>
                    <a:pt x="245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245" y="58"/>
                    <a:pt x="245" y="58"/>
                    <a:pt x="245" y="58"/>
                  </a:cubicBezTo>
                  <a:cubicBezTo>
                    <a:pt x="261" y="58"/>
                    <a:pt x="274" y="45"/>
                    <a:pt x="274" y="29"/>
                  </a:cubicBezTo>
                  <a:cubicBezTo>
                    <a:pt x="274" y="13"/>
                    <a:pt x="261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6" name="Google Shape;1284;p34"/>
            <p:cNvSpPr/>
            <p:nvPr/>
          </p:nvSpPr>
          <p:spPr>
            <a:xfrm>
              <a:off x="2360613" y="-4024313"/>
              <a:ext cx="157163" cy="31750"/>
            </a:xfrm>
            <a:custGeom>
              <a:avLst/>
              <a:gdLst/>
              <a:ahLst/>
              <a:cxnLst/>
              <a:rect l="l" t="t" r="r" b="b"/>
              <a:pathLst>
                <a:path w="274" h="58" extrusionOk="0">
                  <a:moveTo>
                    <a:pt x="245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245" y="58"/>
                    <a:pt x="245" y="58"/>
                    <a:pt x="245" y="58"/>
                  </a:cubicBezTo>
                  <a:cubicBezTo>
                    <a:pt x="261" y="58"/>
                    <a:pt x="274" y="45"/>
                    <a:pt x="274" y="29"/>
                  </a:cubicBezTo>
                  <a:cubicBezTo>
                    <a:pt x="274" y="13"/>
                    <a:pt x="261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7" name="Google Shape;1285;p34"/>
            <p:cNvSpPr/>
            <p:nvPr/>
          </p:nvSpPr>
          <p:spPr>
            <a:xfrm>
              <a:off x="1957388" y="-4622800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6" h="58" extrusionOk="0">
                  <a:moveTo>
                    <a:pt x="29" y="58"/>
                  </a:moveTo>
                  <a:cubicBezTo>
                    <a:pt x="87" y="58"/>
                    <a:pt x="87" y="58"/>
                    <a:pt x="87" y="58"/>
                  </a:cubicBezTo>
                  <a:cubicBezTo>
                    <a:pt x="103" y="58"/>
                    <a:pt x="116" y="45"/>
                    <a:pt x="116" y="29"/>
                  </a:cubicBezTo>
                  <a:cubicBezTo>
                    <a:pt x="116" y="13"/>
                    <a:pt x="103" y="0"/>
                    <a:pt x="8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8" name="Google Shape;1286;p34"/>
            <p:cNvSpPr/>
            <p:nvPr/>
          </p:nvSpPr>
          <p:spPr>
            <a:xfrm>
              <a:off x="2062163" y="-4622800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9" name="Google Shape;1287;p34"/>
            <p:cNvSpPr/>
            <p:nvPr/>
          </p:nvSpPr>
          <p:spPr>
            <a:xfrm>
              <a:off x="2165350" y="-4622800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0" name="Google Shape;1288;p34"/>
            <p:cNvSpPr/>
            <p:nvPr/>
          </p:nvSpPr>
          <p:spPr>
            <a:xfrm>
              <a:off x="1957388" y="-4549775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6" h="58" extrusionOk="0">
                  <a:moveTo>
                    <a:pt x="29" y="58"/>
                  </a:moveTo>
                  <a:cubicBezTo>
                    <a:pt x="87" y="58"/>
                    <a:pt x="87" y="58"/>
                    <a:pt x="87" y="58"/>
                  </a:cubicBezTo>
                  <a:cubicBezTo>
                    <a:pt x="103" y="58"/>
                    <a:pt x="116" y="45"/>
                    <a:pt x="116" y="29"/>
                  </a:cubicBezTo>
                  <a:cubicBezTo>
                    <a:pt x="116" y="13"/>
                    <a:pt x="103" y="0"/>
                    <a:pt x="8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1" name="Google Shape;1289;p34"/>
            <p:cNvSpPr/>
            <p:nvPr/>
          </p:nvSpPr>
          <p:spPr>
            <a:xfrm>
              <a:off x="2062163" y="-4549775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2" name="Google Shape;1290;p34"/>
            <p:cNvSpPr/>
            <p:nvPr/>
          </p:nvSpPr>
          <p:spPr>
            <a:xfrm>
              <a:off x="2165350" y="-4549775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3" name="Google Shape;1291;p34"/>
            <p:cNvSpPr/>
            <p:nvPr/>
          </p:nvSpPr>
          <p:spPr>
            <a:xfrm>
              <a:off x="1957388" y="-4478338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6" h="58" extrusionOk="0">
                  <a:moveTo>
                    <a:pt x="29" y="58"/>
                  </a:moveTo>
                  <a:cubicBezTo>
                    <a:pt x="87" y="58"/>
                    <a:pt x="87" y="58"/>
                    <a:pt x="87" y="58"/>
                  </a:cubicBezTo>
                  <a:cubicBezTo>
                    <a:pt x="103" y="58"/>
                    <a:pt x="116" y="45"/>
                    <a:pt x="116" y="29"/>
                  </a:cubicBezTo>
                  <a:cubicBezTo>
                    <a:pt x="116" y="13"/>
                    <a:pt x="103" y="0"/>
                    <a:pt x="8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4" name="Google Shape;1292;p34"/>
            <p:cNvSpPr/>
            <p:nvPr/>
          </p:nvSpPr>
          <p:spPr>
            <a:xfrm>
              <a:off x="2062163" y="-4478338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5" name="Google Shape;1293;p34"/>
            <p:cNvSpPr/>
            <p:nvPr/>
          </p:nvSpPr>
          <p:spPr>
            <a:xfrm>
              <a:off x="2165350" y="-4478338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6" name="Google Shape;1294;p34"/>
            <p:cNvSpPr/>
            <p:nvPr/>
          </p:nvSpPr>
          <p:spPr>
            <a:xfrm>
              <a:off x="1957388" y="-4406900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6" h="58" extrusionOk="0">
                  <a:moveTo>
                    <a:pt x="29" y="58"/>
                  </a:moveTo>
                  <a:cubicBezTo>
                    <a:pt x="87" y="58"/>
                    <a:pt x="87" y="58"/>
                    <a:pt x="87" y="58"/>
                  </a:cubicBezTo>
                  <a:cubicBezTo>
                    <a:pt x="103" y="58"/>
                    <a:pt x="116" y="45"/>
                    <a:pt x="116" y="29"/>
                  </a:cubicBezTo>
                  <a:cubicBezTo>
                    <a:pt x="116" y="13"/>
                    <a:pt x="103" y="0"/>
                    <a:pt x="8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7" name="Google Shape;1295;p34"/>
            <p:cNvSpPr/>
            <p:nvPr/>
          </p:nvSpPr>
          <p:spPr>
            <a:xfrm>
              <a:off x="2062163" y="-4406900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8" name="Google Shape;1296;p34"/>
            <p:cNvSpPr/>
            <p:nvPr/>
          </p:nvSpPr>
          <p:spPr>
            <a:xfrm>
              <a:off x="2165350" y="-4406900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9" name="Google Shape;1297;p34"/>
            <p:cNvSpPr/>
            <p:nvPr/>
          </p:nvSpPr>
          <p:spPr>
            <a:xfrm>
              <a:off x="1957388" y="-4333875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6" h="58" extrusionOk="0">
                  <a:moveTo>
                    <a:pt x="29" y="58"/>
                  </a:moveTo>
                  <a:cubicBezTo>
                    <a:pt x="87" y="58"/>
                    <a:pt x="87" y="58"/>
                    <a:pt x="87" y="58"/>
                  </a:cubicBezTo>
                  <a:cubicBezTo>
                    <a:pt x="103" y="58"/>
                    <a:pt x="116" y="45"/>
                    <a:pt x="116" y="29"/>
                  </a:cubicBezTo>
                  <a:cubicBezTo>
                    <a:pt x="116" y="13"/>
                    <a:pt x="103" y="0"/>
                    <a:pt x="8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0" name="Google Shape;1298;p34"/>
            <p:cNvSpPr/>
            <p:nvPr/>
          </p:nvSpPr>
          <p:spPr>
            <a:xfrm>
              <a:off x="2062163" y="-4333875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1" name="Google Shape;1299;p34"/>
            <p:cNvSpPr/>
            <p:nvPr/>
          </p:nvSpPr>
          <p:spPr>
            <a:xfrm>
              <a:off x="2165350" y="-4333875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2" name="Google Shape;1300;p34"/>
            <p:cNvSpPr/>
            <p:nvPr/>
          </p:nvSpPr>
          <p:spPr>
            <a:xfrm>
              <a:off x="1957388" y="-4262438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6" h="58" extrusionOk="0">
                  <a:moveTo>
                    <a:pt x="29" y="58"/>
                  </a:moveTo>
                  <a:cubicBezTo>
                    <a:pt x="87" y="58"/>
                    <a:pt x="87" y="58"/>
                    <a:pt x="87" y="58"/>
                  </a:cubicBezTo>
                  <a:cubicBezTo>
                    <a:pt x="103" y="58"/>
                    <a:pt x="116" y="45"/>
                    <a:pt x="116" y="29"/>
                  </a:cubicBezTo>
                  <a:cubicBezTo>
                    <a:pt x="116" y="13"/>
                    <a:pt x="103" y="0"/>
                    <a:pt x="8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3" name="Google Shape;1301;p34"/>
            <p:cNvSpPr/>
            <p:nvPr/>
          </p:nvSpPr>
          <p:spPr>
            <a:xfrm>
              <a:off x="2062163" y="-4262438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4" name="Google Shape;1302;p34"/>
            <p:cNvSpPr/>
            <p:nvPr/>
          </p:nvSpPr>
          <p:spPr>
            <a:xfrm>
              <a:off x="2165350" y="-4262438"/>
              <a:ext cx="66675" cy="33337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29" y="58"/>
                  </a:moveTo>
                  <a:cubicBezTo>
                    <a:pt x="88" y="58"/>
                    <a:pt x="88" y="58"/>
                    <a:pt x="88" y="58"/>
                  </a:cubicBezTo>
                  <a:cubicBezTo>
                    <a:pt x="104" y="58"/>
                    <a:pt x="117" y="45"/>
                    <a:pt x="117" y="29"/>
                  </a:cubicBezTo>
                  <a:cubicBezTo>
                    <a:pt x="117" y="13"/>
                    <a:pt x="104" y="0"/>
                    <a:pt x="8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15" name="Google Shape;1303;p34"/>
          <p:cNvGrpSpPr/>
          <p:nvPr/>
        </p:nvGrpSpPr>
        <p:grpSpPr>
          <a:xfrm>
            <a:off x="10266589" y="1988769"/>
            <a:ext cx="595491" cy="594332"/>
            <a:chOff x="2813050" y="-4721225"/>
            <a:chExt cx="815975" cy="814387"/>
          </a:xfrm>
          <a:solidFill>
            <a:schemeClr val="bg1">
              <a:lumMod val="75000"/>
            </a:schemeClr>
          </a:solidFill>
        </p:grpSpPr>
        <p:sp>
          <p:nvSpPr>
            <p:cNvPr id="616" name="Google Shape;1304;p34"/>
            <p:cNvSpPr/>
            <p:nvPr/>
          </p:nvSpPr>
          <p:spPr>
            <a:xfrm>
              <a:off x="2813050" y="-4721225"/>
              <a:ext cx="815975" cy="814387"/>
            </a:xfrm>
            <a:custGeom>
              <a:avLst/>
              <a:gdLst/>
              <a:ahLst/>
              <a:cxnLst/>
              <a:rect l="l" t="t" r="r" b="b"/>
              <a:pathLst>
                <a:path w="1428" h="1427" extrusionOk="0">
                  <a:moveTo>
                    <a:pt x="23" y="1427"/>
                  </a:moveTo>
                  <a:cubicBezTo>
                    <a:pt x="10" y="1427"/>
                    <a:pt x="0" y="1417"/>
                    <a:pt x="0" y="1404"/>
                  </a:cubicBezTo>
                  <a:cubicBezTo>
                    <a:pt x="0" y="306"/>
                    <a:pt x="0" y="306"/>
                    <a:pt x="0" y="306"/>
                  </a:cubicBezTo>
                  <a:cubicBezTo>
                    <a:pt x="0" y="293"/>
                    <a:pt x="10" y="282"/>
                    <a:pt x="23" y="282"/>
                  </a:cubicBezTo>
                  <a:cubicBezTo>
                    <a:pt x="322" y="282"/>
                    <a:pt x="322" y="282"/>
                    <a:pt x="322" y="282"/>
                  </a:cubicBezTo>
                  <a:cubicBezTo>
                    <a:pt x="322" y="23"/>
                    <a:pt x="322" y="23"/>
                    <a:pt x="322" y="23"/>
                  </a:cubicBezTo>
                  <a:cubicBezTo>
                    <a:pt x="322" y="10"/>
                    <a:pt x="333" y="0"/>
                    <a:pt x="346" y="0"/>
                  </a:cubicBezTo>
                  <a:cubicBezTo>
                    <a:pt x="1082" y="0"/>
                    <a:pt x="1082" y="0"/>
                    <a:pt x="1082" y="0"/>
                  </a:cubicBezTo>
                  <a:cubicBezTo>
                    <a:pt x="1095" y="0"/>
                    <a:pt x="1105" y="10"/>
                    <a:pt x="1105" y="23"/>
                  </a:cubicBezTo>
                  <a:cubicBezTo>
                    <a:pt x="1105" y="282"/>
                    <a:pt x="1105" y="282"/>
                    <a:pt x="1105" y="282"/>
                  </a:cubicBezTo>
                  <a:cubicBezTo>
                    <a:pt x="1404" y="282"/>
                    <a:pt x="1404" y="282"/>
                    <a:pt x="1404" y="282"/>
                  </a:cubicBezTo>
                  <a:cubicBezTo>
                    <a:pt x="1410" y="282"/>
                    <a:pt x="1416" y="284"/>
                    <a:pt x="1421" y="289"/>
                  </a:cubicBezTo>
                  <a:cubicBezTo>
                    <a:pt x="1425" y="293"/>
                    <a:pt x="1428" y="299"/>
                    <a:pt x="1428" y="306"/>
                  </a:cubicBezTo>
                  <a:cubicBezTo>
                    <a:pt x="1428" y="1404"/>
                    <a:pt x="1428" y="1404"/>
                    <a:pt x="1428" y="1404"/>
                  </a:cubicBezTo>
                  <a:cubicBezTo>
                    <a:pt x="1428" y="1417"/>
                    <a:pt x="1417" y="1427"/>
                    <a:pt x="1404" y="1427"/>
                  </a:cubicBezTo>
                  <a:lnTo>
                    <a:pt x="23" y="1427"/>
                  </a:lnTo>
                  <a:close/>
                  <a:moveTo>
                    <a:pt x="1105" y="1380"/>
                  </a:moveTo>
                  <a:cubicBezTo>
                    <a:pt x="1380" y="1380"/>
                    <a:pt x="1380" y="1380"/>
                    <a:pt x="1380" y="1380"/>
                  </a:cubicBezTo>
                  <a:cubicBezTo>
                    <a:pt x="1380" y="329"/>
                    <a:pt x="1380" y="329"/>
                    <a:pt x="1380" y="329"/>
                  </a:cubicBezTo>
                  <a:cubicBezTo>
                    <a:pt x="1105" y="329"/>
                    <a:pt x="1105" y="329"/>
                    <a:pt x="1105" y="329"/>
                  </a:cubicBezTo>
                  <a:lnTo>
                    <a:pt x="1105" y="1380"/>
                  </a:lnTo>
                  <a:close/>
                  <a:moveTo>
                    <a:pt x="897" y="1103"/>
                  </a:moveTo>
                  <a:cubicBezTo>
                    <a:pt x="908" y="1103"/>
                    <a:pt x="917" y="1112"/>
                    <a:pt x="917" y="1123"/>
                  </a:cubicBezTo>
                  <a:cubicBezTo>
                    <a:pt x="917" y="1380"/>
                    <a:pt x="917" y="1380"/>
                    <a:pt x="917" y="1380"/>
                  </a:cubicBezTo>
                  <a:cubicBezTo>
                    <a:pt x="1058" y="1380"/>
                    <a:pt x="1058" y="1380"/>
                    <a:pt x="1058" y="1380"/>
                  </a:cubicBezTo>
                  <a:cubicBezTo>
                    <a:pt x="1058" y="47"/>
                    <a:pt x="1058" y="47"/>
                    <a:pt x="1058" y="47"/>
                  </a:cubicBezTo>
                  <a:cubicBezTo>
                    <a:pt x="369" y="47"/>
                    <a:pt x="369" y="47"/>
                    <a:pt x="369" y="47"/>
                  </a:cubicBezTo>
                  <a:cubicBezTo>
                    <a:pt x="369" y="1380"/>
                    <a:pt x="369" y="1380"/>
                    <a:pt x="369" y="1380"/>
                  </a:cubicBezTo>
                  <a:cubicBezTo>
                    <a:pt x="510" y="1380"/>
                    <a:pt x="510" y="1380"/>
                    <a:pt x="510" y="1380"/>
                  </a:cubicBezTo>
                  <a:cubicBezTo>
                    <a:pt x="510" y="1123"/>
                    <a:pt x="510" y="1123"/>
                    <a:pt x="510" y="1123"/>
                  </a:cubicBezTo>
                  <a:cubicBezTo>
                    <a:pt x="510" y="1112"/>
                    <a:pt x="519" y="1103"/>
                    <a:pt x="530" y="1103"/>
                  </a:cubicBezTo>
                  <a:lnTo>
                    <a:pt x="897" y="1103"/>
                  </a:lnTo>
                  <a:close/>
                  <a:moveTo>
                    <a:pt x="733" y="1380"/>
                  </a:moveTo>
                  <a:cubicBezTo>
                    <a:pt x="877" y="1380"/>
                    <a:pt x="877" y="1380"/>
                    <a:pt x="877" y="1380"/>
                  </a:cubicBezTo>
                  <a:cubicBezTo>
                    <a:pt x="877" y="1143"/>
                    <a:pt x="877" y="1143"/>
                    <a:pt x="877" y="1143"/>
                  </a:cubicBezTo>
                  <a:cubicBezTo>
                    <a:pt x="733" y="1143"/>
                    <a:pt x="733" y="1143"/>
                    <a:pt x="733" y="1143"/>
                  </a:cubicBezTo>
                  <a:lnTo>
                    <a:pt x="733" y="1380"/>
                  </a:lnTo>
                  <a:close/>
                  <a:moveTo>
                    <a:pt x="550" y="1380"/>
                  </a:moveTo>
                  <a:cubicBezTo>
                    <a:pt x="694" y="1380"/>
                    <a:pt x="694" y="1380"/>
                    <a:pt x="694" y="1380"/>
                  </a:cubicBezTo>
                  <a:cubicBezTo>
                    <a:pt x="694" y="1143"/>
                    <a:pt x="694" y="1143"/>
                    <a:pt x="694" y="1143"/>
                  </a:cubicBezTo>
                  <a:cubicBezTo>
                    <a:pt x="550" y="1143"/>
                    <a:pt x="550" y="1143"/>
                    <a:pt x="550" y="1143"/>
                  </a:cubicBezTo>
                  <a:lnTo>
                    <a:pt x="550" y="1380"/>
                  </a:lnTo>
                  <a:close/>
                  <a:moveTo>
                    <a:pt x="47" y="1380"/>
                  </a:moveTo>
                  <a:cubicBezTo>
                    <a:pt x="322" y="1380"/>
                    <a:pt x="322" y="1380"/>
                    <a:pt x="322" y="1380"/>
                  </a:cubicBezTo>
                  <a:cubicBezTo>
                    <a:pt x="322" y="329"/>
                    <a:pt x="322" y="329"/>
                    <a:pt x="322" y="329"/>
                  </a:cubicBezTo>
                  <a:cubicBezTo>
                    <a:pt x="47" y="329"/>
                    <a:pt x="47" y="329"/>
                    <a:pt x="47" y="329"/>
                  </a:cubicBezTo>
                  <a:lnTo>
                    <a:pt x="47" y="13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7" name="Google Shape;1305;p34"/>
            <p:cNvSpPr/>
            <p:nvPr/>
          </p:nvSpPr>
          <p:spPr>
            <a:xfrm>
              <a:off x="3482975" y="-4340225"/>
              <a:ext cx="77788" cy="79375"/>
            </a:xfrm>
            <a:custGeom>
              <a:avLst/>
              <a:gdLst/>
              <a:ahLst/>
              <a:cxnLst/>
              <a:rect l="l" t="t" r="r" b="b"/>
              <a:pathLst>
                <a:path w="137" h="138" extrusionOk="0">
                  <a:moveTo>
                    <a:pt x="20" y="138"/>
                  </a:moveTo>
                  <a:cubicBezTo>
                    <a:pt x="9" y="138"/>
                    <a:pt x="0" y="129"/>
                    <a:pt x="0" y="11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9" y="0"/>
                    <a:pt x="137" y="9"/>
                    <a:pt x="137" y="20"/>
                  </a:cubicBezTo>
                  <a:cubicBezTo>
                    <a:pt x="137" y="118"/>
                    <a:pt x="137" y="118"/>
                    <a:pt x="137" y="118"/>
                  </a:cubicBezTo>
                  <a:cubicBezTo>
                    <a:pt x="137" y="129"/>
                    <a:pt x="129" y="138"/>
                    <a:pt x="118" y="138"/>
                  </a:cubicBezTo>
                  <a:lnTo>
                    <a:pt x="20" y="138"/>
                  </a:lnTo>
                  <a:close/>
                  <a:moveTo>
                    <a:pt x="40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40" y="40"/>
                    <a:pt x="40" y="40"/>
                    <a:pt x="40" y="40"/>
                  </a:cubicBezTo>
                  <a:lnTo>
                    <a:pt x="40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8" name="Google Shape;1306;p34"/>
            <p:cNvSpPr/>
            <p:nvPr/>
          </p:nvSpPr>
          <p:spPr>
            <a:xfrm>
              <a:off x="3482975" y="-4203700"/>
              <a:ext cx="77788" cy="77787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9" y="0"/>
                    <a:pt x="137" y="9"/>
                    <a:pt x="137" y="20"/>
                  </a:cubicBezTo>
                  <a:cubicBezTo>
                    <a:pt x="137" y="118"/>
                    <a:pt x="137" y="118"/>
                    <a:pt x="137" y="118"/>
                  </a:cubicBezTo>
                  <a:cubicBezTo>
                    <a:pt x="137" y="128"/>
                    <a:pt x="129" y="137"/>
                    <a:pt x="118" y="137"/>
                  </a:cubicBezTo>
                  <a:lnTo>
                    <a:pt x="20" y="137"/>
                  </a:lnTo>
                  <a:close/>
                  <a:moveTo>
                    <a:pt x="40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40" y="40"/>
                    <a:pt x="40" y="40"/>
                    <a:pt x="40" y="40"/>
                  </a:cubicBezTo>
                  <a:lnTo>
                    <a:pt x="40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9" name="Google Shape;1307;p34"/>
            <p:cNvSpPr/>
            <p:nvPr/>
          </p:nvSpPr>
          <p:spPr>
            <a:xfrm>
              <a:off x="3482975" y="-4067175"/>
              <a:ext cx="77788" cy="77787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9" y="0"/>
                    <a:pt x="137" y="9"/>
                    <a:pt x="137" y="20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9" y="137"/>
                    <a:pt x="118" y="137"/>
                  </a:cubicBezTo>
                  <a:lnTo>
                    <a:pt x="20" y="137"/>
                  </a:lnTo>
                  <a:close/>
                  <a:moveTo>
                    <a:pt x="40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40" y="39"/>
                    <a:pt x="40" y="39"/>
                    <a:pt x="40" y="39"/>
                  </a:cubicBezTo>
                  <a:lnTo>
                    <a:pt x="40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0" name="Google Shape;1308;p34"/>
            <p:cNvSpPr/>
            <p:nvPr/>
          </p:nvSpPr>
          <p:spPr>
            <a:xfrm>
              <a:off x="2879725" y="-4340225"/>
              <a:ext cx="77788" cy="79375"/>
            </a:xfrm>
            <a:custGeom>
              <a:avLst/>
              <a:gdLst/>
              <a:ahLst/>
              <a:cxnLst/>
              <a:rect l="l" t="t" r="r" b="b"/>
              <a:pathLst>
                <a:path w="137" h="138" extrusionOk="0">
                  <a:moveTo>
                    <a:pt x="20" y="138"/>
                  </a:moveTo>
                  <a:cubicBezTo>
                    <a:pt x="9" y="138"/>
                    <a:pt x="0" y="129"/>
                    <a:pt x="0" y="11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8" y="0"/>
                    <a:pt x="137" y="9"/>
                    <a:pt x="137" y="20"/>
                  </a:cubicBezTo>
                  <a:cubicBezTo>
                    <a:pt x="137" y="118"/>
                    <a:pt x="137" y="118"/>
                    <a:pt x="137" y="118"/>
                  </a:cubicBezTo>
                  <a:cubicBezTo>
                    <a:pt x="137" y="129"/>
                    <a:pt x="128" y="138"/>
                    <a:pt x="117" y="138"/>
                  </a:cubicBezTo>
                  <a:lnTo>
                    <a:pt x="20" y="138"/>
                  </a:lnTo>
                  <a:close/>
                  <a:moveTo>
                    <a:pt x="39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39" y="40"/>
                    <a:pt x="39" y="40"/>
                    <a:pt x="39" y="40"/>
                  </a:cubicBezTo>
                  <a:lnTo>
                    <a:pt x="39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1" name="Google Shape;1309;p34"/>
            <p:cNvSpPr/>
            <p:nvPr/>
          </p:nvSpPr>
          <p:spPr>
            <a:xfrm>
              <a:off x="3482975" y="-4476750"/>
              <a:ext cx="77788" cy="79375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9" y="0"/>
                    <a:pt x="137" y="9"/>
                    <a:pt x="137" y="19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9" y="137"/>
                    <a:pt x="118" y="137"/>
                  </a:cubicBezTo>
                  <a:lnTo>
                    <a:pt x="20" y="137"/>
                  </a:lnTo>
                  <a:close/>
                  <a:moveTo>
                    <a:pt x="40" y="97"/>
                  </a:moveTo>
                  <a:cubicBezTo>
                    <a:pt x="98" y="97"/>
                    <a:pt x="98" y="97"/>
                    <a:pt x="98" y="97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40" y="39"/>
                    <a:pt x="40" y="39"/>
                    <a:pt x="40" y="39"/>
                  </a:cubicBezTo>
                  <a:lnTo>
                    <a:pt x="40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2" name="Google Shape;1310;p34"/>
            <p:cNvSpPr/>
            <p:nvPr/>
          </p:nvSpPr>
          <p:spPr>
            <a:xfrm>
              <a:off x="2879725" y="-4476750"/>
              <a:ext cx="77788" cy="79375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3" y="0"/>
                    <a:pt x="128" y="2"/>
                    <a:pt x="131" y="6"/>
                  </a:cubicBezTo>
                  <a:cubicBezTo>
                    <a:pt x="135" y="9"/>
                    <a:pt x="137" y="14"/>
                    <a:pt x="137" y="19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8" y="137"/>
                    <a:pt x="117" y="137"/>
                  </a:cubicBezTo>
                  <a:lnTo>
                    <a:pt x="20" y="137"/>
                  </a:lnTo>
                  <a:close/>
                  <a:moveTo>
                    <a:pt x="39" y="97"/>
                  </a:moveTo>
                  <a:cubicBezTo>
                    <a:pt x="98" y="97"/>
                    <a:pt x="98" y="97"/>
                    <a:pt x="98" y="97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39" y="39"/>
                    <a:pt x="39" y="39"/>
                    <a:pt x="39" y="39"/>
                  </a:cubicBezTo>
                  <a:lnTo>
                    <a:pt x="39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3" name="Google Shape;1311;p34"/>
            <p:cNvSpPr/>
            <p:nvPr/>
          </p:nvSpPr>
          <p:spPr>
            <a:xfrm>
              <a:off x="3262313" y="-4503738"/>
              <a:ext cx="77788" cy="77787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8" y="0"/>
                    <a:pt x="137" y="9"/>
                    <a:pt x="137" y="20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8" y="137"/>
                    <a:pt x="117" y="137"/>
                  </a:cubicBezTo>
                  <a:lnTo>
                    <a:pt x="20" y="137"/>
                  </a:lnTo>
                  <a:close/>
                  <a:moveTo>
                    <a:pt x="39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39" y="39"/>
                    <a:pt x="39" y="39"/>
                    <a:pt x="39" y="39"/>
                  </a:cubicBezTo>
                  <a:lnTo>
                    <a:pt x="39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4" name="Google Shape;1312;p34"/>
            <p:cNvSpPr/>
            <p:nvPr/>
          </p:nvSpPr>
          <p:spPr>
            <a:xfrm>
              <a:off x="3262313" y="-4370388"/>
              <a:ext cx="77788" cy="77787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8" y="0"/>
                    <a:pt x="137" y="9"/>
                    <a:pt x="137" y="20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8" y="137"/>
                    <a:pt x="117" y="137"/>
                  </a:cubicBezTo>
                  <a:lnTo>
                    <a:pt x="20" y="137"/>
                  </a:lnTo>
                  <a:close/>
                  <a:moveTo>
                    <a:pt x="39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39" y="39"/>
                    <a:pt x="39" y="39"/>
                    <a:pt x="39" y="39"/>
                  </a:cubicBezTo>
                  <a:lnTo>
                    <a:pt x="39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5" name="Google Shape;1313;p34"/>
            <p:cNvSpPr/>
            <p:nvPr/>
          </p:nvSpPr>
          <p:spPr>
            <a:xfrm>
              <a:off x="3262313" y="-4238625"/>
              <a:ext cx="77788" cy="79375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8" y="0"/>
                    <a:pt x="137" y="9"/>
                    <a:pt x="137" y="19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8" y="137"/>
                    <a:pt x="117" y="137"/>
                  </a:cubicBezTo>
                  <a:lnTo>
                    <a:pt x="20" y="137"/>
                  </a:lnTo>
                  <a:close/>
                  <a:moveTo>
                    <a:pt x="39" y="97"/>
                  </a:moveTo>
                  <a:cubicBezTo>
                    <a:pt x="98" y="97"/>
                    <a:pt x="98" y="97"/>
                    <a:pt x="98" y="97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39" y="39"/>
                    <a:pt x="39" y="39"/>
                    <a:pt x="39" y="39"/>
                  </a:cubicBezTo>
                  <a:lnTo>
                    <a:pt x="39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6" name="Google Shape;1314;p34"/>
            <p:cNvSpPr/>
            <p:nvPr/>
          </p:nvSpPr>
          <p:spPr>
            <a:xfrm>
              <a:off x="3100388" y="-4503738"/>
              <a:ext cx="79375" cy="77787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9" y="0"/>
                    <a:pt x="137" y="9"/>
                    <a:pt x="137" y="20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9" y="137"/>
                    <a:pt x="118" y="137"/>
                  </a:cubicBezTo>
                  <a:lnTo>
                    <a:pt x="20" y="137"/>
                  </a:lnTo>
                  <a:close/>
                  <a:moveTo>
                    <a:pt x="40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40" y="39"/>
                    <a:pt x="40" y="39"/>
                    <a:pt x="40" y="39"/>
                  </a:cubicBezTo>
                  <a:lnTo>
                    <a:pt x="40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7" name="Google Shape;1315;p34"/>
            <p:cNvSpPr/>
            <p:nvPr/>
          </p:nvSpPr>
          <p:spPr>
            <a:xfrm>
              <a:off x="3262313" y="-4637088"/>
              <a:ext cx="77788" cy="77787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8" y="0"/>
                    <a:pt x="137" y="9"/>
                    <a:pt x="137" y="20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8" y="137"/>
                    <a:pt x="117" y="137"/>
                  </a:cubicBezTo>
                  <a:lnTo>
                    <a:pt x="20" y="137"/>
                  </a:lnTo>
                  <a:close/>
                  <a:moveTo>
                    <a:pt x="39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39" y="39"/>
                    <a:pt x="39" y="39"/>
                    <a:pt x="39" y="39"/>
                  </a:cubicBezTo>
                  <a:lnTo>
                    <a:pt x="39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8" name="Google Shape;1316;p34"/>
            <p:cNvSpPr/>
            <p:nvPr/>
          </p:nvSpPr>
          <p:spPr>
            <a:xfrm>
              <a:off x="3100388" y="-4637088"/>
              <a:ext cx="79375" cy="77787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9" y="0"/>
                    <a:pt x="137" y="9"/>
                    <a:pt x="137" y="20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9" y="137"/>
                    <a:pt x="118" y="137"/>
                  </a:cubicBezTo>
                  <a:lnTo>
                    <a:pt x="20" y="137"/>
                  </a:lnTo>
                  <a:close/>
                  <a:moveTo>
                    <a:pt x="40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40" y="39"/>
                    <a:pt x="40" y="39"/>
                    <a:pt x="40" y="39"/>
                  </a:cubicBezTo>
                  <a:lnTo>
                    <a:pt x="40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9" name="Google Shape;1317;p34"/>
            <p:cNvSpPr/>
            <p:nvPr/>
          </p:nvSpPr>
          <p:spPr>
            <a:xfrm>
              <a:off x="3100388" y="-4370388"/>
              <a:ext cx="79375" cy="77787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9" y="0"/>
                    <a:pt x="137" y="9"/>
                    <a:pt x="137" y="20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9" y="137"/>
                    <a:pt x="118" y="137"/>
                  </a:cubicBezTo>
                  <a:lnTo>
                    <a:pt x="20" y="137"/>
                  </a:lnTo>
                  <a:close/>
                  <a:moveTo>
                    <a:pt x="40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40" y="39"/>
                    <a:pt x="40" y="39"/>
                    <a:pt x="40" y="39"/>
                  </a:cubicBezTo>
                  <a:lnTo>
                    <a:pt x="40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0" name="Google Shape;1318;p34"/>
            <p:cNvSpPr/>
            <p:nvPr/>
          </p:nvSpPr>
          <p:spPr>
            <a:xfrm>
              <a:off x="3100388" y="-4238625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9" y="0"/>
                    <a:pt x="137" y="9"/>
                    <a:pt x="137" y="19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9" y="137"/>
                    <a:pt x="118" y="137"/>
                  </a:cubicBezTo>
                  <a:lnTo>
                    <a:pt x="20" y="137"/>
                  </a:lnTo>
                  <a:close/>
                  <a:moveTo>
                    <a:pt x="40" y="97"/>
                  </a:moveTo>
                  <a:cubicBezTo>
                    <a:pt x="98" y="97"/>
                    <a:pt x="98" y="97"/>
                    <a:pt x="98" y="97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40" y="39"/>
                    <a:pt x="40" y="39"/>
                    <a:pt x="40" y="39"/>
                  </a:cubicBezTo>
                  <a:lnTo>
                    <a:pt x="40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1" name="Google Shape;1319;p34"/>
            <p:cNvSpPr/>
            <p:nvPr/>
          </p:nvSpPr>
          <p:spPr>
            <a:xfrm>
              <a:off x="2879725" y="-4203700"/>
              <a:ext cx="77788" cy="77787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8" y="0"/>
                    <a:pt x="137" y="9"/>
                    <a:pt x="137" y="20"/>
                  </a:cubicBezTo>
                  <a:cubicBezTo>
                    <a:pt x="137" y="118"/>
                    <a:pt x="137" y="118"/>
                    <a:pt x="137" y="118"/>
                  </a:cubicBezTo>
                  <a:cubicBezTo>
                    <a:pt x="137" y="128"/>
                    <a:pt x="128" y="137"/>
                    <a:pt x="117" y="137"/>
                  </a:cubicBezTo>
                  <a:lnTo>
                    <a:pt x="20" y="137"/>
                  </a:lnTo>
                  <a:close/>
                  <a:moveTo>
                    <a:pt x="39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39" y="40"/>
                    <a:pt x="39" y="40"/>
                    <a:pt x="39" y="40"/>
                  </a:cubicBezTo>
                  <a:lnTo>
                    <a:pt x="39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2" name="Google Shape;1320;p34"/>
            <p:cNvSpPr/>
            <p:nvPr/>
          </p:nvSpPr>
          <p:spPr>
            <a:xfrm>
              <a:off x="2879725" y="-4067175"/>
              <a:ext cx="77788" cy="77787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20" y="137"/>
                  </a:moveTo>
                  <a:cubicBezTo>
                    <a:pt x="9" y="137"/>
                    <a:pt x="0" y="128"/>
                    <a:pt x="0" y="1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8" y="0"/>
                    <a:pt x="137" y="9"/>
                    <a:pt x="137" y="20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28"/>
                    <a:pt x="128" y="137"/>
                    <a:pt x="117" y="137"/>
                  </a:cubicBezTo>
                  <a:lnTo>
                    <a:pt x="20" y="137"/>
                  </a:lnTo>
                  <a:close/>
                  <a:moveTo>
                    <a:pt x="39" y="98"/>
                  </a:moveTo>
                  <a:cubicBezTo>
                    <a:pt x="98" y="98"/>
                    <a:pt x="98" y="98"/>
                    <a:pt x="98" y="98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39" y="39"/>
                    <a:pt x="39" y="39"/>
                    <a:pt x="39" y="39"/>
                  </a:cubicBezTo>
                  <a:lnTo>
                    <a:pt x="39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33" name="Google Shape;1321;p34"/>
          <p:cNvGrpSpPr/>
          <p:nvPr/>
        </p:nvGrpSpPr>
        <p:grpSpPr>
          <a:xfrm>
            <a:off x="10271431" y="2738455"/>
            <a:ext cx="572321" cy="553784"/>
            <a:chOff x="911225" y="-3335338"/>
            <a:chExt cx="784225" cy="758825"/>
          </a:xfrm>
          <a:solidFill>
            <a:schemeClr val="bg1">
              <a:lumMod val="75000"/>
            </a:schemeClr>
          </a:solidFill>
        </p:grpSpPr>
        <p:sp>
          <p:nvSpPr>
            <p:cNvPr id="634" name="Google Shape;1322;p34"/>
            <p:cNvSpPr/>
            <p:nvPr/>
          </p:nvSpPr>
          <p:spPr>
            <a:xfrm>
              <a:off x="911225" y="-3335338"/>
              <a:ext cx="784225" cy="758825"/>
            </a:xfrm>
            <a:custGeom>
              <a:avLst/>
              <a:gdLst/>
              <a:ahLst/>
              <a:cxnLst/>
              <a:rect l="l" t="t" r="r" b="b"/>
              <a:pathLst>
                <a:path w="494" h="478" extrusionOk="0">
                  <a:moveTo>
                    <a:pt x="453" y="107"/>
                  </a:moveTo>
                  <a:lnTo>
                    <a:pt x="281" y="107"/>
                  </a:lnTo>
                  <a:lnTo>
                    <a:pt x="255" y="80"/>
                  </a:lnTo>
                  <a:lnTo>
                    <a:pt x="255" y="58"/>
                  </a:lnTo>
                  <a:lnTo>
                    <a:pt x="321" y="58"/>
                  </a:lnTo>
                  <a:lnTo>
                    <a:pt x="321" y="0"/>
                  </a:lnTo>
                  <a:lnTo>
                    <a:pt x="239" y="0"/>
                  </a:lnTo>
                  <a:lnTo>
                    <a:pt x="239" y="80"/>
                  </a:lnTo>
                  <a:lnTo>
                    <a:pt x="214" y="107"/>
                  </a:lnTo>
                  <a:lnTo>
                    <a:pt x="41" y="107"/>
                  </a:lnTo>
                  <a:lnTo>
                    <a:pt x="0" y="213"/>
                  </a:lnTo>
                  <a:lnTo>
                    <a:pt x="0" y="478"/>
                  </a:lnTo>
                  <a:lnTo>
                    <a:pt x="494" y="478"/>
                  </a:lnTo>
                  <a:lnTo>
                    <a:pt x="494" y="213"/>
                  </a:lnTo>
                  <a:lnTo>
                    <a:pt x="453" y="107"/>
                  </a:lnTo>
                  <a:close/>
                  <a:moveTo>
                    <a:pt x="305" y="41"/>
                  </a:moveTo>
                  <a:lnTo>
                    <a:pt x="255" y="41"/>
                  </a:lnTo>
                  <a:lnTo>
                    <a:pt x="255" y="17"/>
                  </a:lnTo>
                  <a:lnTo>
                    <a:pt x="305" y="17"/>
                  </a:lnTo>
                  <a:lnTo>
                    <a:pt x="305" y="41"/>
                  </a:lnTo>
                  <a:close/>
                  <a:moveTo>
                    <a:pt x="442" y="124"/>
                  </a:moveTo>
                  <a:lnTo>
                    <a:pt x="474" y="206"/>
                  </a:lnTo>
                  <a:lnTo>
                    <a:pt x="329" y="206"/>
                  </a:lnTo>
                  <a:lnTo>
                    <a:pt x="329" y="162"/>
                  </a:lnTo>
                  <a:lnTo>
                    <a:pt x="295" y="124"/>
                  </a:lnTo>
                  <a:lnTo>
                    <a:pt x="442" y="124"/>
                  </a:lnTo>
                  <a:close/>
                  <a:moveTo>
                    <a:pt x="53" y="124"/>
                  </a:moveTo>
                  <a:lnTo>
                    <a:pt x="199" y="124"/>
                  </a:lnTo>
                  <a:lnTo>
                    <a:pt x="165" y="162"/>
                  </a:lnTo>
                  <a:lnTo>
                    <a:pt x="165" y="206"/>
                  </a:lnTo>
                  <a:lnTo>
                    <a:pt x="21" y="206"/>
                  </a:lnTo>
                  <a:lnTo>
                    <a:pt x="53" y="124"/>
                  </a:lnTo>
                  <a:close/>
                  <a:moveTo>
                    <a:pt x="17" y="223"/>
                  </a:moveTo>
                  <a:lnTo>
                    <a:pt x="165" y="223"/>
                  </a:lnTo>
                  <a:lnTo>
                    <a:pt x="165" y="428"/>
                  </a:lnTo>
                  <a:lnTo>
                    <a:pt x="17" y="428"/>
                  </a:lnTo>
                  <a:lnTo>
                    <a:pt x="17" y="223"/>
                  </a:lnTo>
                  <a:close/>
                  <a:moveTo>
                    <a:pt x="165" y="461"/>
                  </a:moveTo>
                  <a:lnTo>
                    <a:pt x="17" y="461"/>
                  </a:lnTo>
                  <a:lnTo>
                    <a:pt x="17" y="445"/>
                  </a:lnTo>
                  <a:lnTo>
                    <a:pt x="165" y="445"/>
                  </a:lnTo>
                  <a:lnTo>
                    <a:pt x="165" y="461"/>
                  </a:lnTo>
                  <a:close/>
                  <a:moveTo>
                    <a:pt x="223" y="461"/>
                  </a:moveTo>
                  <a:lnTo>
                    <a:pt x="223" y="338"/>
                  </a:lnTo>
                  <a:lnTo>
                    <a:pt x="272" y="338"/>
                  </a:lnTo>
                  <a:lnTo>
                    <a:pt x="272" y="461"/>
                  </a:lnTo>
                  <a:lnTo>
                    <a:pt x="223" y="461"/>
                  </a:lnTo>
                  <a:close/>
                  <a:moveTo>
                    <a:pt x="313" y="461"/>
                  </a:moveTo>
                  <a:lnTo>
                    <a:pt x="288" y="461"/>
                  </a:lnTo>
                  <a:lnTo>
                    <a:pt x="288" y="321"/>
                  </a:lnTo>
                  <a:lnTo>
                    <a:pt x="206" y="321"/>
                  </a:lnTo>
                  <a:lnTo>
                    <a:pt x="206" y="461"/>
                  </a:lnTo>
                  <a:lnTo>
                    <a:pt x="181" y="461"/>
                  </a:lnTo>
                  <a:lnTo>
                    <a:pt x="181" y="168"/>
                  </a:lnTo>
                  <a:lnTo>
                    <a:pt x="247" y="95"/>
                  </a:lnTo>
                  <a:lnTo>
                    <a:pt x="313" y="168"/>
                  </a:lnTo>
                  <a:lnTo>
                    <a:pt x="313" y="461"/>
                  </a:lnTo>
                  <a:close/>
                  <a:moveTo>
                    <a:pt x="329" y="445"/>
                  </a:moveTo>
                  <a:lnTo>
                    <a:pt x="478" y="445"/>
                  </a:lnTo>
                  <a:lnTo>
                    <a:pt x="478" y="461"/>
                  </a:lnTo>
                  <a:lnTo>
                    <a:pt x="329" y="461"/>
                  </a:lnTo>
                  <a:lnTo>
                    <a:pt x="329" y="445"/>
                  </a:lnTo>
                  <a:close/>
                  <a:moveTo>
                    <a:pt x="329" y="428"/>
                  </a:moveTo>
                  <a:lnTo>
                    <a:pt x="329" y="223"/>
                  </a:lnTo>
                  <a:lnTo>
                    <a:pt x="478" y="223"/>
                  </a:lnTo>
                  <a:lnTo>
                    <a:pt x="478" y="428"/>
                  </a:lnTo>
                  <a:lnTo>
                    <a:pt x="329" y="4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5" name="Google Shape;1323;p34"/>
            <p:cNvSpPr/>
            <p:nvPr/>
          </p:nvSpPr>
          <p:spPr>
            <a:xfrm>
              <a:off x="1460500" y="-2930525"/>
              <a:ext cx="77788" cy="104775"/>
            </a:xfrm>
            <a:custGeom>
              <a:avLst/>
              <a:gdLst/>
              <a:ahLst/>
              <a:cxnLst/>
              <a:rect l="l" t="t" r="r" b="b"/>
              <a:pathLst>
                <a:path w="49" h="66" extrusionOk="0">
                  <a:moveTo>
                    <a:pt x="0" y="66"/>
                  </a:moveTo>
                  <a:lnTo>
                    <a:pt x="49" y="66"/>
                  </a:lnTo>
                  <a:lnTo>
                    <a:pt x="49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7" y="17"/>
                  </a:moveTo>
                  <a:lnTo>
                    <a:pt x="33" y="17"/>
                  </a:lnTo>
                  <a:lnTo>
                    <a:pt x="33" y="50"/>
                  </a:lnTo>
                  <a:lnTo>
                    <a:pt x="17" y="50"/>
                  </a:lnTo>
                  <a:lnTo>
                    <a:pt x="17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6" name="Google Shape;1324;p34"/>
            <p:cNvSpPr/>
            <p:nvPr/>
          </p:nvSpPr>
          <p:spPr>
            <a:xfrm>
              <a:off x="1565275" y="-2930525"/>
              <a:ext cx="77788" cy="104775"/>
            </a:xfrm>
            <a:custGeom>
              <a:avLst/>
              <a:gdLst/>
              <a:ahLst/>
              <a:cxnLst/>
              <a:rect l="l" t="t" r="r" b="b"/>
              <a:pathLst>
                <a:path w="49" h="66" extrusionOk="0">
                  <a:moveTo>
                    <a:pt x="0" y="0"/>
                  </a:moveTo>
                  <a:lnTo>
                    <a:pt x="0" y="66"/>
                  </a:lnTo>
                  <a:lnTo>
                    <a:pt x="49" y="66"/>
                  </a:lnTo>
                  <a:lnTo>
                    <a:pt x="49" y="0"/>
                  </a:lnTo>
                  <a:lnTo>
                    <a:pt x="0" y="0"/>
                  </a:lnTo>
                  <a:close/>
                  <a:moveTo>
                    <a:pt x="33" y="50"/>
                  </a:moveTo>
                  <a:lnTo>
                    <a:pt x="16" y="50"/>
                  </a:lnTo>
                  <a:lnTo>
                    <a:pt x="16" y="17"/>
                  </a:lnTo>
                  <a:lnTo>
                    <a:pt x="33" y="17"/>
                  </a:lnTo>
                  <a:lnTo>
                    <a:pt x="33" y="5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7" name="Google Shape;1325;p34"/>
            <p:cNvSpPr/>
            <p:nvPr/>
          </p:nvSpPr>
          <p:spPr>
            <a:xfrm>
              <a:off x="1460500" y="-2798763"/>
              <a:ext cx="77788" cy="104775"/>
            </a:xfrm>
            <a:custGeom>
              <a:avLst/>
              <a:gdLst/>
              <a:ahLst/>
              <a:cxnLst/>
              <a:rect l="l" t="t" r="r" b="b"/>
              <a:pathLst>
                <a:path w="49" h="66" extrusionOk="0">
                  <a:moveTo>
                    <a:pt x="0" y="66"/>
                  </a:moveTo>
                  <a:lnTo>
                    <a:pt x="49" y="66"/>
                  </a:lnTo>
                  <a:lnTo>
                    <a:pt x="49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7" y="16"/>
                  </a:moveTo>
                  <a:lnTo>
                    <a:pt x="33" y="16"/>
                  </a:lnTo>
                  <a:lnTo>
                    <a:pt x="33" y="49"/>
                  </a:lnTo>
                  <a:lnTo>
                    <a:pt x="17" y="49"/>
                  </a:lnTo>
                  <a:lnTo>
                    <a:pt x="17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8" name="Google Shape;1326;p34"/>
            <p:cNvSpPr/>
            <p:nvPr/>
          </p:nvSpPr>
          <p:spPr>
            <a:xfrm>
              <a:off x="1565275" y="-2798763"/>
              <a:ext cx="77788" cy="104775"/>
            </a:xfrm>
            <a:custGeom>
              <a:avLst/>
              <a:gdLst/>
              <a:ahLst/>
              <a:cxnLst/>
              <a:rect l="l" t="t" r="r" b="b"/>
              <a:pathLst>
                <a:path w="49" h="66" extrusionOk="0">
                  <a:moveTo>
                    <a:pt x="0" y="66"/>
                  </a:moveTo>
                  <a:lnTo>
                    <a:pt x="49" y="66"/>
                  </a:lnTo>
                  <a:lnTo>
                    <a:pt x="49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6" y="16"/>
                  </a:moveTo>
                  <a:lnTo>
                    <a:pt x="33" y="16"/>
                  </a:lnTo>
                  <a:lnTo>
                    <a:pt x="33" y="49"/>
                  </a:lnTo>
                  <a:lnTo>
                    <a:pt x="16" y="49"/>
                  </a:lnTo>
                  <a:lnTo>
                    <a:pt x="1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9" name="Google Shape;1327;p34"/>
            <p:cNvSpPr/>
            <p:nvPr/>
          </p:nvSpPr>
          <p:spPr>
            <a:xfrm>
              <a:off x="963613" y="-2930525"/>
              <a:ext cx="79375" cy="104775"/>
            </a:xfrm>
            <a:custGeom>
              <a:avLst/>
              <a:gdLst/>
              <a:ahLst/>
              <a:cxnLst/>
              <a:rect l="l" t="t" r="r" b="b"/>
              <a:pathLst>
                <a:path w="50" h="66" extrusionOk="0">
                  <a:moveTo>
                    <a:pt x="0" y="66"/>
                  </a:moveTo>
                  <a:lnTo>
                    <a:pt x="50" y="66"/>
                  </a:lnTo>
                  <a:lnTo>
                    <a:pt x="50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7" y="17"/>
                  </a:moveTo>
                  <a:lnTo>
                    <a:pt x="33" y="17"/>
                  </a:lnTo>
                  <a:lnTo>
                    <a:pt x="33" y="50"/>
                  </a:lnTo>
                  <a:lnTo>
                    <a:pt x="17" y="50"/>
                  </a:lnTo>
                  <a:lnTo>
                    <a:pt x="17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0" name="Google Shape;1328;p34"/>
            <p:cNvSpPr/>
            <p:nvPr/>
          </p:nvSpPr>
          <p:spPr>
            <a:xfrm>
              <a:off x="1068388" y="-2930525"/>
              <a:ext cx="79375" cy="104775"/>
            </a:xfrm>
            <a:custGeom>
              <a:avLst/>
              <a:gdLst/>
              <a:ahLst/>
              <a:cxnLst/>
              <a:rect l="l" t="t" r="r" b="b"/>
              <a:pathLst>
                <a:path w="50" h="66" extrusionOk="0">
                  <a:moveTo>
                    <a:pt x="0" y="0"/>
                  </a:moveTo>
                  <a:lnTo>
                    <a:pt x="0" y="66"/>
                  </a:lnTo>
                  <a:lnTo>
                    <a:pt x="50" y="66"/>
                  </a:lnTo>
                  <a:lnTo>
                    <a:pt x="50" y="0"/>
                  </a:lnTo>
                  <a:lnTo>
                    <a:pt x="0" y="0"/>
                  </a:lnTo>
                  <a:close/>
                  <a:moveTo>
                    <a:pt x="33" y="50"/>
                  </a:moveTo>
                  <a:lnTo>
                    <a:pt x="16" y="50"/>
                  </a:lnTo>
                  <a:lnTo>
                    <a:pt x="16" y="17"/>
                  </a:lnTo>
                  <a:lnTo>
                    <a:pt x="33" y="17"/>
                  </a:lnTo>
                  <a:lnTo>
                    <a:pt x="33" y="5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1" name="Google Shape;1329;p34"/>
            <p:cNvSpPr/>
            <p:nvPr/>
          </p:nvSpPr>
          <p:spPr>
            <a:xfrm>
              <a:off x="963613" y="-2798763"/>
              <a:ext cx="79375" cy="104775"/>
            </a:xfrm>
            <a:custGeom>
              <a:avLst/>
              <a:gdLst/>
              <a:ahLst/>
              <a:cxnLst/>
              <a:rect l="l" t="t" r="r" b="b"/>
              <a:pathLst>
                <a:path w="50" h="66" extrusionOk="0">
                  <a:moveTo>
                    <a:pt x="0" y="66"/>
                  </a:moveTo>
                  <a:lnTo>
                    <a:pt x="50" y="66"/>
                  </a:lnTo>
                  <a:lnTo>
                    <a:pt x="50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7" y="16"/>
                  </a:moveTo>
                  <a:lnTo>
                    <a:pt x="33" y="16"/>
                  </a:lnTo>
                  <a:lnTo>
                    <a:pt x="33" y="49"/>
                  </a:lnTo>
                  <a:lnTo>
                    <a:pt x="17" y="49"/>
                  </a:lnTo>
                  <a:lnTo>
                    <a:pt x="17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2" name="Google Shape;1330;p34"/>
            <p:cNvSpPr/>
            <p:nvPr/>
          </p:nvSpPr>
          <p:spPr>
            <a:xfrm>
              <a:off x="1068388" y="-2798763"/>
              <a:ext cx="79375" cy="104775"/>
            </a:xfrm>
            <a:custGeom>
              <a:avLst/>
              <a:gdLst/>
              <a:ahLst/>
              <a:cxnLst/>
              <a:rect l="l" t="t" r="r" b="b"/>
              <a:pathLst>
                <a:path w="50" h="66" extrusionOk="0">
                  <a:moveTo>
                    <a:pt x="0" y="66"/>
                  </a:moveTo>
                  <a:lnTo>
                    <a:pt x="50" y="66"/>
                  </a:lnTo>
                  <a:lnTo>
                    <a:pt x="50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6" y="16"/>
                  </a:moveTo>
                  <a:lnTo>
                    <a:pt x="33" y="16"/>
                  </a:lnTo>
                  <a:lnTo>
                    <a:pt x="33" y="49"/>
                  </a:lnTo>
                  <a:lnTo>
                    <a:pt x="16" y="49"/>
                  </a:lnTo>
                  <a:lnTo>
                    <a:pt x="1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3" name="Google Shape;1331;p34"/>
            <p:cNvSpPr/>
            <p:nvPr/>
          </p:nvSpPr>
          <p:spPr>
            <a:xfrm>
              <a:off x="1225550" y="-3073400"/>
              <a:ext cx="157163" cy="157162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37" y="0"/>
                  </a:moveTo>
                  <a:cubicBezTo>
                    <a:pt x="62" y="0"/>
                    <a:pt x="0" y="62"/>
                    <a:pt x="0" y="138"/>
                  </a:cubicBezTo>
                  <a:cubicBezTo>
                    <a:pt x="0" y="214"/>
                    <a:pt x="62" y="275"/>
                    <a:pt x="137" y="275"/>
                  </a:cubicBezTo>
                  <a:cubicBezTo>
                    <a:pt x="213" y="275"/>
                    <a:pt x="275" y="214"/>
                    <a:pt x="275" y="138"/>
                  </a:cubicBezTo>
                  <a:cubicBezTo>
                    <a:pt x="275" y="62"/>
                    <a:pt x="213" y="1"/>
                    <a:pt x="137" y="0"/>
                  </a:cubicBezTo>
                  <a:close/>
                  <a:moveTo>
                    <a:pt x="137" y="229"/>
                  </a:moveTo>
                  <a:cubicBezTo>
                    <a:pt x="87" y="229"/>
                    <a:pt x="46" y="188"/>
                    <a:pt x="46" y="138"/>
                  </a:cubicBezTo>
                  <a:cubicBezTo>
                    <a:pt x="46" y="87"/>
                    <a:pt x="87" y="46"/>
                    <a:pt x="137" y="46"/>
                  </a:cubicBezTo>
                  <a:cubicBezTo>
                    <a:pt x="188" y="46"/>
                    <a:pt x="229" y="87"/>
                    <a:pt x="229" y="138"/>
                  </a:cubicBezTo>
                  <a:cubicBezTo>
                    <a:pt x="229" y="188"/>
                    <a:pt x="188" y="229"/>
                    <a:pt x="137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4" name="Google Shape;1332;p34"/>
            <p:cNvSpPr/>
            <p:nvPr/>
          </p:nvSpPr>
          <p:spPr>
            <a:xfrm>
              <a:off x="1290638" y="-3033713"/>
              <a:ext cx="52388" cy="52387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6" y="0"/>
                  </a:moveTo>
                  <a:lnTo>
                    <a:pt x="0" y="0"/>
                  </a:lnTo>
                  <a:lnTo>
                    <a:pt x="0" y="33"/>
                  </a:lnTo>
                  <a:lnTo>
                    <a:pt x="33" y="33"/>
                  </a:lnTo>
                  <a:lnTo>
                    <a:pt x="33" y="16"/>
                  </a:lnTo>
                  <a:lnTo>
                    <a:pt x="16" y="16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45" name="Google Shape;1333;p34"/>
          <p:cNvGrpSpPr/>
          <p:nvPr/>
        </p:nvGrpSpPr>
        <p:grpSpPr>
          <a:xfrm>
            <a:off x="10259739" y="3512670"/>
            <a:ext cx="592016" cy="590857"/>
            <a:chOff x="1943100" y="-3392488"/>
            <a:chExt cx="811213" cy="809625"/>
          </a:xfrm>
          <a:solidFill>
            <a:schemeClr val="bg1">
              <a:lumMod val="75000"/>
            </a:schemeClr>
          </a:solidFill>
        </p:grpSpPr>
        <p:sp>
          <p:nvSpPr>
            <p:cNvPr id="646" name="Google Shape;1334;p34"/>
            <p:cNvSpPr/>
            <p:nvPr/>
          </p:nvSpPr>
          <p:spPr>
            <a:xfrm>
              <a:off x="2281238" y="-3016250"/>
              <a:ext cx="134938" cy="134937"/>
            </a:xfrm>
            <a:custGeom>
              <a:avLst/>
              <a:gdLst/>
              <a:ahLst/>
              <a:cxnLst/>
              <a:rect l="l" t="t" r="r" b="b"/>
              <a:pathLst>
                <a:path w="235" h="236" extrusionOk="0">
                  <a:moveTo>
                    <a:pt x="117" y="236"/>
                  </a:moveTo>
                  <a:cubicBezTo>
                    <a:pt x="52" y="236"/>
                    <a:pt x="0" y="183"/>
                    <a:pt x="0" y="118"/>
                  </a:cubicBezTo>
                  <a:cubicBezTo>
                    <a:pt x="0" y="53"/>
                    <a:pt x="52" y="0"/>
                    <a:pt x="117" y="0"/>
                  </a:cubicBezTo>
                  <a:cubicBezTo>
                    <a:pt x="182" y="0"/>
                    <a:pt x="235" y="53"/>
                    <a:pt x="235" y="118"/>
                  </a:cubicBezTo>
                  <a:cubicBezTo>
                    <a:pt x="235" y="183"/>
                    <a:pt x="182" y="236"/>
                    <a:pt x="117" y="236"/>
                  </a:cubicBezTo>
                  <a:close/>
                  <a:moveTo>
                    <a:pt x="117" y="54"/>
                  </a:moveTo>
                  <a:cubicBezTo>
                    <a:pt x="82" y="54"/>
                    <a:pt x="53" y="83"/>
                    <a:pt x="53" y="118"/>
                  </a:cubicBezTo>
                  <a:cubicBezTo>
                    <a:pt x="53" y="153"/>
                    <a:pt x="82" y="182"/>
                    <a:pt x="117" y="182"/>
                  </a:cubicBezTo>
                  <a:cubicBezTo>
                    <a:pt x="153" y="182"/>
                    <a:pt x="181" y="153"/>
                    <a:pt x="181" y="118"/>
                  </a:cubicBezTo>
                  <a:cubicBezTo>
                    <a:pt x="181" y="83"/>
                    <a:pt x="153" y="54"/>
                    <a:pt x="117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7" name="Google Shape;1335;p34"/>
            <p:cNvSpPr/>
            <p:nvPr/>
          </p:nvSpPr>
          <p:spPr>
            <a:xfrm>
              <a:off x="1943100" y="-3392488"/>
              <a:ext cx="811213" cy="809625"/>
            </a:xfrm>
            <a:custGeom>
              <a:avLst/>
              <a:gdLst/>
              <a:ahLst/>
              <a:cxnLst/>
              <a:rect l="l" t="t" r="r" b="b"/>
              <a:pathLst>
                <a:path w="1421" h="1419" extrusionOk="0">
                  <a:moveTo>
                    <a:pt x="28" y="1419"/>
                  </a:moveTo>
                  <a:cubicBezTo>
                    <a:pt x="13" y="1419"/>
                    <a:pt x="1" y="1407"/>
                    <a:pt x="1" y="1392"/>
                  </a:cubicBezTo>
                  <a:cubicBezTo>
                    <a:pt x="1" y="1377"/>
                    <a:pt x="13" y="1365"/>
                    <a:pt x="28" y="1365"/>
                  </a:cubicBezTo>
                  <a:cubicBezTo>
                    <a:pt x="69" y="1365"/>
                    <a:pt x="69" y="1365"/>
                    <a:pt x="69" y="1365"/>
                  </a:cubicBezTo>
                  <a:cubicBezTo>
                    <a:pt x="69" y="919"/>
                    <a:pt x="69" y="919"/>
                    <a:pt x="69" y="919"/>
                  </a:cubicBezTo>
                  <a:cubicBezTo>
                    <a:pt x="28" y="919"/>
                    <a:pt x="28" y="919"/>
                    <a:pt x="28" y="919"/>
                  </a:cubicBezTo>
                  <a:cubicBezTo>
                    <a:pt x="19" y="919"/>
                    <a:pt x="10" y="914"/>
                    <a:pt x="5" y="906"/>
                  </a:cubicBezTo>
                  <a:cubicBezTo>
                    <a:pt x="0" y="898"/>
                    <a:pt x="0" y="888"/>
                    <a:pt x="4" y="879"/>
                  </a:cubicBezTo>
                  <a:cubicBezTo>
                    <a:pt x="186" y="516"/>
                    <a:pt x="186" y="516"/>
                    <a:pt x="186" y="516"/>
                  </a:cubicBezTo>
                  <a:cubicBezTo>
                    <a:pt x="191" y="506"/>
                    <a:pt x="200" y="501"/>
                    <a:pt x="210" y="501"/>
                  </a:cubicBezTo>
                  <a:cubicBezTo>
                    <a:pt x="531" y="501"/>
                    <a:pt x="531" y="501"/>
                    <a:pt x="531" y="501"/>
                  </a:cubicBezTo>
                  <a:cubicBezTo>
                    <a:pt x="683" y="357"/>
                    <a:pt x="683" y="357"/>
                    <a:pt x="683" y="357"/>
                  </a:cubicBezTo>
                  <a:cubicBezTo>
                    <a:pt x="683" y="27"/>
                    <a:pt x="683" y="27"/>
                    <a:pt x="683" y="27"/>
                  </a:cubicBezTo>
                  <a:cubicBezTo>
                    <a:pt x="683" y="12"/>
                    <a:pt x="696" y="0"/>
                    <a:pt x="710" y="0"/>
                  </a:cubicBezTo>
                  <a:cubicBezTo>
                    <a:pt x="938" y="0"/>
                    <a:pt x="938" y="0"/>
                    <a:pt x="938" y="0"/>
                  </a:cubicBezTo>
                  <a:cubicBezTo>
                    <a:pt x="953" y="0"/>
                    <a:pt x="965" y="12"/>
                    <a:pt x="965" y="27"/>
                  </a:cubicBezTo>
                  <a:cubicBezTo>
                    <a:pt x="965" y="209"/>
                    <a:pt x="965" y="209"/>
                    <a:pt x="965" y="209"/>
                  </a:cubicBezTo>
                  <a:cubicBezTo>
                    <a:pt x="965" y="224"/>
                    <a:pt x="953" y="236"/>
                    <a:pt x="938" y="236"/>
                  </a:cubicBezTo>
                  <a:cubicBezTo>
                    <a:pt x="737" y="236"/>
                    <a:pt x="737" y="236"/>
                    <a:pt x="737" y="236"/>
                  </a:cubicBezTo>
                  <a:cubicBezTo>
                    <a:pt x="737" y="357"/>
                    <a:pt x="737" y="357"/>
                    <a:pt x="737" y="357"/>
                  </a:cubicBezTo>
                  <a:cubicBezTo>
                    <a:pt x="890" y="501"/>
                    <a:pt x="890" y="501"/>
                    <a:pt x="890" y="501"/>
                  </a:cubicBezTo>
                  <a:cubicBezTo>
                    <a:pt x="1211" y="501"/>
                    <a:pt x="1211" y="501"/>
                    <a:pt x="1211" y="501"/>
                  </a:cubicBezTo>
                  <a:cubicBezTo>
                    <a:pt x="1221" y="501"/>
                    <a:pt x="1230" y="506"/>
                    <a:pt x="1235" y="516"/>
                  </a:cubicBezTo>
                  <a:cubicBezTo>
                    <a:pt x="1417" y="880"/>
                    <a:pt x="1417" y="880"/>
                    <a:pt x="1417" y="880"/>
                  </a:cubicBezTo>
                  <a:cubicBezTo>
                    <a:pt x="1421" y="888"/>
                    <a:pt x="1421" y="898"/>
                    <a:pt x="1416" y="906"/>
                  </a:cubicBezTo>
                  <a:cubicBezTo>
                    <a:pt x="1411" y="914"/>
                    <a:pt x="1402" y="919"/>
                    <a:pt x="1393" y="919"/>
                  </a:cubicBezTo>
                  <a:cubicBezTo>
                    <a:pt x="1352" y="919"/>
                    <a:pt x="1352" y="919"/>
                    <a:pt x="1352" y="919"/>
                  </a:cubicBezTo>
                  <a:cubicBezTo>
                    <a:pt x="1352" y="1365"/>
                    <a:pt x="1352" y="1365"/>
                    <a:pt x="1352" y="1365"/>
                  </a:cubicBezTo>
                  <a:cubicBezTo>
                    <a:pt x="1393" y="1365"/>
                    <a:pt x="1393" y="1365"/>
                    <a:pt x="1393" y="1365"/>
                  </a:cubicBezTo>
                  <a:cubicBezTo>
                    <a:pt x="1408" y="1365"/>
                    <a:pt x="1420" y="1377"/>
                    <a:pt x="1420" y="1392"/>
                  </a:cubicBezTo>
                  <a:cubicBezTo>
                    <a:pt x="1420" y="1407"/>
                    <a:pt x="1408" y="1419"/>
                    <a:pt x="1393" y="1419"/>
                  </a:cubicBezTo>
                  <a:lnTo>
                    <a:pt x="28" y="1419"/>
                  </a:lnTo>
                  <a:close/>
                  <a:moveTo>
                    <a:pt x="1033" y="1365"/>
                  </a:moveTo>
                  <a:cubicBezTo>
                    <a:pt x="1298" y="1365"/>
                    <a:pt x="1298" y="1365"/>
                    <a:pt x="1298" y="1365"/>
                  </a:cubicBezTo>
                  <a:cubicBezTo>
                    <a:pt x="1298" y="919"/>
                    <a:pt x="1298" y="919"/>
                    <a:pt x="1298" y="919"/>
                  </a:cubicBezTo>
                  <a:cubicBezTo>
                    <a:pt x="1033" y="919"/>
                    <a:pt x="1033" y="919"/>
                    <a:pt x="1033" y="919"/>
                  </a:cubicBezTo>
                  <a:lnTo>
                    <a:pt x="1033" y="1365"/>
                  </a:lnTo>
                  <a:close/>
                  <a:moveTo>
                    <a:pt x="824" y="1092"/>
                  </a:moveTo>
                  <a:cubicBezTo>
                    <a:pt x="839" y="1092"/>
                    <a:pt x="851" y="1104"/>
                    <a:pt x="851" y="1119"/>
                  </a:cubicBezTo>
                  <a:cubicBezTo>
                    <a:pt x="851" y="1365"/>
                    <a:pt x="851" y="1365"/>
                    <a:pt x="851" y="1365"/>
                  </a:cubicBezTo>
                  <a:cubicBezTo>
                    <a:pt x="979" y="1365"/>
                    <a:pt x="979" y="1365"/>
                    <a:pt x="979" y="1365"/>
                  </a:cubicBezTo>
                  <a:cubicBezTo>
                    <a:pt x="979" y="658"/>
                    <a:pt x="979" y="658"/>
                    <a:pt x="979" y="658"/>
                  </a:cubicBezTo>
                  <a:cubicBezTo>
                    <a:pt x="710" y="405"/>
                    <a:pt x="710" y="405"/>
                    <a:pt x="710" y="405"/>
                  </a:cubicBezTo>
                  <a:cubicBezTo>
                    <a:pt x="442" y="658"/>
                    <a:pt x="442" y="658"/>
                    <a:pt x="442" y="658"/>
                  </a:cubicBezTo>
                  <a:cubicBezTo>
                    <a:pt x="442" y="1365"/>
                    <a:pt x="442" y="1365"/>
                    <a:pt x="442" y="1365"/>
                  </a:cubicBezTo>
                  <a:cubicBezTo>
                    <a:pt x="570" y="1365"/>
                    <a:pt x="570" y="1365"/>
                    <a:pt x="570" y="1365"/>
                  </a:cubicBezTo>
                  <a:cubicBezTo>
                    <a:pt x="570" y="1119"/>
                    <a:pt x="570" y="1119"/>
                    <a:pt x="570" y="1119"/>
                  </a:cubicBezTo>
                  <a:cubicBezTo>
                    <a:pt x="570" y="1104"/>
                    <a:pt x="582" y="1092"/>
                    <a:pt x="597" y="1092"/>
                  </a:cubicBezTo>
                  <a:lnTo>
                    <a:pt x="824" y="1092"/>
                  </a:lnTo>
                  <a:close/>
                  <a:moveTo>
                    <a:pt x="624" y="1365"/>
                  </a:moveTo>
                  <a:cubicBezTo>
                    <a:pt x="797" y="1365"/>
                    <a:pt x="797" y="1365"/>
                    <a:pt x="797" y="1365"/>
                  </a:cubicBezTo>
                  <a:cubicBezTo>
                    <a:pt x="797" y="1146"/>
                    <a:pt x="797" y="1146"/>
                    <a:pt x="797" y="1146"/>
                  </a:cubicBezTo>
                  <a:cubicBezTo>
                    <a:pt x="624" y="1146"/>
                    <a:pt x="624" y="1146"/>
                    <a:pt x="624" y="1146"/>
                  </a:cubicBezTo>
                  <a:lnTo>
                    <a:pt x="624" y="1365"/>
                  </a:lnTo>
                  <a:close/>
                  <a:moveTo>
                    <a:pt x="123" y="1365"/>
                  </a:moveTo>
                  <a:cubicBezTo>
                    <a:pt x="388" y="1365"/>
                    <a:pt x="388" y="1365"/>
                    <a:pt x="388" y="1365"/>
                  </a:cubicBezTo>
                  <a:cubicBezTo>
                    <a:pt x="388" y="919"/>
                    <a:pt x="388" y="919"/>
                    <a:pt x="388" y="919"/>
                  </a:cubicBezTo>
                  <a:cubicBezTo>
                    <a:pt x="123" y="919"/>
                    <a:pt x="123" y="919"/>
                    <a:pt x="123" y="919"/>
                  </a:cubicBezTo>
                  <a:lnTo>
                    <a:pt x="123" y="1365"/>
                  </a:lnTo>
                  <a:close/>
                  <a:moveTo>
                    <a:pt x="1033" y="865"/>
                  </a:moveTo>
                  <a:cubicBezTo>
                    <a:pt x="1349" y="865"/>
                    <a:pt x="1349" y="865"/>
                    <a:pt x="1349" y="865"/>
                  </a:cubicBezTo>
                  <a:cubicBezTo>
                    <a:pt x="1194" y="555"/>
                    <a:pt x="1194" y="555"/>
                    <a:pt x="1194" y="555"/>
                  </a:cubicBezTo>
                  <a:cubicBezTo>
                    <a:pt x="948" y="555"/>
                    <a:pt x="948" y="555"/>
                    <a:pt x="948" y="555"/>
                  </a:cubicBezTo>
                  <a:cubicBezTo>
                    <a:pt x="1116" y="713"/>
                    <a:pt x="1116" y="713"/>
                    <a:pt x="1116" y="713"/>
                  </a:cubicBezTo>
                  <a:cubicBezTo>
                    <a:pt x="1121" y="718"/>
                    <a:pt x="1124" y="724"/>
                    <a:pt x="1124" y="732"/>
                  </a:cubicBezTo>
                  <a:cubicBezTo>
                    <a:pt x="1124" y="739"/>
                    <a:pt x="1122" y="746"/>
                    <a:pt x="1117" y="751"/>
                  </a:cubicBezTo>
                  <a:cubicBezTo>
                    <a:pt x="1112" y="756"/>
                    <a:pt x="1105" y="759"/>
                    <a:pt x="1097" y="759"/>
                  </a:cubicBezTo>
                  <a:cubicBezTo>
                    <a:pt x="1090" y="759"/>
                    <a:pt x="1084" y="757"/>
                    <a:pt x="1079" y="752"/>
                  </a:cubicBezTo>
                  <a:cubicBezTo>
                    <a:pt x="1033" y="709"/>
                    <a:pt x="1033" y="709"/>
                    <a:pt x="1033" y="709"/>
                  </a:cubicBezTo>
                  <a:lnTo>
                    <a:pt x="1033" y="865"/>
                  </a:lnTo>
                  <a:close/>
                  <a:moveTo>
                    <a:pt x="72" y="865"/>
                  </a:moveTo>
                  <a:cubicBezTo>
                    <a:pt x="388" y="865"/>
                    <a:pt x="388" y="865"/>
                    <a:pt x="388" y="865"/>
                  </a:cubicBezTo>
                  <a:cubicBezTo>
                    <a:pt x="388" y="709"/>
                    <a:pt x="388" y="709"/>
                    <a:pt x="388" y="709"/>
                  </a:cubicBezTo>
                  <a:cubicBezTo>
                    <a:pt x="342" y="752"/>
                    <a:pt x="342" y="752"/>
                    <a:pt x="342" y="752"/>
                  </a:cubicBezTo>
                  <a:cubicBezTo>
                    <a:pt x="337" y="757"/>
                    <a:pt x="331" y="759"/>
                    <a:pt x="324" y="759"/>
                  </a:cubicBezTo>
                  <a:cubicBezTo>
                    <a:pt x="316" y="759"/>
                    <a:pt x="309" y="756"/>
                    <a:pt x="304" y="751"/>
                  </a:cubicBezTo>
                  <a:cubicBezTo>
                    <a:pt x="299" y="746"/>
                    <a:pt x="297" y="739"/>
                    <a:pt x="297" y="732"/>
                  </a:cubicBezTo>
                  <a:cubicBezTo>
                    <a:pt x="297" y="724"/>
                    <a:pt x="300" y="718"/>
                    <a:pt x="305" y="713"/>
                  </a:cubicBezTo>
                  <a:cubicBezTo>
                    <a:pt x="473" y="555"/>
                    <a:pt x="473" y="555"/>
                    <a:pt x="473" y="555"/>
                  </a:cubicBezTo>
                  <a:cubicBezTo>
                    <a:pt x="227" y="555"/>
                    <a:pt x="227" y="555"/>
                    <a:pt x="227" y="555"/>
                  </a:cubicBezTo>
                  <a:lnTo>
                    <a:pt x="72" y="865"/>
                  </a:lnTo>
                  <a:close/>
                  <a:moveTo>
                    <a:pt x="737" y="182"/>
                  </a:moveTo>
                  <a:cubicBezTo>
                    <a:pt x="911" y="182"/>
                    <a:pt x="911" y="182"/>
                    <a:pt x="911" y="182"/>
                  </a:cubicBezTo>
                  <a:cubicBezTo>
                    <a:pt x="911" y="54"/>
                    <a:pt x="911" y="54"/>
                    <a:pt x="911" y="54"/>
                  </a:cubicBezTo>
                  <a:cubicBezTo>
                    <a:pt x="737" y="54"/>
                    <a:pt x="737" y="54"/>
                    <a:pt x="737" y="54"/>
                  </a:cubicBezTo>
                  <a:lnTo>
                    <a:pt x="737" y="1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8" name="Google Shape;1336;p34"/>
            <p:cNvSpPr/>
            <p:nvPr/>
          </p:nvSpPr>
          <p:spPr>
            <a:xfrm>
              <a:off x="2579688" y="-2794000"/>
              <a:ext cx="57150" cy="30162"/>
            </a:xfrm>
            <a:custGeom>
              <a:avLst/>
              <a:gdLst/>
              <a:ahLst/>
              <a:cxnLst/>
              <a:rect l="l" t="t" r="r" b="b"/>
              <a:pathLst>
                <a:path w="99" h="53" extrusionOk="0">
                  <a:moveTo>
                    <a:pt x="27" y="53"/>
                  </a:move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87" y="0"/>
                    <a:pt x="99" y="12"/>
                    <a:pt x="99" y="27"/>
                  </a:cubicBezTo>
                  <a:cubicBezTo>
                    <a:pt x="99" y="41"/>
                    <a:pt x="87" y="53"/>
                    <a:pt x="72" y="53"/>
                  </a:cubicBezTo>
                  <a:lnTo>
                    <a:pt x="27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9" name="Google Shape;1337;p34"/>
            <p:cNvSpPr/>
            <p:nvPr/>
          </p:nvSpPr>
          <p:spPr>
            <a:xfrm>
              <a:off x="2579688" y="-2703513"/>
              <a:ext cx="57150" cy="30162"/>
            </a:xfrm>
            <a:custGeom>
              <a:avLst/>
              <a:gdLst/>
              <a:ahLst/>
              <a:cxnLst/>
              <a:rect l="l" t="t" r="r" b="b"/>
              <a:pathLst>
                <a:path w="99" h="54" extrusionOk="0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87" y="0"/>
                    <a:pt x="99" y="12"/>
                    <a:pt x="99" y="27"/>
                  </a:cubicBezTo>
                  <a:cubicBezTo>
                    <a:pt x="99" y="42"/>
                    <a:pt x="87" y="54"/>
                    <a:pt x="72" y="54"/>
                  </a:cubicBezTo>
                  <a:lnTo>
                    <a:pt x="27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0" name="Google Shape;1338;p34"/>
            <p:cNvSpPr/>
            <p:nvPr/>
          </p:nvSpPr>
          <p:spPr>
            <a:xfrm>
              <a:off x="2060575" y="-2794000"/>
              <a:ext cx="55563" cy="30162"/>
            </a:xfrm>
            <a:custGeom>
              <a:avLst/>
              <a:gdLst/>
              <a:ahLst/>
              <a:cxnLst/>
              <a:rect l="l" t="t" r="r" b="b"/>
              <a:pathLst>
                <a:path w="96" h="53" extrusionOk="0">
                  <a:moveTo>
                    <a:pt x="27" y="53"/>
                  </a:move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84" y="0"/>
                    <a:pt x="96" y="12"/>
                    <a:pt x="96" y="27"/>
                  </a:cubicBezTo>
                  <a:cubicBezTo>
                    <a:pt x="96" y="41"/>
                    <a:pt x="84" y="53"/>
                    <a:pt x="69" y="53"/>
                  </a:cubicBezTo>
                  <a:lnTo>
                    <a:pt x="27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1" name="Google Shape;1339;p34"/>
            <p:cNvSpPr/>
            <p:nvPr/>
          </p:nvSpPr>
          <p:spPr>
            <a:xfrm>
              <a:off x="2060575" y="-2703513"/>
              <a:ext cx="55563" cy="30162"/>
            </a:xfrm>
            <a:custGeom>
              <a:avLst/>
              <a:gdLst/>
              <a:ahLst/>
              <a:cxnLst/>
              <a:rect l="l" t="t" r="r" b="b"/>
              <a:pathLst>
                <a:path w="96" h="54" extrusionOk="0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84" y="0"/>
                    <a:pt x="96" y="12"/>
                    <a:pt x="96" y="27"/>
                  </a:cubicBezTo>
                  <a:cubicBezTo>
                    <a:pt x="96" y="42"/>
                    <a:pt x="84" y="54"/>
                    <a:pt x="69" y="54"/>
                  </a:cubicBezTo>
                  <a:lnTo>
                    <a:pt x="27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52" name="Google Shape;1340;p34"/>
          <p:cNvGrpSpPr/>
          <p:nvPr/>
        </p:nvGrpSpPr>
        <p:grpSpPr>
          <a:xfrm>
            <a:off x="9493519" y="3514849"/>
            <a:ext cx="486588" cy="597808"/>
            <a:chOff x="3179763" y="-3314700"/>
            <a:chExt cx="666750" cy="819150"/>
          </a:xfrm>
          <a:solidFill>
            <a:schemeClr val="bg1">
              <a:lumMod val="75000"/>
            </a:schemeClr>
          </a:solidFill>
        </p:grpSpPr>
        <p:sp>
          <p:nvSpPr>
            <p:cNvPr id="653" name="Google Shape;1341;p34"/>
            <p:cNvSpPr/>
            <p:nvPr/>
          </p:nvSpPr>
          <p:spPr>
            <a:xfrm>
              <a:off x="3179763" y="-3314700"/>
              <a:ext cx="666750" cy="819150"/>
            </a:xfrm>
            <a:custGeom>
              <a:avLst/>
              <a:gdLst/>
              <a:ahLst/>
              <a:cxnLst/>
              <a:rect l="l" t="t" r="r" b="b"/>
              <a:pathLst>
                <a:path w="1168" h="1433" extrusionOk="0">
                  <a:moveTo>
                    <a:pt x="113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903"/>
                    <a:pt x="0" y="903"/>
                    <a:pt x="0" y="903"/>
                  </a:cubicBezTo>
                  <a:cubicBezTo>
                    <a:pt x="0" y="915"/>
                    <a:pt x="10" y="924"/>
                    <a:pt x="21" y="924"/>
                  </a:cubicBezTo>
                  <a:cubicBezTo>
                    <a:pt x="33" y="924"/>
                    <a:pt x="42" y="915"/>
                    <a:pt x="42" y="90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1126" y="42"/>
                    <a:pt x="1126" y="42"/>
                    <a:pt x="1126" y="42"/>
                  </a:cubicBezTo>
                  <a:cubicBezTo>
                    <a:pt x="1126" y="1391"/>
                    <a:pt x="1126" y="1391"/>
                    <a:pt x="1126" y="1391"/>
                  </a:cubicBezTo>
                  <a:cubicBezTo>
                    <a:pt x="42" y="1391"/>
                    <a:pt x="42" y="1391"/>
                    <a:pt x="42" y="1391"/>
                  </a:cubicBezTo>
                  <a:cubicBezTo>
                    <a:pt x="42" y="1002"/>
                    <a:pt x="42" y="1002"/>
                    <a:pt x="42" y="1002"/>
                  </a:cubicBezTo>
                  <a:cubicBezTo>
                    <a:pt x="42" y="990"/>
                    <a:pt x="33" y="981"/>
                    <a:pt x="21" y="981"/>
                  </a:cubicBezTo>
                  <a:cubicBezTo>
                    <a:pt x="10" y="981"/>
                    <a:pt x="0" y="990"/>
                    <a:pt x="0" y="1002"/>
                  </a:cubicBezTo>
                  <a:cubicBezTo>
                    <a:pt x="0" y="1395"/>
                    <a:pt x="0" y="1395"/>
                    <a:pt x="0" y="1395"/>
                  </a:cubicBezTo>
                  <a:cubicBezTo>
                    <a:pt x="0" y="1416"/>
                    <a:pt x="17" y="1433"/>
                    <a:pt x="38" y="1433"/>
                  </a:cubicBezTo>
                  <a:cubicBezTo>
                    <a:pt x="1130" y="1433"/>
                    <a:pt x="1130" y="1433"/>
                    <a:pt x="1130" y="1433"/>
                  </a:cubicBezTo>
                  <a:cubicBezTo>
                    <a:pt x="1151" y="1433"/>
                    <a:pt x="1168" y="1416"/>
                    <a:pt x="1168" y="1395"/>
                  </a:cubicBezTo>
                  <a:cubicBezTo>
                    <a:pt x="1168" y="38"/>
                    <a:pt x="1168" y="38"/>
                    <a:pt x="1168" y="38"/>
                  </a:cubicBezTo>
                  <a:cubicBezTo>
                    <a:pt x="1168" y="17"/>
                    <a:pt x="1151" y="0"/>
                    <a:pt x="1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4" name="Google Shape;1342;p34"/>
            <p:cNvSpPr/>
            <p:nvPr/>
          </p:nvSpPr>
          <p:spPr>
            <a:xfrm>
              <a:off x="3284538" y="-3216275"/>
              <a:ext cx="271463" cy="271462"/>
            </a:xfrm>
            <a:custGeom>
              <a:avLst/>
              <a:gdLst/>
              <a:ahLst/>
              <a:cxnLst/>
              <a:rect l="l" t="t" r="r" b="b"/>
              <a:pathLst>
                <a:path w="475" h="475" extrusionOk="0">
                  <a:moveTo>
                    <a:pt x="186" y="42"/>
                  </a:moveTo>
                  <a:cubicBezTo>
                    <a:pt x="198" y="42"/>
                    <a:pt x="207" y="33"/>
                    <a:pt x="207" y="21"/>
                  </a:cubicBezTo>
                  <a:cubicBezTo>
                    <a:pt x="207" y="10"/>
                    <a:pt x="198" y="0"/>
                    <a:pt x="186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3"/>
                  </a:cubicBezTo>
                  <a:cubicBezTo>
                    <a:pt x="0" y="442"/>
                    <a:pt x="0" y="442"/>
                    <a:pt x="0" y="442"/>
                  </a:cubicBezTo>
                  <a:cubicBezTo>
                    <a:pt x="0" y="460"/>
                    <a:pt x="15" y="475"/>
                    <a:pt x="33" y="475"/>
                  </a:cubicBezTo>
                  <a:cubicBezTo>
                    <a:pt x="73" y="475"/>
                    <a:pt x="73" y="475"/>
                    <a:pt x="73" y="475"/>
                  </a:cubicBezTo>
                  <a:cubicBezTo>
                    <a:pt x="403" y="475"/>
                    <a:pt x="403" y="475"/>
                    <a:pt x="403" y="475"/>
                  </a:cubicBezTo>
                  <a:cubicBezTo>
                    <a:pt x="442" y="475"/>
                    <a:pt x="442" y="475"/>
                    <a:pt x="442" y="475"/>
                  </a:cubicBezTo>
                  <a:cubicBezTo>
                    <a:pt x="460" y="475"/>
                    <a:pt x="475" y="460"/>
                    <a:pt x="475" y="442"/>
                  </a:cubicBezTo>
                  <a:cubicBezTo>
                    <a:pt x="475" y="33"/>
                    <a:pt x="475" y="33"/>
                    <a:pt x="475" y="33"/>
                  </a:cubicBezTo>
                  <a:cubicBezTo>
                    <a:pt x="475" y="15"/>
                    <a:pt x="460" y="0"/>
                    <a:pt x="442" y="0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73" y="0"/>
                    <a:pt x="264" y="10"/>
                    <a:pt x="264" y="21"/>
                  </a:cubicBezTo>
                  <a:cubicBezTo>
                    <a:pt x="264" y="33"/>
                    <a:pt x="273" y="42"/>
                    <a:pt x="285" y="42"/>
                  </a:cubicBezTo>
                  <a:cubicBezTo>
                    <a:pt x="433" y="42"/>
                    <a:pt x="433" y="42"/>
                    <a:pt x="433" y="42"/>
                  </a:cubicBezTo>
                  <a:cubicBezTo>
                    <a:pt x="433" y="433"/>
                    <a:pt x="433" y="433"/>
                    <a:pt x="433" y="433"/>
                  </a:cubicBezTo>
                  <a:cubicBezTo>
                    <a:pt x="421" y="433"/>
                    <a:pt x="421" y="433"/>
                    <a:pt x="421" y="433"/>
                  </a:cubicBezTo>
                  <a:cubicBezTo>
                    <a:pt x="409" y="379"/>
                    <a:pt x="374" y="333"/>
                    <a:pt x="326" y="306"/>
                  </a:cubicBezTo>
                  <a:cubicBezTo>
                    <a:pt x="351" y="283"/>
                    <a:pt x="366" y="250"/>
                    <a:pt x="366" y="214"/>
                  </a:cubicBezTo>
                  <a:cubicBezTo>
                    <a:pt x="366" y="143"/>
                    <a:pt x="308" y="86"/>
                    <a:pt x="238" y="86"/>
                  </a:cubicBezTo>
                  <a:cubicBezTo>
                    <a:pt x="167" y="86"/>
                    <a:pt x="110" y="143"/>
                    <a:pt x="110" y="214"/>
                  </a:cubicBezTo>
                  <a:cubicBezTo>
                    <a:pt x="110" y="250"/>
                    <a:pt x="125" y="283"/>
                    <a:pt x="149" y="306"/>
                  </a:cubicBezTo>
                  <a:cubicBezTo>
                    <a:pt x="101" y="333"/>
                    <a:pt x="66" y="379"/>
                    <a:pt x="55" y="433"/>
                  </a:cubicBezTo>
                  <a:cubicBezTo>
                    <a:pt x="42" y="433"/>
                    <a:pt x="42" y="433"/>
                    <a:pt x="42" y="433"/>
                  </a:cubicBezTo>
                  <a:cubicBezTo>
                    <a:pt x="42" y="42"/>
                    <a:pt x="42" y="42"/>
                    <a:pt x="42" y="42"/>
                  </a:cubicBezTo>
                  <a:lnTo>
                    <a:pt x="186" y="42"/>
                  </a:lnTo>
                  <a:close/>
                  <a:moveTo>
                    <a:pt x="152" y="214"/>
                  </a:moveTo>
                  <a:cubicBezTo>
                    <a:pt x="152" y="208"/>
                    <a:pt x="152" y="203"/>
                    <a:pt x="153" y="197"/>
                  </a:cubicBezTo>
                  <a:cubicBezTo>
                    <a:pt x="193" y="223"/>
                    <a:pt x="235" y="236"/>
                    <a:pt x="281" y="236"/>
                  </a:cubicBezTo>
                  <a:cubicBezTo>
                    <a:pt x="294" y="236"/>
                    <a:pt x="308" y="235"/>
                    <a:pt x="322" y="233"/>
                  </a:cubicBezTo>
                  <a:cubicBezTo>
                    <a:pt x="313" y="271"/>
                    <a:pt x="279" y="300"/>
                    <a:pt x="238" y="300"/>
                  </a:cubicBezTo>
                  <a:cubicBezTo>
                    <a:pt x="190" y="300"/>
                    <a:pt x="152" y="261"/>
                    <a:pt x="152" y="214"/>
                  </a:cubicBezTo>
                  <a:close/>
                  <a:moveTo>
                    <a:pt x="238" y="128"/>
                  </a:moveTo>
                  <a:cubicBezTo>
                    <a:pt x="277" y="128"/>
                    <a:pt x="310" y="154"/>
                    <a:pt x="320" y="190"/>
                  </a:cubicBezTo>
                  <a:cubicBezTo>
                    <a:pt x="265" y="200"/>
                    <a:pt x="216" y="190"/>
                    <a:pt x="171" y="159"/>
                  </a:cubicBezTo>
                  <a:cubicBezTo>
                    <a:pt x="187" y="140"/>
                    <a:pt x="211" y="128"/>
                    <a:pt x="238" y="128"/>
                  </a:cubicBezTo>
                  <a:close/>
                  <a:moveTo>
                    <a:pt x="192" y="334"/>
                  </a:moveTo>
                  <a:cubicBezTo>
                    <a:pt x="206" y="339"/>
                    <a:pt x="222" y="342"/>
                    <a:pt x="238" y="342"/>
                  </a:cubicBezTo>
                  <a:cubicBezTo>
                    <a:pt x="254" y="342"/>
                    <a:pt x="269" y="339"/>
                    <a:pt x="283" y="334"/>
                  </a:cubicBezTo>
                  <a:cubicBezTo>
                    <a:pt x="329" y="349"/>
                    <a:pt x="365" y="387"/>
                    <a:pt x="377" y="433"/>
                  </a:cubicBezTo>
                  <a:cubicBezTo>
                    <a:pt x="98" y="433"/>
                    <a:pt x="98" y="433"/>
                    <a:pt x="98" y="433"/>
                  </a:cubicBezTo>
                  <a:cubicBezTo>
                    <a:pt x="111" y="387"/>
                    <a:pt x="146" y="349"/>
                    <a:pt x="192" y="3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5" name="Google Shape;1343;p34"/>
            <p:cNvSpPr/>
            <p:nvPr/>
          </p:nvSpPr>
          <p:spPr>
            <a:xfrm>
              <a:off x="3276600" y="-2797175"/>
              <a:ext cx="473075" cy="23812"/>
            </a:xfrm>
            <a:custGeom>
              <a:avLst/>
              <a:gdLst/>
              <a:ahLst/>
              <a:cxnLst/>
              <a:rect l="l" t="t" r="r" b="b"/>
              <a:pathLst>
                <a:path w="828" h="42" extrusionOk="0">
                  <a:moveTo>
                    <a:pt x="21" y="42"/>
                  </a:moveTo>
                  <a:cubicBezTo>
                    <a:pt x="807" y="42"/>
                    <a:pt x="807" y="42"/>
                    <a:pt x="807" y="42"/>
                  </a:cubicBezTo>
                  <a:cubicBezTo>
                    <a:pt x="818" y="42"/>
                    <a:pt x="828" y="33"/>
                    <a:pt x="828" y="21"/>
                  </a:cubicBezTo>
                  <a:cubicBezTo>
                    <a:pt x="828" y="10"/>
                    <a:pt x="818" y="0"/>
                    <a:pt x="807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3"/>
                    <a:pt x="9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6" name="Google Shape;1344;p34"/>
            <p:cNvSpPr/>
            <p:nvPr/>
          </p:nvSpPr>
          <p:spPr>
            <a:xfrm>
              <a:off x="3276600" y="-2713038"/>
              <a:ext cx="473075" cy="23812"/>
            </a:xfrm>
            <a:custGeom>
              <a:avLst/>
              <a:gdLst/>
              <a:ahLst/>
              <a:cxnLst/>
              <a:rect l="l" t="t" r="r" b="b"/>
              <a:pathLst>
                <a:path w="828" h="42" extrusionOk="0">
                  <a:moveTo>
                    <a:pt x="21" y="42"/>
                  </a:moveTo>
                  <a:cubicBezTo>
                    <a:pt x="807" y="42"/>
                    <a:pt x="807" y="42"/>
                    <a:pt x="807" y="42"/>
                  </a:cubicBezTo>
                  <a:cubicBezTo>
                    <a:pt x="818" y="42"/>
                    <a:pt x="828" y="33"/>
                    <a:pt x="828" y="21"/>
                  </a:cubicBezTo>
                  <a:cubicBezTo>
                    <a:pt x="828" y="10"/>
                    <a:pt x="818" y="0"/>
                    <a:pt x="807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3"/>
                    <a:pt x="9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7" name="Google Shape;1345;p34"/>
            <p:cNvSpPr/>
            <p:nvPr/>
          </p:nvSpPr>
          <p:spPr>
            <a:xfrm>
              <a:off x="3276600" y="-2628900"/>
              <a:ext cx="209550" cy="23812"/>
            </a:xfrm>
            <a:custGeom>
              <a:avLst/>
              <a:gdLst/>
              <a:ahLst/>
              <a:cxnLst/>
              <a:rect l="l" t="t" r="r" b="b"/>
              <a:pathLst>
                <a:path w="366" h="42" extrusionOk="0">
                  <a:moveTo>
                    <a:pt x="21" y="42"/>
                  </a:moveTo>
                  <a:cubicBezTo>
                    <a:pt x="345" y="42"/>
                    <a:pt x="345" y="42"/>
                    <a:pt x="345" y="42"/>
                  </a:cubicBezTo>
                  <a:cubicBezTo>
                    <a:pt x="357" y="42"/>
                    <a:pt x="366" y="33"/>
                    <a:pt x="366" y="21"/>
                  </a:cubicBezTo>
                  <a:cubicBezTo>
                    <a:pt x="366" y="9"/>
                    <a:pt x="357" y="0"/>
                    <a:pt x="345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33"/>
                    <a:pt x="9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8" name="Google Shape;1346;p34"/>
            <p:cNvSpPr/>
            <p:nvPr/>
          </p:nvSpPr>
          <p:spPr>
            <a:xfrm>
              <a:off x="3517900" y="-2628900"/>
              <a:ext cx="231775" cy="23812"/>
            </a:xfrm>
            <a:custGeom>
              <a:avLst/>
              <a:gdLst/>
              <a:ahLst/>
              <a:cxnLst/>
              <a:rect l="l" t="t" r="r" b="b"/>
              <a:pathLst>
                <a:path w="405" h="42" extrusionOk="0">
                  <a:moveTo>
                    <a:pt x="38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33"/>
                    <a:pt x="9" y="42"/>
                    <a:pt x="21" y="42"/>
                  </a:cubicBezTo>
                  <a:cubicBezTo>
                    <a:pt x="384" y="42"/>
                    <a:pt x="384" y="42"/>
                    <a:pt x="384" y="42"/>
                  </a:cubicBezTo>
                  <a:cubicBezTo>
                    <a:pt x="395" y="42"/>
                    <a:pt x="405" y="33"/>
                    <a:pt x="405" y="21"/>
                  </a:cubicBezTo>
                  <a:cubicBezTo>
                    <a:pt x="405" y="9"/>
                    <a:pt x="395" y="0"/>
                    <a:pt x="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9" name="Google Shape;1347;p34"/>
            <p:cNvSpPr/>
            <p:nvPr/>
          </p:nvSpPr>
          <p:spPr>
            <a:xfrm>
              <a:off x="3276600" y="-2881313"/>
              <a:ext cx="473075" cy="23812"/>
            </a:xfrm>
            <a:custGeom>
              <a:avLst/>
              <a:gdLst/>
              <a:ahLst/>
              <a:cxnLst/>
              <a:rect l="l" t="t" r="r" b="b"/>
              <a:pathLst>
                <a:path w="828" h="42" extrusionOk="0">
                  <a:moveTo>
                    <a:pt x="0" y="21"/>
                  </a:moveTo>
                  <a:cubicBezTo>
                    <a:pt x="0" y="32"/>
                    <a:pt x="9" y="42"/>
                    <a:pt x="21" y="42"/>
                  </a:cubicBezTo>
                  <a:cubicBezTo>
                    <a:pt x="807" y="42"/>
                    <a:pt x="807" y="42"/>
                    <a:pt x="807" y="42"/>
                  </a:cubicBezTo>
                  <a:cubicBezTo>
                    <a:pt x="818" y="42"/>
                    <a:pt x="828" y="32"/>
                    <a:pt x="828" y="21"/>
                  </a:cubicBezTo>
                  <a:cubicBezTo>
                    <a:pt x="828" y="9"/>
                    <a:pt x="818" y="0"/>
                    <a:pt x="807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0" name="Google Shape;1348;p34"/>
            <p:cNvSpPr/>
            <p:nvPr/>
          </p:nvSpPr>
          <p:spPr>
            <a:xfrm>
              <a:off x="3625850" y="-3127375"/>
              <a:ext cx="123825" cy="23812"/>
            </a:xfrm>
            <a:custGeom>
              <a:avLst/>
              <a:gdLst/>
              <a:ahLst/>
              <a:cxnLst/>
              <a:rect l="l" t="t" r="r" b="b"/>
              <a:pathLst>
                <a:path w="217" h="42" extrusionOk="0">
                  <a:moveTo>
                    <a:pt x="21" y="42"/>
                  </a:moveTo>
                  <a:cubicBezTo>
                    <a:pt x="196" y="42"/>
                    <a:pt x="196" y="42"/>
                    <a:pt x="196" y="42"/>
                  </a:cubicBezTo>
                  <a:cubicBezTo>
                    <a:pt x="207" y="42"/>
                    <a:pt x="217" y="32"/>
                    <a:pt x="217" y="21"/>
                  </a:cubicBezTo>
                  <a:cubicBezTo>
                    <a:pt x="217" y="9"/>
                    <a:pt x="207" y="0"/>
                    <a:pt x="19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32"/>
                    <a:pt x="9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1" name="Google Shape;1349;p34"/>
            <p:cNvSpPr/>
            <p:nvPr/>
          </p:nvSpPr>
          <p:spPr>
            <a:xfrm>
              <a:off x="3625850" y="-3046413"/>
              <a:ext cx="123825" cy="25400"/>
            </a:xfrm>
            <a:custGeom>
              <a:avLst/>
              <a:gdLst/>
              <a:ahLst/>
              <a:cxnLst/>
              <a:rect l="l" t="t" r="r" b="b"/>
              <a:pathLst>
                <a:path w="217" h="42" extrusionOk="0">
                  <a:moveTo>
                    <a:pt x="21" y="42"/>
                  </a:moveTo>
                  <a:cubicBezTo>
                    <a:pt x="196" y="42"/>
                    <a:pt x="196" y="42"/>
                    <a:pt x="196" y="42"/>
                  </a:cubicBezTo>
                  <a:cubicBezTo>
                    <a:pt x="207" y="42"/>
                    <a:pt x="217" y="32"/>
                    <a:pt x="217" y="21"/>
                  </a:cubicBezTo>
                  <a:cubicBezTo>
                    <a:pt x="217" y="9"/>
                    <a:pt x="207" y="0"/>
                    <a:pt x="19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32"/>
                    <a:pt x="9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2" name="Google Shape;1350;p34"/>
            <p:cNvSpPr/>
            <p:nvPr/>
          </p:nvSpPr>
          <p:spPr>
            <a:xfrm>
              <a:off x="3625850" y="-2965450"/>
              <a:ext cx="123825" cy="25400"/>
            </a:xfrm>
            <a:custGeom>
              <a:avLst/>
              <a:gdLst/>
              <a:ahLst/>
              <a:cxnLst/>
              <a:rect l="l" t="t" r="r" b="b"/>
              <a:pathLst>
                <a:path w="217" h="42" extrusionOk="0">
                  <a:moveTo>
                    <a:pt x="21" y="42"/>
                  </a:moveTo>
                  <a:cubicBezTo>
                    <a:pt x="196" y="42"/>
                    <a:pt x="196" y="42"/>
                    <a:pt x="196" y="42"/>
                  </a:cubicBezTo>
                  <a:cubicBezTo>
                    <a:pt x="207" y="42"/>
                    <a:pt x="217" y="32"/>
                    <a:pt x="217" y="21"/>
                  </a:cubicBezTo>
                  <a:cubicBezTo>
                    <a:pt x="217" y="9"/>
                    <a:pt x="207" y="0"/>
                    <a:pt x="19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32"/>
                    <a:pt x="9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3" name="Google Shape;1351;p34"/>
            <p:cNvSpPr/>
            <p:nvPr/>
          </p:nvSpPr>
          <p:spPr>
            <a:xfrm>
              <a:off x="3625850" y="-3208338"/>
              <a:ext cx="123825" cy="23812"/>
            </a:xfrm>
            <a:custGeom>
              <a:avLst/>
              <a:gdLst/>
              <a:ahLst/>
              <a:cxnLst/>
              <a:rect l="l" t="t" r="r" b="b"/>
              <a:pathLst>
                <a:path w="217" h="42" extrusionOk="0">
                  <a:moveTo>
                    <a:pt x="21" y="42"/>
                  </a:moveTo>
                  <a:cubicBezTo>
                    <a:pt x="196" y="42"/>
                    <a:pt x="196" y="42"/>
                    <a:pt x="196" y="42"/>
                  </a:cubicBezTo>
                  <a:cubicBezTo>
                    <a:pt x="207" y="42"/>
                    <a:pt x="217" y="32"/>
                    <a:pt x="217" y="21"/>
                  </a:cubicBezTo>
                  <a:cubicBezTo>
                    <a:pt x="217" y="9"/>
                    <a:pt x="207" y="0"/>
                    <a:pt x="19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32"/>
                    <a:pt x="9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64" name="Google Shape;1352;p34"/>
          <p:cNvGrpSpPr/>
          <p:nvPr/>
        </p:nvGrpSpPr>
        <p:grpSpPr>
          <a:xfrm>
            <a:off x="9434035" y="5035085"/>
            <a:ext cx="596651" cy="596650"/>
            <a:chOff x="4471988" y="-2397125"/>
            <a:chExt cx="817563" cy="817562"/>
          </a:xfrm>
          <a:solidFill>
            <a:schemeClr val="bg1">
              <a:lumMod val="75000"/>
            </a:schemeClr>
          </a:solidFill>
        </p:grpSpPr>
        <p:sp>
          <p:nvSpPr>
            <p:cNvPr id="665" name="Google Shape;1353;p34"/>
            <p:cNvSpPr/>
            <p:nvPr/>
          </p:nvSpPr>
          <p:spPr>
            <a:xfrm>
              <a:off x="4471988" y="-2397125"/>
              <a:ext cx="817563" cy="817562"/>
            </a:xfrm>
            <a:custGeom>
              <a:avLst/>
              <a:gdLst/>
              <a:ahLst/>
              <a:cxnLst/>
              <a:rect l="l" t="t" r="r" b="b"/>
              <a:pathLst>
                <a:path w="1433" h="1433" extrusionOk="0">
                  <a:moveTo>
                    <a:pt x="1361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32" y="0"/>
                    <a:pt x="0" y="32"/>
                    <a:pt x="0" y="72"/>
                  </a:cubicBezTo>
                  <a:cubicBezTo>
                    <a:pt x="0" y="764"/>
                    <a:pt x="0" y="764"/>
                    <a:pt x="0" y="764"/>
                  </a:cubicBezTo>
                  <a:cubicBezTo>
                    <a:pt x="0" y="804"/>
                    <a:pt x="32" y="836"/>
                    <a:pt x="72" y="836"/>
                  </a:cubicBezTo>
                  <a:cubicBezTo>
                    <a:pt x="95" y="836"/>
                    <a:pt x="95" y="836"/>
                    <a:pt x="95" y="836"/>
                  </a:cubicBezTo>
                  <a:cubicBezTo>
                    <a:pt x="95" y="1170"/>
                    <a:pt x="95" y="1170"/>
                    <a:pt x="95" y="1170"/>
                  </a:cubicBezTo>
                  <a:cubicBezTo>
                    <a:pt x="96" y="1226"/>
                    <a:pt x="127" y="1276"/>
                    <a:pt x="177" y="1300"/>
                  </a:cubicBezTo>
                  <a:cubicBezTo>
                    <a:pt x="186" y="1304"/>
                    <a:pt x="191" y="1312"/>
                    <a:pt x="191" y="1321"/>
                  </a:cubicBezTo>
                  <a:cubicBezTo>
                    <a:pt x="191" y="1385"/>
                    <a:pt x="191" y="1385"/>
                    <a:pt x="191" y="1385"/>
                  </a:cubicBezTo>
                  <a:cubicBezTo>
                    <a:pt x="191" y="1412"/>
                    <a:pt x="212" y="1433"/>
                    <a:pt x="239" y="1433"/>
                  </a:cubicBezTo>
                  <a:cubicBezTo>
                    <a:pt x="478" y="1433"/>
                    <a:pt x="478" y="1433"/>
                    <a:pt x="478" y="1433"/>
                  </a:cubicBezTo>
                  <a:cubicBezTo>
                    <a:pt x="504" y="1433"/>
                    <a:pt x="525" y="1412"/>
                    <a:pt x="525" y="1385"/>
                  </a:cubicBezTo>
                  <a:cubicBezTo>
                    <a:pt x="525" y="1321"/>
                    <a:pt x="525" y="1321"/>
                    <a:pt x="525" y="1321"/>
                  </a:cubicBezTo>
                  <a:cubicBezTo>
                    <a:pt x="525" y="1312"/>
                    <a:pt x="531" y="1304"/>
                    <a:pt x="539" y="1300"/>
                  </a:cubicBezTo>
                  <a:cubicBezTo>
                    <a:pt x="589" y="1276"/>
                    <a:pt x="621" y="1226"/>
                    <a:pt x="621" y="1170"/>
                  </a:cubicBezTo>
                  <a:cubicBezTo>
                    <a:pt x="621" y="955"/>
                    <a:pt x="621" y="955"/>
                    <a:pt x="621" y="955"/>
                  </a:cubicBezTo>
                  <a:cubicBezTo>
                    <a:pt x="621" y="916"/>
                    <a:pt x="589" y="884"/>
                    <a:pt x="549" y="884"/>
                  </a:cubicBezTo>
                  <a:cubicBezTo>
                    <a:pt x="525" y="884"/>
                    <a:pt x="525" y="884"/>
                    <a:pt x="525" y="884"/>
                  </a:cubicBezTo>
                  <a:cubicBezTo>
                    <a:pt x="525" y="836"/>
                    <a:pt x="525" y="836"/>
                    <a:pt x="525" y="836"/>
                  </a:cubicBezTo>
                  <a:cubicBezTo>
                    <a:pt x="908" y="836"/>
                    <a:pt x="908" y="836"/>
                    <a:pt x="908" y="836"/>
                  </a:cubicBezTo>
                  <a:cubicBezTo>
                    <a:pt x="908" y="884"/>
                    <a:pt x="908" y="884"/>
                    <a:pt x="908" y="884"/>
                  </a:cubicBezTo>
                  <a:cubicBezTo>
                    <a:pt x="884" y="884"/>
                    <a:pt x="884" y="884"/>
                    <a:pt x="884" y="884"/>
                  </a:cubicBezTo>
                  <a:cubicBezTo>
                    <a:pt x="844" y="884"/>
                    <a:pt x="812" y="916"/>
                    <a:pt x="812" y="955"/>
                  </a:cubicBezTo>
                  <a:cubicBezTo>
                    <a:pt x="812" y="1170"/>
                    <a:pt x="812" y="1170"/>
                    <a:pt x="812" y="1170"/>
                  </a:cubicBezTo>
                  <a:cubicBezTo>
                    <a:pt x="812" y="1226"/>
                    <a:pt x="844" y="1276"/>
                    <a:pt x="894" y="1300"/>
                  </a:cubicBezTo>
                  <a:cubicBezTo>
                    <a:pt x="902" y="1304"/>
                    <a:pt x="908" y="1312"/>
                    <a:pt x="908" y="1321"/>
                  </a:cubicBezTo>
                  <a:cubicBezTo>
                    <a:pt x="908" y="1385"/>
                    <a:pt x="908" y="1385"/>
                    <a:pt x="908" y="1385"/>
                  </a:cubicBezTo>
                  <a:cubicBezTo>
                    <a:pt x="908" y="1412"/>
                    <a:pt x="929" y="1433"/>
                    <a:pt x="955" y="1433"/>
                  </a:cubicBezTo>
                  <a:cubicBezTo>
                    <a:pt x="1194" y="1433"/>
                    <a:pt x="1194" y="1433"/>
                    <a:pt x="1194" y="1433"/>
                  </a:cubicBezTo>
                  <a:cubicBezTo>
                    <a:pt x="1221" y="1433"/>
                    <a:pt x="1242" y="1412"/>
                    <a:pt x="1242" y="1385"/>
                  </a:cubicBezTo>
                  <a:cubicBezTo>
                    <a:pt x="1242" y="1321"/>
                    <a:pt x="1242" y="1321"/>
                    <a:pt x="1242" y="1321"/>
                  </a:cubicBezTo>
                  <a:cubicBezTo>
                    <a:pt x="1242" y="1312"/>
                    <a:pt x="1247" y="1304"/>
                    <a:pt x="1255" y="1300"/>
                  </a:cubicBezTo>
                  <a:cubicBezTo>
                    <a:pt x="1305" y="1276"/>
                    <a:pt x="1337" y="1226"/>
                    <a:pt x="1337" y="1170"/>
                  </a:cubicBezTo>
                  <a:cubicBezTo>
                    <a:pt x="1337" y="836"/>
                    <a:pt x="1337" y="836"/>
                    <a:pt x="1337" y="836"/>
                  </a:cubicBezTo>
                  <a:cubicBezTo>
                    <a:pt x="1361" y="836"/>
                    <a:pt x="1361" y="836"/>
                    <a:pt x="1361" y="836"/>
                  </a:cubicBezTo>
                  <a:cubicBezTo>
                    <a:pt x="1401" y="836"/>
                    <a:pt x="1433" y="804"/>
                    <a:pt x="1433" y="764"/>
                  </a:cubicBezTo>
                  <a:cubicBezTo>
                    <a:pt x="1433" y="72"/>
                    <a:pt x="1433" y="72"/>
                    <a:pt x="1433" y="72"/>
                  </a:cubicBezTo>
                  <a:cubicBezTo>
                    <a:pt x="1433" y="32"/>
                    <a:pt x="1401" y="0"/>
                    <a:pt x="1361" y="0"/>
                  </a:cubicBezTo>
                  <a:close/>
                  <a:moveTo>
                    <a:pt x="549" y="932"/>
                  </a:moveTo>
                  <a:cubicBezTo>
                    <a:pt x="562" y="932"/>
                    <a:pt x="573" y="942"/>
                    <a:pt x="573" y="955"/>
                  </a:cubicBezTo>
                  <a:cubicBezTo>
                    <a:pt x="573" y="1170"/>
                    <a:pt x="573" y="1170"/>
                    <a:pt x="573" y="1170"/>
                  </a:cubicBezTo>
                  <a:cubicBezTo>
                    <a:pt x="573" y="1207"/>
                    <a:pt x="552" y="1241"/>
                    <a:pt x="518" y="1257"/>
                  </a:cubicBezTo>
                  <a:cubicBezTo>
                    <a:pt x="494" y="1269"/>
                    <a:pt x="478" y="1294"/>
                    <a:pt x="478" y="1321"/>
                  </a:cubicBezTo>
                  <a:cubicBezTo>
                    <a:pt x="478" y="1385"/>
                    <a:pt x="478" y="1385"/>
                    <a:pt x="478" y="1385"/>
                  </a:cubicBezTo>
                  <a:cubicBezTo>
                    <a:pt x="239" y="1385"/>
                    <a:pt x="239" y="1385"/>
                    <a:pt x="239" y="1385"/>
                  </a:cubicBezTo>
                  <a:cubicBezTo>
                    <a:pt x="239" y="1321"/>
                    <a:pt x="239" y="1321"/>
                    <a:pt x="239" y="1321"/>
                  </a:cubicBezTo>
                  <a:cubicBezTo>
                    <a:pt x="239" y="1294"/>
                    <a:pt x="223" y="1269"/>
                    <a:pt x="198" y="1257"/>
                  </a:cubicBezTo>
                  <a:cubicBezTo>
                    <a:pt x="165" y="1241"/>
                    <a:pt x="143" y="1207"/>
                    <a:pt x="143" y="1170"/>
                  </a:cubicBezTo>
                  <a:cubicBezTo>
                    <a:pt x="143" y="695"/>
                    <a:pt x="143" y="695"/>
                    <a:pt x="143" y="695"/>
                  </a:cubicBezTo>
                  <a:cubicBezTo>
                    <a:pt x="143" y="684"/>
                    <a:pt x="150" y="673"/>
                    <a:pt x="161" y="670"/>
                  </a:cubicBezTo>
                  <a:cubicBezTo>
                    <a:pt x="163" y="669"/>
                    <a:pt x="165" y="669"/>
                    <a:pt x="167" y="669"/>
                  </a:cubicBezTo>
                  <a:cubicBezTo>
                    <a:pt x="180" y="669"/>
                    <a:pt x="191" y="680"/>
                    <a:pt x="191" y="693"/>
                  </a:cubicBezTo>
                  <a:cubicBezTo>
                    <a:pt x="191" y="955"/>
                    <a:pt x="191" y="955"/>
                    <a:pt x="191" y="955"/>
                  </a:cubicBezTo>
                  <a:cubicBezTo>
                    <a:pt x="191" y="969"/>
                    <a:pt x="202" y="979"/>
                    <a:pt x="215" y="979"/>
                  </a:cubicBezTo>
                  <a:cubicBezTo>
                    <a:pt x="228" y="979"/>
                    <a:pt x="239" y="969"/>
                    <a:pt x="239" y="955"/>
                  </a:cubicBezTo>
                  <a:cubicBezTo>
                    <a:pt x="239" y="648"/>
                    <a:pt x="239" y="648"/>
                    <a:pt x="239" y="648"/>
                  </a:cubicBezTo>
                  <a:cubicBezTo>
                    <a:pt x="238" y="636"/>
                    <a:pt x="246" y="625"/>
                    <a:pt x="257" y="622"/>
                  </a:cubicBezTo>
                  <a:cubicBezTo>
                    <a:pt x="264" y="620"/>
                    <a:pt x="271" y="622"/>
                    <a:pt x="277" y="626"/>
                  </a:cubicBezTo>
                  <a:cubicBezTo>
                    <a:pt x="283" y="631"/>
                    <a:pt x="286" y="638"/>
                    <a:pt x="287" y="645"/>
                  </a:cubicBezTo>
                  <a:cubicBezTo>
                    <a:pt x="287" y="908"/>
                    <a:pt x="287" y="908"/>
                    <a:pt x="287" y="908"/>
                  </a:cubicBezTo>
                  <a:cubicBezTo>
                    <a:pt x="287" y="921"/>
                    <a:pt x="297" y="932"/>
                    <a:pt x="310" y="932"/>
                  </a:cubicBezTo>
                  <a:cubicBezTo>
                    <a:pt x="324" y="932"/>
                    <a:pt x="334" y="921"/>
                    <a:pt x="334" y="908"/>
                  </a:cubicBezTo>
                  <a:cubicBezTo>
                    <a:pt x="334" y="645"/>
                    <a:pt x="334" y="645"/>
                    <a:pt x="334" y="645"/>
                  </a:cubicBezTo>
                  <a:cubicBezTo>
                    <a:pt x="334" y="621"/>
                    <a:pt x="334" y="621"/>
                    <a:pt x="334" y="621"/>
                  </a:cubicBezTo>
                  <a:cubicBezTo>
                    <a:pt x="334" y="615"/>
                    <a:pt x="337" y="609"/>
                    <a:pt x="342" y="604"/>
                  </a:cubicBezTo>
                  <a:cubicBezTo>
                    <a:pt x="347" y="598"/>
                    <a:pt x="356" y="596"/>
                    <a:pt x="364" y="598"/>
                  </a:cubicBezTo>
                  <a:cubicBezTo>
                    <a:pt x="375" y="602"/>
                    <a:pt x="383" y="612"/>
                    <a:pt x="382" y="624"/>
                  </a:cubicBezTo>
                  <a:cubicBezTo>
                    <a:pt x="382" y="908"/>
                    <a:pt x="382" y="908"/>
                    <a:pt x="382" y="908"/>
                  </a:cubicBezTo>
                  <a:cubicBezTo>
                    <a:pt x="382" y="921"/>
                    <a:pt x="393" y="932"/>
                    <a:pt x="406" y="932"/>
                  </a:cubicBezTo>
                  <a:cubicBezTo>
                    <a:pt x="419" y="932"/>
                    <a:pt x="430" y="921"/>
                    <a:pt x="430" y="908"/>
                  </a:cubicBezTo>
                  <a:cubicBezTo>
                    <a:pt x="430" y="648"/>
                    <a:pt x="430" y="648"/>
                    <a:pt x="430" y="648"/>
                  </a:cubicBezTo>
                  <a:cubicBezTo>
                    <a:pt x="429" y="635"/>
                    <a:pt x="439" y="623"/>
                    <a:pt x="452" y="621"/>
                  </a:cubicBezTo>
                  <a:cubicBezTo>
                    <a:pt x="458" y="621"/>
                    <a:pt x="465" y="623"/>
                    <a:pt x="470" y="628"/>
                  </a:cubicBezTo>
                  <a:cubicBezTo>
                    <a:pt x="475" y="632"/>
                    <a:pt x="478" y="638"/>
                    <a:pt x="478" y="645"/>
                  </a:cubicBezTo>
                  <a:cubicBezTo>
                    <a:pt x="478" y="1099"/>
                    <a:pt x="478" y="1099"/>
                    <a:pt x="478" y="1099"/>
                  </a:cubicBezTo>
                  <a:cubicBezTo>
                    <a:pt x="478" y="1112"/>
                    <a:pt x="488" y="1123"/>
                    <a:pt x="501" y="1123"/>
                  </a:cubicBezTo>
                  <a:cubicBezTo>
                    <a:pt x="515" y="1123"/>
                    <a:pt x="525" y="1112"/>
                    <a:pt x="525" y="1099"/>
                  </a:cubicBezTo>
                  <a:cubicBezTo>
                    <a:pt x="525" y="932"/>
                    <a:pt x="525" y="932"/>
                    <a:pt x="525" y="932"/>
                  </a:cubicBezTo>
                  <a:lnTo>
                    <a:pt x="549" y="932"/>
                  </a:lnTo>
                  <a:close/>
                  <a:moveTo>
                    <a:pt x="1290" y="1170"/>
                  </a:moveTo>
                  <a:cubicBezTo>
                    <a:pt x="1290" y="1207"/>
                    <a:pt x="1268" y="1241"/>
                    <a:pt x="1235" y="1257"/>
                  </a:cubicBezTo>
                  <a:cubicBezTo>
                    <a:pt x="1210" y="1269"/>
                    <a:pt x="1194" y="1294"/>
                    <a:pt x="1194" y="1321"/>
                  </a:cubicBezTo>
                  <a:cubicBezTo>
                    <a:pt x="1194" y="1385"/>
                    <a:pt x="1194" y="1385"/>
                    <a:pt x="1194" y="1385"/>
                  </a:cubicBezTo>
                  <a:cubicBezTo>
                    <a:pt x="955" y="1385"/>
                    <a:pt x="955" y="1385"/>
                    <a:pt x="955" y="1385"/>
                  </a:cubicBezTo>
                  <a:cubicBezTo>
                    <a:pt x="955" y="1321"/>
                    <a:pt x="955" y="1321"/>
                    <a:pt x="955" y="1321"/>
                  </a:cubicBezTo>
                  <a:cubicBezTo>
                    <a:pt x="955" y="1294"/>
                    <a:pt x="939" y="1269"/>
                    <a:pt x="914" y="1257"/>
                  </a:cubicBezTo>
                  <a:cubicBezTo>
                    <a:pt x="881" y="1241"/>
                    <a:pt x="860" y="1207"/>
                    <a:pt x="860" y="1170"/>
                  </a:cubicBezTo>
                  <a:cubicBezTo>
                    <a:pt x="860" y="955"/>
                    <a:pt x="860" y="955"/>
                    <a:pt x="860" y="955"/>
                  </a:cubicBezTo>
                  <a:cubicBezTo>
                    <a:pt x="860" y="942"/>
                    <a:pt x="870" y="932"/>
                    <a:pt x="884" y="932"/>
                  </a:cubicBezTo>
                  <a:cubicBezTo>
                    <a:pt x="908" y="932"/>
                    <a:pt x="908" y="932"/>
                    <a:pt x="908" y="932"/>
                  </a:cubicBezTo>
                  <a:cubicBezTo>
                    <a:pt x="908" y="1099"/>
                    <a:pt x="908" y="1099"/>
                    <a:pt x="908" y="1099"/>
                  </a:cubicBezTo>
                  <a:cubicBezTo>
                    <a:pt x="908" y="1112"/>
                    <a:pt x="918" y="1123"/>
                    <a:pt x="931" y="1123"/>
                  </a:cubicBezTo>
                  <a:cubicBezTo>
                    <a:pt x="945" y="1123"/>
                    <a:pt x="955" y="1112"/>
                    <a:pt x="955" y="1099"/>
                  </a:cubicBezTo>
                  <a:cubicBezTo>
                    <a:pt x="955" y="645"/>
                    <a:pt x="955" y="645"/>
                    <a:pt x="955" y="645"/>
                  </a:cubicBezTo>
                  <a:cubicBezTo>
                    <a:pt x="955" y="639"/>
                    <a:pt x="958" y="632"/>
                    <a:pt x="963" y="628"/>
                  </a:cubicBezTo>
                  <a:cubicBezTo>
                    <a:pt x="968" y="623"/>
                    <a:pt x="974" y="620"/>
                    <a:pt x="981" y="621"/>
                  </a:cubicBezTo>
                  <a:cubicBezTo>
                    <a:pt x="994" y="623"/>
                    <a:pt x="1004" y="635"/>
                    <a:pt x="1003" y="648"/>
                  </a:cubicBezTo>
                  <a:cubicBezTo>
                    <a:pt x="1003" y="908"/>
                    <a:pt x="1003" y="908"/>
                    <a:pt x="1003" y="908"/>
                  </a:cubicBezTo>
                  <a:cubicBezTo>
                    <a:pt x="1003" y="921"/>
                    <a:pt x="1014" y="932"/>
                    <a:pt x="1027" y="932"/>
                  </a:cubicBezTo>
                  <a:cubicBezTo>
                    <a:pt x="1040" y="932"/>
                    <a:pt x="1051" y="921"/>
                    <a:pt x="1051" y="908"/>
                  </a:cubicBezTo>
                  <a:cubicBezTo>
                    <a:pt x="1051" y="624"/>
                    <a:pt x="1051" y="624"/>
                    <a:pt x="1051" y="624"/>
                  </a:cubicBezTo>
                  <a:cubicBezTo>
                    <a:pt x="1050" y="612"/>
                    <a:pt x="1058" y="602"/>
                    <a:pt x="1069" y="598"/>
                  </a:cubicBezTo>
                  <a:cubicBezTo>
                    <a:pt x="1076" y="596"/>
                    <a:pt x="1083" y="598"/>
                    <a:pt x="1089" y="602"/>
                  </a:cubicBezTo>
                  <a:cubicBezTo>
                    <a:pt x="1095" y="607"/>
                    <a:pt x="1099" y="614"/>
                    <a:pt x="1099" y="621"/>
                  </a:cubicBezTo>
                  <a:cubicBezTo>
                    <a:pt x="1099" y="645"/>
                    <a:pt x="1099" y="645"/>
                    <a:pt x="1099" y="645"/>
                  </a:cubicBezTo>
                  <a:cubicBezTo>
                    <a:pt x="1099" y="908"/>
                    <a:pt x="1099" y="908"/>
                    <a:pt x="1099" y="908"/>
                  </a:cubicBezTo>
                  <a:cubicBezTo>
                    <a:pt x="1099" y="921"/>
                    <a:pt x="1109" y="932"/>
                    <a:pt x="1122" y="932"/>
                  </a:cubicBezTo>
                  <a:cubicBezTo>
                    <a:pt x="1136" y="932"/>
                    <a:pt x="1146" y="921"/>
                    <a:pt x="1146" y="908"/>
                  </a:cubicBezTo>
                  <a:cubicBezTo>
                    <a:pt x="1146" y="645"/>
                    <a:pt x="1146" y="645"/>
                    <a:pt x="1146" y="645"/>
                  </a:cubicBezTo>
                  <a:cubicBezTo>
                    <a:pt x="1146" y="639"/>
                    <a:pt x="1149" y="632"/>
                    <a:pt x="1154" y="628"/>
                  </a:cubicBezTo>
                  <a:cubicBezTo>
                    <a:pt x="1159" y="622"/>
                    <a:pt x="1168" y="620"/>
                    <a:pt x="1176" y="622"/>
                  </a:cubicBezTo>
                  <a:cubicBezTo>
                    <a:pt x="1187" y="625"/>
                    <a:pt x="1195" y="636"/>
                    <a:pt x="1194" y="648"/>
                  </a:cubicBezTo>
                  <a:cubicBezTo>
                    <a:pt x="1194" y="955"/>
                    <a:pt x="1194" y="955"/>
                    <a:pt x="1194" y="955"/>
                  </a:cubicBezTo>
                  <a:cubicBezTo>
                    <a:pt x="1194" y="969"/>
                    <a:pt x="1205" y="979"/>
                    <a:pt x="1218" y="979"/>
                  </a:cubicBezTo>
                  <a:cubicBezTo>
                    <a:pt x="1231" y="979"/>
                    <a:pt x="1242" y="969"/>
                    <a:pt x="1242" y="955"/>
                  </a:cubicBezTo>
                  <a:cubicBezTo>
                    <a:pt x="1242" y="693"/>
                    <a:pt x="1242" y="693"/>
                    <a:pt x="1242" y="693"/>
                  </a:cubicBezTo>
                  <a:cubicBezTo>
                    <a:pt x="1242" y="686"/>
                    <a:pt x="1245" y="680"/>
                    <a:pt x="1249" y="676"/>
                  </a:cubicBezTo>
                  <a:cubicBezTo>
                    <a:pt x="1255" y="670"/>
                    <a:pt x="1264" y="667"/>
                    <a:pt x="1272" y="670"/>
                  </a:cubicBezTo>
                  <a:cubicBezTo>
                    <a:pt x="1283" y="673"/>
                    <a:pt x="1290" y="684"/>
                    <a:pt x="1290" y="695"/>
                  </a:cubicBezTo>
                  <a:lnTo>
                    <a:pt x="1290" y="1170"/>
                  </a:lnTo>
                  <a:close/>
                  <a:moveTo>
                    <a:pt x="1385" y="764"/>
                  </a:moveTo>
                  <a:cubicBezTo>
                    <a:pt x="1385" y="778"/>
                    <a:pt x="1375" y="788"/>
                    <a:pt x="1361" y="788"/>
                  </a:cubicBezTo>
                  <a:cubicBezTo>
                    <a:pt x="1337" y="788"/>
                    <a:pt x="1337" y="788"/>
                    <a:pt x="1337" y="788"/>
                  </a:cubicBezTo>
                  <a:cubicBezTo>
                    <a:pt x="1337" y="695"/>
                    <a:pt x="1337" y="695"/>
                    <a:pt x="1337" y="695"/>
                  </a:cubicBezTo>
                  <a:cubicBezTo>
                    <a:pt x="1338" y="662"/>
                    <a:pt x="1316" y="632"/>
                    <a:pt x="1283" y="623"/>
                  </a:cubicBezTo>
                  <a:cubicBezTo>
                    <a:pt x="1269" y="620"/>
                    <a:pt x="1253" y="621"/>
                    <a:pt x="1239" y="626"/>
                  </a:cubicBezTo>
                  <a:cubicBezTo>
                    <a:pt x="1233" y="605"/>
                    <a:pt x="1218" y="588"/>
                    <a:pt x="1198" y="579"/>
                  </a:cubicBezTo>
                  <a:cubicBezTo>
                    <a:pt x="1177" y="570"/>
                    <a:pt x="1154" y="572"/>
                    <a:pt x="1135" y="583"/>
                  </a:cubicBezTo>
                  <a:cubicBezTo>
                    <a:pt x="1132" y="578"/>
                    <a:pt x="1129" y="574"/>
                    <a:pt x="1126" y="571"/>
                  </a:cubicBezTo>
                  <a:cubicBezTo>
                    <a:pt x="1110" y="555"/>
                    <a:pt x="1089" y="548"/>
                    <a:pt x="1067" y="550"/>
                  </a:cubicBezTo>
                  <a:cubicBezTo>
                    <a:pt x="1045" y="552"/>
                    <a:pt x="1026" y="565"/>
                    <a:pt x="1015" y="583"/>
                  </a:cubicBezTo>
                  <a:cubicBezTo>
                    <a:pt x="1006" y="578"/>
                    <a:pt x="996" y="575"/>
                    <a:pt x="986" y="574"/>
                  </a:cubicBezTo>
                  <a:cubicBezTo>
                    <a:pt x="966" y="572"/>
                    <a:pt x="946" y="579"/>
                    <a:pt x="931" y="592"/>
                  </a:cubicBezTo>
                  <a:cubicBezTo>
                    <a:pt x="916" y="606"/>
                    <a:pt x="908" y="625"/>
                    <a:pt x="908" y="645"/>
                  </a:cubicBezTo>
                  <a:cubicBezTo>
                    <a:pt x="908" y="788"/>
                    <a:pt x="908" y="788"/>
                    <a:pt x="908" y="788"/>
                  </a:cubicBezTo>
                  <a:cubicBezTo>
                    <a:pt x="525" y="788"/>
                    <a:pt x="525" y="788"/>
                    <a:pt x="525" y="788"/>
                  </a:cubicBezTo>
                  <a:cubicBezTo>
                    <a:pt x="525" y="645"/>
                    <a:pt x="525" y="645"/>
                    <a:pt x="525" y="645"/>
                  </a:cubicBezTo>
                  <a:cubicBezTo>
                    <a:pt x="525" y="625"/>
                    <a:pt x="517" y="606"/>
                    <a:pt x="502" y="592"/>
                  </a:cubicBezTo>
                  <a:cubicBezTo>
                    <a:pt x="487" y="579"/>
                    <a:pt x="467" y="572"/>
                    <a:pt x="447" y="574"/>
                  </a:cubicBezTo>
                  <a:cubicBezTo>
                    <a:pt x="437" y="575"/>
                    <a:pt x="427" y="578"/>
                    <a:pt x="418" y="583"/>
                  </a:cubicBezTo>
                  <a:cubicBezTo>
                    <a:pt x="407" y="565"/>
                    <a:pt x="388" y="552"/>
                    <a:pt x="366" y="550"/>
                  </a:cubicBezTo>
                  <a:cubicBezTo>
                    <a:pt x="345" y="547"/>
                    <a:pt x="323" y="555"/>
                    <a:pt x="308" y="570"/>
                  </a:cubicBezTo>
                  <a:cubicBezTo>
                    <a:pt x="304" y="574"/>
                    <a:pt x="301" y="578"/>
                    <a:pt x="298" y="583"/>
                  </a:cubicBezTo>
                  <a:cubicBezTo>
                    <a:pt x="282" y="573"/>
                    <a:pt x="263" y="571"/>
                    <a:pt x="245" y="576"/>
                  </a:cubicBezTo>
                  <a:cubicBezTo>
                    <a:pt x="220" y="582"/>
                    <a:pt x="201" y="601"/>
                    <a:pt x="194" y="626"/>
                  </a:cubicBezTo>
                  <a:cubicBezTo>
                    <a:pt x="180" y="621"/>
                    <a:pt x="164" y="620"/>
                    <a:pt x="149" y="623"/>
                  </a:cubicBezTo>
                  <a:cubicBezTo>
                    <a:pt x="117" y="632"/>
                    <a:pt x="95" y="662"/>
                    <a:pt x="95" y="695"/>
                  </a:cubicBezTo>
                  <a:cubicBezTo>
                    <a:pt x="95" y="788"/>
                    <a:pt x="95" y="788"/>
                    <a:pt x="95" y="788"/>
                  </a:cubicBezTo>
                  <a:cubicBezTo>
                    <a:pt x="72" y="788"/>
                    <a:pt x="72" y="788"/>
                    <a:pt x="72" y="788"/>
                  </a:cubicBezTo>
                  <a:cubicBezTo>
                    <a:pt x="58" y="788"/>
                    <a:pt x="48" y="778"/>
                    <a:pt x="48" y="764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48" y="59"/>
                    <a:pt x="58" y="48"/>
                    <a:pt x="72" y="48"/>
                  </a:cubicBezTo>
                  <a:cubicBezTo>
                    <a:pt x="1361" y="48"/>
                    <a:pt x="1361" y="48"/>
                    <a:pt x="1361" y="48"/>
                  </a:cubicBezTo>
                  <a:cubicBezTo>
                    <a:pt x="1375" y="48"/>
                    <a:pt x="1385" y="59"/>
                    <a:pt x="1385" y="72"/>
                  </a:cubicBezTo>
                  <a:lnTo>
                    <a:pt x="1385" y="7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6" name="Google Shape;1354;p34"/>
            <p:cNvSpPr/>
            <p:nvPr/>
          </p:nvSpPr>
          <p:spPr>
            <a:xfrm>
              <a:off x="5140325" y="-2206625"/>
              <a:ext cx="95250" cy="96837"/>
            </a:xfrm>
            <a:custGeom>
              <a:avLst/>
              <a:gdLst/>
              <a:ahLst/>
              <a:cxnLst/>
              <a:rect l="l" t="t" r="r" b="b"/>
              <a:pathLst>
                <a:path w="167" h="168" extrusionOk="0">
                  <a:moveTo>
                    <a:pt x="120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2"/>
                    <a:pt x="0" y="4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46"/>
                    <a:pt x="22" y="168"/>
                    <a:pt x="48" y="168"/>
                  </a:cubicBezTo>
                  <a:cubicBezTo>
                    <a:pt x="120" y="168"/>
                    <a:pt x="120" y="168"/>
                    <a:pt x="120" y="168"/>
                  </a:cubicBezTo>
                  <a:cubicBezTo>
                    <a:pt x="146" y="168"/>
                    <a:pt x="167" y="146"/>
                    <a:pt x="167" y="120"/>
                  </a:cubicBezTo>
                  <a:cubicBezTo>
                    <a:pt x="167" y="48"/>
                    <a:pt x="167" y="48"/>
                    <a:pt x="167" y="48"/>
                  </a:cubicBezTo>
                  <a:cubicBezTo>
                    <a:pt x="167" y="22"/>
                    <a:pt x="146" y="0"/>
                    <a:pt x="120" y="0"/>
                  </a:cubicBezTo>
                  <a:close/>
                  <a:moveTo>
                    <a:pt x="48" y="120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120"/>
                    <a:pt x="120" y="120"/>
                    <a:pt x="120" y="120"/>
                  </a:cubicBezTo>
                  <a:lnTo>
                    <a:pt x="48" y="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7" name="Google Shape;1355;p34"/>
            <p:cNvSpPr/>
            <p:nvPr/>
          </p:nvSpPr>
          <p:spPr>
            <a:xfrm>
              <a:off x="5016500" y="-2206625"/>
              <a:ext cx="95250" cy="96837"/>
            </a:xfrm>
            <a:custGeom>
              <a:avLst/>
              <a:gdLst/>
              <a:ahLst/>
              <a:cxnLst/>
              <a:rect l="l" t="t" r="r" b="b"/>
              <a:pathLst>
                <a:path w="167" h="168" extrusionOk="0">
                  <a:moveTo>
                    <a:pt x="120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2"/>
                    <a:pt x="0" y="4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46"/>
                    <a:pt x="22" y="168"/>
                    <a:pt x="48" y="168"/>
                  </a:cubicBezTo>
                  <a:cubicBezTo>
                    <a:pt x="120" y="168"/>
                    <a:pt x="120" y="168"/>
                    <a:pt x="120" y="168"/>
                  </a:cubicBezTo>
                  <a:cubicBezTo>
                    <a:pt x="146" y="168"/>
                    <a:pt x="167" y="146"/>
                    <a:pt x="167" y="120"/>
                  </a:cubicBezTo>
                  <a:cubicBezTo>
                    <a:pt x="167" y="48"/>
                    <a:pt x="167" y="48"/>
                    <a:pt x="167" y="48"/>
                  </a:cubicBezTo>
                  <a:cubicBezTo>
                    <a:pt x="167" y="22"/>
                    <a:pt x="146" y="0"/>
                    <a:pt x="120" y="0"/>
                  </a:cubicBezTo>
                  <a:close/>
                  <a:moveTo>
                    <a:pt x="48" y="120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120"/>
                    <a:pt x="120" y="120"/>
                    <a:pt x="120" y="120"/>
                  </a:cubicBezTo>
                  <a:lnTo>
                    <a:pt x="48" y="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8" name="Google Shape;1356;p34"/>
            <p:cNvSpPr/>
            <p:nvPr/>
          </p:nvSpPr>
          <p:spPr>
            <a:xfrm>
              <a:off x="5016500" y="-2328863"/>
              <a:ext cx="219075" cy="95250"/>
            </a:xfrm>
            <a:custGeom>
              <a:avLst/>
              <a:gdLst/>
              <a:ahLst/>
              <a:cxnLst/>
              <a:rect l="l" t="t" r="r" b="b"/>
              <a:pathLst>
                <a:path w="382" h="167" extrusionOk="0">
                  <a:moveTo>
                    <a:pt x="335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1"/>
                    <a:pt x="0" y="47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45"/>
                    <a:pt x="22" y="167"/>
                    <a:pt x="48" y="167"/>
                  </a:cubicBezTo>
                  <a:cubicBezTo>
                    <a:pt x="335" y="167"/>
                    <a:pt x="335" y="167"/>
                    <a:pt x="335" y="167"/>
                  </a:cubicBezTo>
                  <a:cubicBezTo>
                    <a:pt x="361" y="167"/>
                    <a:pt x="382" y="145"/>
                    <a:pt x="382" y="119"/>
                  </a:cubicBezTo>
                  <a:cubicBezTo>
                    <a:pt x="382" y="47"/>
                    <a:pt x="382" y="47"/>
                    <a:pt x="382" y="47"/>
                  </a:cubicBezTo>
                  <a:cubicBezTo>
                    <a:pt x="382" y="21"/>
                    <a:pt x="361" y="0"/>
                    <a:pt x="335" y="0"/>
                  </a:cubicBezTo>
                  <a:close/>
                  <a:moveTo>
                    <a:pt x="335" y="119"/>
                  </a:moveTo>
                  <a:cubicBezTo>
                    <a:pt x="48" y="119"/>
                    <a:pt x="48" y="119"/>
                    <a:pt x="48" y="119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335" y="47"/>
                    <a:pt x="335" y="47"/>
                    <a:pt x="335" y="47"/>
                  </a:cubicBezTo>
                  <a:lnTo>
                    <a:pt x="335" y="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9" name="Google Shape;1357;p34"/>
            <p:cNvSpPr/>
            <p:nvPr/>
          </p:nvSpPr>
          <p:spPr>
            <a:xfrm>
              <a:off x="4894263" y="-2206625"/>
              <a:ext cx="95250" cy="96837"/>
            </a:xfrm>
            <a:custGeom>
              <a:avLst/>
              <a:gdLst/>
              <a:ahLst/>
              <a:cxnLst/>
              <a:rect l="l" t="t" r="r" b="b"/>
              <a:pathLst>
                <a:path w="168" h="168" extrusionOk="0">
                  <a:moveTo>
                    <a:pt x="120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2"/>
                    <a:pt x="0" y="4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46"/>
                    <a:pt x="22" y="168"/>
                    <a:pt x="48" y="168"/>
                  </a:cubicBezTo>
                  <a:cubicBezTo>
                    <a:pt x="120" y="168"/>
                    <a:pt x="120" y="168"/>
                    <a:pt x="120" y="168"/>
                  </a:cubicBezTo>
                  <a:cubicBezTo>
                    <a:pt x="146" y="168"/>
                    <a:pt x="168" y="146"/>
                    <a:pt x="168" y="120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8" y="22"/>
                    <a:pt x="146" y="0"/>
                    <a:pt x="120" y="0"/>
                  </a:cubicBezTo>
                  <a:close/>
                  <a:moveTo>
                    <a:pt x="48" y="120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120"/>
                    <a:pt x="120" y="120"/>
                    <a:pt x="120" y="120"/>
                  </a:cubicBezTo>
                  <a:lnTo>
                    <a:pt x="48" y="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0" name="Google Shape;1358;p34"/>
            <p:cNvSpPr/>
            <p:nvPr/>
          </p:nvSpPr>
          <p:spPr>
            <a:xfrm>
              <a:off x="4894263" y="-2328863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168" h="167" extrusionOk="0">
                  <a:moveTo>
                    <a:pt x="120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1"/>
                    <a:pt x="0" y="47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45"/>
                    <a:pt x="22" y="167"/>
                    <a:pt x="48" y="167"/>
                  </a:cubicBezTo>
                  <a:cubicBezTo>
                    <a:pt x="120" y="167"/>
                    <a:pt x="120" y="167"/>
                    <a:pt x="120" y="167"/>
                  </a:cubicBezTo>
                  <a:cubicBezTo>
                    <a:pt x="146" y="167"/>
                    <a:pt x="168" y="145"/>
                    <a:pt x="168" y="119"/>
                  </a:cubicBezTo>
                  <a:cubicBezTo>
                    <a:pt x="168" y="47"/>
                    <a:pt x="168" y="47"/>
                    <a:pt x="168" y="47"/>
                  </a:cubicBezTo>
                  <a:cubicBezTo>
                    <a:pt x="168" y="21"/>
                    <a:pt x="146" y="0"/>
                    <a:pt x="120" y="0"/>
                  </a:cubicBezTo>
                  <a:close/>
                  <a:moveTo>
                    <a:pt x="48" y="119"/>
                  </a:moveTo>
                  <a:cubicBezTo>
                    <a:pt x="48" y="47"/>
                    <a:pt x="48" y="47"/>
                    <a:pt x="48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119"/>
                    <a:pt x="120" y="119"/>
                    <a:pt x="120" y="119"/>
                  </a:cubicBezTo>
                  <a:lnTo>
                    <a:pt x="48" y="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1" name="Google Shape;1359;p34"/>
            <p:cNvSpPr/>
            <p:nvPr/>
          </p:nvSpPr>
          <p:spPr>
            <a:xfrm>
              <a:off x="4772025" y="-2206625"/>
              <a:ext cx="95250" cy="96837"/>
            </a:xfrm>
            <a:custGeom>
              <a:avLst/>
              <a:gdLst/>
              <a:ahLst/>
              <a:cxnLst/>
              <a:rect l="l" t="t" r="r" b="b"/>
              <a:pathLst>
                <a:path w="168" h="168" extrusionOk="0">
                  <a:moveTo>
                    <a:pt x="120" y="168"/>
                  </a:moveTo>
                  <a:cubicBezTo>
                    <a:pt x="146" y="168"/>
                    <a:pt x="168" y="146"/>
                    <a:pt x="168" y="120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8" y="22"/>
                    <a:pt x="146" y="0"/>
                    <a:pt x="12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2"/>
                    <a:pt x="0" y="4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46"/>
                    <a:pt x="22" y="168"/>
                    <a:pt x="48" y="168"/>
                  </a:cubicBezTo>
                  <a:lnTo>
                    <a:pt x="120" y="168"/>
                  </a:lnTo>
                  <a:close/>
                  <a:moveTo>
                    <a:pt x="48" y="48"/>
                  </a:moveTo>
                  <a:cubicBezTo>
                    <a:pt x="120" y="48"/>
                    <a:pt x="120" y="48"/>
                    <a:pt x="120" y="48"/>
                  </a:cubicBezTo>
                  <a:cubicBezTo>
                    <a:pt x="120" y="120"/>
                    <a:pt x="120" y="120"/>
                    <a:pt x="120" y="120"/>
                  </a:cubicBezTo>
                  <a:cubicBezTo>
                    <a:pt x="48" y="120"/>
                    <a:pt x="48" y="120"/>
                    <a:pt x="48" y="120"/>
                  </a:cubicBezTo>
                  <a:lnTo>
                    <a:pt x="48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2" name="Google Shape;1360;p34"/>
            <p:cNvSpPr/>
            <p:nvPr/>
          </p:nvSpPr>
          <p:spPr>
            <a:xfrm>
              <a:off x="4772025" y="-2328863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168" h="167" extrusionOk="0">
                  <a:moveTo>
                    <a:pt x="48" y="167"/>
                  </a:moveTo>
                  <a:cubicBezTo>
                    <a:pt x="120" y="167"/>
                    <a:pt x="120" y="167"/>
                    <a:pt x="120" y="167"/>
                  </a:cubicBezTo>
                  <a:cubicBezTo>
                    <a:pt x="146" y="167"/>
                    <a:pt x="168" y="145"/>
                    <a:pt x="168" y="119"/>
                  </a:cubicBezTo>
                  <a:cubicBezTo>
                    <a:pt x="168" y="47"/>
                    <a:pt x="168" y="47"/>
                    <a:pt x="168" y="47"/>
                  </a:cubicBezTo>
                  <a:cubicBezTo>
                    <a:pt x="168" y="21"/>
                    <a:pt x="146" y="0"/>
                    <a:pt x="120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1"/>
                    <a:pt x="0" y="47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45"/>
                    <a:pt x="22" y="167"/>
                    <a:pt x="48" y="167"/>
                  </a:cubicBezTo>
                  <a:close/>
                  <a:moveTo>
                    <a:pt x="48" y="47"/>
                  </a:moveTo>
                  <a:cubicBezTo>
                    <a:pt x="120" y="47"/>
                    <a:pt x="120" y="47"/>
                    <a:pt x="120" y="47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48" y="119"/>
                    <a:pt x="48" y="119"/>
                    <a:pt x="48" y="119"/>
                  </a:cubicBezTo>
                  <a:lnTo>
                    <a:pt x="48" y="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3" name="Google Shape;1361;p34"/>
            <p:cNvSpPr/>
            <p:nvPr/>
          </p:nvSpPr>
          <p:spPr>
            <a:xfrm>
              <a:off x="4648200" y="-2206625"/>
              <a:ext cx="96838" cy="96837"/>
            </a:xfrm>
            <a:custGeom>
              <a:avLst/>
              <a:gdLst/>
              <a:ahLst/>
              <a:cxnLst/>
              <a:rect l="l" t="t" r="r" b="b"/>
              <a:pathLst>
                <a:path w="168" h="168" extrusionOk="0">
                  <a:moveTo>
                    <a:pt x="120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2"/>
                    <a:pt x="0" y="4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46"/>
                    <a:pt x="22" y="168"/>
                    <a:pt x="48" y="168"/>
                  </a:cubicBezTo>
                  <a:cubicBezTo>
                    <a:pt x="120" y="168"/>
                    <a:pt x="120" y="168"/>
                    <a:pt x="120" y="168"/>
                  </a:cubicBezTo>
                  <a:cubicBezTo>
                    <a:pt x="146" y="168"/>
                    <a:pt x="168" y="146"/>
                    <a:pt x="168" y="120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8" y="22"/>
                    <a:pt x="146" y="0"/>
                    <a:pt x="120" y="0"/>
                  </a:cubicBezTo>
                  <a:close/>
                  <a:moveTo>
                    <a:pt x="48" y="120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120"/>
                    <a:pt x="120" y="120"/>
                    <a:pt x="120" y="120"/>
                  </a:cubicBezTo>
                  <a:lnTo>
                    <a:pt x="48" y="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4" name="Google Shape;1362;p34"/>
            <p:cNvSpPr/>
            <p:nvPr/>
          </p:nvSpPr>
          <p:spPr>
            <a:xfrm>
              <a:off x="4648200" y="-2328863"/>
              <a:ext cx="96838" cy="95250"/>
            </a:xfrm>
            <a:custGeom>
              <a:avLst/>
              <a:gdLst/>
              <a:ahLst/>
              <a:cxnLst/>
              <a:rect l="l" t="t" r="r" b="b"/>
              <a:pathLst>
                <a:path w="168" h="167" extrusionOk="0">
                  <a:moveTo>
                    <a:pt x="120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1"/>
                    <a:pt x="0" y="47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45"/>
                    <a:pt x="22" y="167"/>
                    <a:pt x="48" y="167"/>
                  </a:cubicBezTo>
                  <a:cubicBezTo>
                    <a:pt x="120" y="167"/>
                    <a:pt x="120" y="167"/>
                    <a:pt x="120" y="167"/>
                  </a:cubicBezTo>
                  <a:cubicBezTo>
                    <a:pt x="146" y="167"/>
                    <a:pt x="168" y="145"/>
                    <a:pt x="168" y="119"/>
                  </a:cubicBezTo>
                  <a:cubicBezTo>
                    <a:pt x="168" y="47"/>
                    <a:pt x="168" y="47"/>
                    <a:pt x="168" y="47"/>
                  </a:cubicBezTo>
                  <a:cubicBezTo>
                    <a:pt x="168" y="21"/>
                    <a:pt x="146" y="0"/>
                    <a:pt x="120" y="0"/>
                  </a:cubicBezTo>
                  <a:close/>
                  <a:moveTo>
                    <a:pt x="48" y="119"/>
                  </a:moveTo>
                  <a:cubicBezTo>
                    <a:pt x="48" y="47"/>
                    <a:pt x="48" y="47"/>
                    <a:pt x="48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119"/>
                    <a:pt x="120" y="119"/>
                    <a:pt x="120" y="119"/>
                  </a:cubicBezTo>
                  <a:lnTo>
                    <a:pt x="48" y="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5" name="Google Shape;1363;p34"/>
            <p:cNvSpPr/>
            <p:nvPr/>
          </p:nvSpPr>
          <p:spPr>
            <a:xfrm>
              <a:off x="4525963" y="-2206625"/>
              <a:ext cx="96838" cy="96837"/>
            </a:xfrm>
            <a:custGeom>
              <a:avLst/>
              <a:gdLst/>
              <a:ahLst/>
              <a:cxnLst/>
              <a:rect l="l" t="t" r="r" b="b"/>
              <a:pathLst>
                <a:path w="168" h="168" extrusionOk="0">
                  <a:moveTo>
                    <a:pt x="120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2"/>
                    <a:pt x="0" y="4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46"/>
                    <a:pt x="22" y="168"/>
                    <a:pt x="48" y="168"/>
                  </a:cubicBezTo>
                  <a:cubicBezTo>
                    <a:pt x="120" y="168"/>
                    <a:pt x="120" y="168"/>
                    <a:pt x="120" y="168"/>
                  </a:cubicBezTo>
                  <a:cubicBezTo>
                    <a:pt x="146" y="168"/>
                    <a:pt x="168" y="146"/>
                    <a:pt x="168" y="120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8" y="22"/>
                    <a:pt x="146" y="0"/>
                    <a:pt x="120" y="0"/>
                  </a:cubicBezTo>
                  <a:close/>
                  <a:moveTo>
                    <a:pt x="48" y="120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120"/>
                    <a:pt x="120" y="120"/>
                    <a:pt x="120" y="120"/>
                  </a:cubicBezTo>
                  <a:lnTo>
                    <a:pt x="48" y="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6" name="Google Shape;1364;p34"/>
            <p:cNvSpPr/>
            <p:nvPr/>
          </p:nvSpPr>
          <p:spPr>
            <a:xfrm>
              <a:off x="4525963" y="-2328863"/>
              <a:ext cx="96838" cy="95250"/>
            </a:xfrm>
            <a:custGeom>
              <a:avLst/>
              <a:gdLst/>
              <a:ahLst/>
              <a:cxnLst/>
              <a:rect l="l" t="t" r="r" b="b"/>
              <a:pathLst>
                <a:path w="168" h="167" extrusionOk="0">
                  <a:moveTo>
                    <a:pt x="120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1"/>
                    <a:pt x="0" y="47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45"/>
                    <a:pt x="22" y="167"/>
                    <a:pt x="48" y="167"/>
                  </a:cubicBezTo>
                  <a:cubicBezTo>
                    <a:pt x="120" y="167"/>
                    <a:pt x="120" y="167"/>
                    <a:pt x="120" y="167"/>
                  </a:cubicBezTo>
                  <a:cubicBezTo>
                    <a:pt x="146" y="167"/>
                    <a:pt x="168" y="145"/>
                    <a:pt x="168" y="119"/>
                  </a:cubicBezTo>
                  <a:cubicBezTo>
                    <a:pt x="168" y="47"/>
                    <a:pt x="168" y="47"/>
                    <a:pt x="168" y="47"/>
                  </a:cubicBezTo>
                  <a:cubicBezTo>
                    <a:pt x="168" y="21"/>
                    <a:pt x="146" y="0"/>
                    <a:pt x="120" y="0"/>
                  </a:cubicBezTo>
                  <a:close/>
                  <a:moveTo>
                    <a:pt x="48" y="119"/>
                  </a:moveTo>
                  <a:cubicBezTo>
                    <a:pt x="48" y="47"/>
                    <a:pt x="48" y="47"/>
                    <a:pt x="48" y="47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119"/>
                    <a:pt x="120" y="119"/>
                    <a:pt x="120" y="119"/>
                  </a:cubicBezTo>
                  <a:lnTo>
                    <a:pt x="48" y="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7" name="Google Shape;1365;p34"/>
            <p:cNvSpPr/>
            <p:nvPr/>
          </p:nvSpPr>
          <p:spPr>
            <a:xfrm>
              <a:off x="4799013" y="-2084388"/>
              <a:ext cx="163513" cy="96837"/>
            </a:xfrm>
            <a:custGeom>
              <a:avLst/>
              <a:gdLst/>
              <a:ahLst/>
              <a:cxnLst/>
              <a:rect l="l" t="t" r="r" b="b"/>
              <a:pathLst>
                <a:path w="287" h="168" extrusionOk="0">
                  <a:moveTo>
                    <a:pt x="239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2"/>
                    <a:pt x="0" y="4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46"/>
                    <a:pt x="22" y="168"/>
                    <a:pt x="48" y="168"/>
                  </a:cubicBezTo>
                  <a:cubicBezTo>
                    <a:pt x="239" y="168"/>
                    <a:pt x="239" y="168"/>
                    <a:pt x="239" y="168"/>
                  </a:cubicBezTo>
                  <a:cubicBezTo>
                    <a:pt x="265" y="168"/>
                    <a:pt x="287" y="146"/>
                    <a:pt x="287" y="120"/>
                  </a:cubicBezTo>
                  <a:cubicBezTo>
                    <a:pt x="287" y="48"/>
                    <a:pt x="287" y="48"/>
                    <a:pt x="287" y="48"/>
                  </a:cubicBezTo>
                  <a:cubicBezTo>
                    <a:pt x="287" y="22"/>
                    <a:pt x="265" y="0"/>
                    <a:pt x="239" y="0"/>
                  </a:cubicBezTo>
                  <a:close/>
                  <a:moveTo>
                    <a:pt x="48" y="120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120"/>
                    <a:pt x="239" y="120"/>
                    <a:pt x="239" y="120"/>
                  </a:cubicBezTo>
                  <a:lnTo>
                    <a:pt x="48" y="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78" name="Google Shape;1366;p34"/>
          <p:cNvSpPr/>
          <p:nvPr/>
        </p:nvSpPr>
        <p:spPr>
          <a:xfrm>
            <a:off x="9452370" y="5859534"/>
            <a:ext cx="596650" cy="461100"/>
          </a:xfrm>
          <a:custGeom>
            <a:avLst/>
            <a:gdLst/>
            <a:ahLst/>
            <a:cxnLst/>
            <a:rect l="l" t="t" r="r" b="b"/>
            <a:pathLst>
              <a:path w="1433" h="1106" extrusionOk="0">
                <a:moveTo>
                  <a:pt x="1336" y="366"/>
                </a:moveTo>
                <a:cubicBezTo>
                  <a:pt x="738" y="366"/>
                  <a:pt x="738" y="366"/>
                  <a:pt x="738" y="366"/>
                </a:cubicBezTo>
                <a:cubicBezTo>
                  <a:pt x="738" y="311"/>
                  <a:pt x="738" y="311"/>
                  <a:pt x="738" y="311"/>
                </a:cubicBezTo>
                <a:cubicBezTo>
                  <a:pt x="738" y="244"/>
                  <a:pt x="683" y="191"/>
                  <a:pt x="616" y="191"/>
                </a:cubicBezTo>
                <a:cubicBezTo>
                  <a:pt x="573" y="191"/>
                  <a:pt x="538" y="156"/>
                  <a:pt x="538" y="112"/>
                </a:cubicBezTo>
                <a:cubicBezTo>
                  <a:pt x="538" y="23"/>
                  <a:pt x="538" y="23"/>
                  <a:pt x="538" y="23"/>
                </a:cubicBezTo>
                <a:cubicBezTo>
                  <a:pt x="538" y="11"/>
                  <a:pt x="529" y="1"/>
                  <a:pt x="517" y="1"/>
                </a:cubicBezTo>
                <a:cubicBezTo>
                  <a:pt x="505" y="0"/>
                  <a:pt x="495" y="10"/>
                  <a:pt x="495" y="22"/>
                </a:cubicBezTo>
                <a:cubicBezTo>
                  <a:pt x="495" y="114"/>
                  <a:pt x="495" y="114"/>
                  <a:pt x="495" y="114"/>
                </a:cubicBezTo>
                <a:cubicBezTo>
                  <a:pt x="495" y="181"/>
                  <a:pt x="550" y="233"/>
                  <a:pt x="617" y="234"/>
                </a:cubicBezTo>
                <a:cubicBezTo>
                  <a:pt x="660" y="234"/>
                  <a:pt x="695" y="269"/>
                  <a:pt x="695" y="312"/>
                </a:cubicBezTo>
                <a:cubicBezTo>
                  <a:pt x="695" y="366"/>
                  <a:pt x="695" y="366"/>
                  <a:pt x="695" y="366"/>
                </a:cubicBezTo>
                <a:cubicBezTo>
                  <a:pt x="264" y="366"/>
                  <a:pt x="264" y="366"/>
                  <a:pt x="264" y="366"/>
                </a:cubicBezTo>
                <a:cubicBezTo>
                  <a:pt x="252" y="366"/>
                  <a:pt x="243" y="375"/>
                  <a:pt x="243" y="387"/>
                </a:cubicBezTo>
                <a:cubicBezTo>
                  <a:pt x="243" y="399"/>
                  <a:pt x="252" y="408"/>
                  <a:pt x="264" y="408"/>
                </a:cubicBezTo>
                <a:cubicBezTo>
                  <a:pt x="1336" y="408"/>
                  <a:pt x="1336" y="408"/>
                  <a:pt x="1336" y="408"/>
                </a:cubicBezTo>
                <a:cubicBezTo>
                  <a:pt x="1366" y="408"/>
                  <a:pt x="1390" y="433"/>
                  <a:pt x="1390" y="463"/>
                </a:cubicBezTo>
                <a:cubicBezTo>
                  <a:pt x="1390" y="505"/>
                  <a:pt x="1390" y="505"/>
                  <a:pt x="1390" y="505"/>
                </a:cubicBezTo>
                <a:cubicBezTo>
                  <a:pt x="43" y="505"/>
                  <a:pt x="43" y="505"/>
                  <a:pt x="43" y="505"/>
                </a:cubicBezTo>
                <a:cubicBezTo>
                  <a:pt x="43" y="463"/>
                  <a:pt x="43" y="463"/>
                  <a:pt x="43" y="463"/>
                </a:cubicBezTo>
                <a:cubicBezTo>
                  <a:pt x="43" y="433"/>
                  <a:pt x="67" y="408"/>
                  <a:pt x="97" y="408"/>
                </a:cubicBezTo>
                <a:cubicBezTo>
                  <a:pt x="165" y="408"/>
                  <a:pt x="165" y="408"/>
                  <a:pt x="165" y="408"/>
                </a:cubicBezTo>
                <a:cubicBezTo>
                  <a:pt x="176" y="408"/>
                  <a:pt x="186" y="399"/>
                  <a:pt x="186" y="387"/>
                </a:cubicBezTo>
                <a:cubicBezTo>
                  <a:pt x="186" y="375"/>
                  <a:pt x="176" y="366"/>
                  <a:pt x="165" y="366"/>
                </a:cubicBezTo>
                <a:cubicBezTo>
                  <a:pt x="97" y="366"/>
                  <a:pt x="97" y="366"/>
                  <a:pt x="97" y="366"/>
                </a:cubicBezTo>
                <a:cubicBezTo>
                  <a:pt x="44" y="366"/>
                  <a:pt x="0" y="409"/>
                  <a:pt x="0" y="463"/>
                </a:cubicBezTo>
                <a:cubicBezTo>
                  <a:pt x="0" y="1009"/>
                  <a:pt x="0" y="1009"/>
                  <a:pt x="0" y="1009"/>
                </a:cubicBezTo>
                <a:cubicBezTo>
                  <a:pt x="0" y="1063"/>
                  <a:pt x="44" y="1106"/>
                  <a:pt x="97" y="1106"/>
                </a:cubicBezTo>
                <a:cubicBezTo>
                  <a:pt x="1336" y="1106"/>
                  <a:pt x="1336" y="1106"/>
                  <a:pt x="1336" y="1106"/>
                </a:cubicBezTo>
                <a:cubicBezTo>
                  <a:pt x="1389" y="1106"/>
                  <a:pt x="1433" y="1063"/>
                  <a:pt x="1433" y="1009"/>
                </a:cubicBezTo>
                <a:cubicBezTo>
                  <a:pt x="1433" y="945"/>
                  <a:pt x="1433" y="945"/>
                  <a:pt x="1433" y="945"/>
                </a:cubicBezTo>
                <a:cubicBezTo>
                  <a:pt x="1433" y="806"/>
                  <a:pt x="1433" y="806"/>
                  <a:pt x="1433" y="806"/>
                </a:cubicBezTo>
                <a:cubicBezTo>
                  <a:pt x="1433" y="666"/>
                  <a:pt x="1433" y="666"/>
                  <a:pt x="1433" y="666"/>
                </a:cubicBezTo>
                <a:cubicBezTo>
                  <a:pt x="1433" y="527"/>
                  <a:pt x="1433" y="527"/>
                  <a:pt x="1433" y="527"/>
                </a:cubicBezTo>
                <a:cubicBezTo>
                  <a:pt x="1433" y="463"/>
                  <a:pt x="1433" y="463"/>
                  <a:pt x="1433" y="463"/>
                </a:cubicBezTo>
                <a:cubicBezTo>
                  <a:pt x="1433" y="409"/>
                  <a:pt x="1389" y="366"/>
                  <a:pt x="1336" y="366"/>
                </a:cubicBezTo>
                <a:close/>
                <a:moveTo>
                  <a:pt x="1099" y="548"/>
                </a:moveTo>
                <a:cubicBezTo>
                  <a:pt x="1224" y="548"/>
                  <a:pt x="1224" y="548"/>
                  <a:pt x="1224" y="548"/>
                </a:cubicBezTo>
                <a:cubicBezTo>
                  <a:pt x="1224" y="645"/>
                  <a:pt x="1224" y="645"/>
                  <a:pt x="1224" y="645"/>
                </a:cubicBezTo>
                <a:cubicBezTo>
                  <a:pt x="1099" y="645"/>
                  <a:pt x="1099" y="645"/>
                  <a:pt x="1099" y="645"/>
                </a:cubicBezTo>
                <a:lnTo>
                  <a:pt x="1099" y="548"/>
                </a:lnTo>
                <a:close/>
                <a:moveTo>
                  <a:pt x="1280" y="687"/>
                </a:moveTo>
                <a:cubicBezTo>
                  <a:pt x="1280" y="784"/>
                  <a:pt x="1280" y="784"/>
                  <a:pt x="1280" y="784"/>
                </a:cubicBezTo>
                <a:cubicBezTo>
                  <a:pt x="1156" y="784"/>
                  <a:pt x="1156" y="784"/>
                  <a:pt x="1156" y="784"/>
                </a:cubicBezTo>
                <a:cubicBezTo>
                  <a:pt x="1156" y="687"/>
                  <a:pt x="1156" y="687"/>
                  <a:pt x="1156" y="687"/>
                </a:cubicBezTo>
                <a:lnTo>
                  <a:pt x="1280" y="687"/>
                </a:lnTo>
                <a:close/>
                <a:moveTo>
                  <a:pt x="1113" y="687"/>
                </a:moveTo>
                <a:cubicBezTo>
                  <a:pt x="1113" y="784"/>
                  <a:pt x="1113" y="784"/>
                  <a:pt x="1113" y="784"/>
                </a:cubicBezTo>
                <a:cubicBezTo>
                  <a:pt x="989" y="784"/>
                  <a:pt x="989" y="784"/>
                  <a:pt x="989" y="784"/>
                </a:cubicBezTo>
                <a:cubicBezTo>
                  <a:pt x="989" y="687"/>
                  <a:pt x="989" y="687"/>
                  <a:pt x="989" y="687"/>
                </a:cubicBezTo>
                <a:lnTo>
                  <a:pt x="1113" y="687"/>
                </a:lnTo>
                <a:close/>
                <a:moveTo>
                  <a:pt x="933" y="548"/>
                </a:moveTo>
                <a:cubicBezTo>
                  <a:pt x="1057" y="548"/>
                  <a:pt x="1057" y="548"/>
                  <a:pt x="1057" y="548"/>
                </a:cubicBezTo>
                <a:cubicBezTo>
                  <a:pt x="1057" y="645"/>
                  <a:pt x="1057" y="645"/>
                  <a:pt x="1057" y="645"/>
                </a:cubicBezTo>
                <a:cubicBezTo>
                  <a:pt x="933" y="645"/>
                  <a:pt x="933" y="645"/>
                  <a:pt x="933" y="645"/>
                </a:cubicBezTo>
                <a:lnTo>
                  <a:pt x="933" y="548"/>
                </a:lnTo>
                <a:close/>
                <a:moveTo>
                  <a:pt x="946" y="687"/>
                </a:moveTo>
                <a:cubicBezTo>
                  <a:pt x="946" y="784"/>
                  <a:pt x="946" y="784"/>
                  <a:pt x="946" y="784"/>
                </a:cubicBezTo>
                <a:cubicBezTo>
                  <a:pt x="822" y="784"/>
                  <a:pt x="822" y="784"/>
                  <a:pt x="822" y="784"/>
                </a:cubicBezTo>
                <a:cubicBezTo>
                  <a:pt x="822" y="687"/>
                  <a:pt x="822" y="687"/>
                  <a:pt x="822" y="687"/>
                </a:cubicBezTo>
                <a:lnTo>
                  <a:pt x="946" y="687"/>
                </a:lnTo>
                <a:close/>
                <a:moveTo>
                  <a:pt x="766" y="548"/>
                </a:moveTo>
                <a:cubicBezTo>
                  <a:pt x="890" y="548"/>
                  <a:pt x="890" y="548"/>
                  <a:pt x="890" y="548"/>
                </a:cubicBezTo>
                <a:cubicBezTo>
                  <a:pt x="890" y="645"/>
                  <a:pt x="890" y="645"/>
                  <a:pt x="890" y="645"/>
                </a:cubicBezTo>
                <a:cubicBezTo>
                  <a:pt x="890" y="645"/>
                  <a:pt x="890" y="645"/>
                  <a:pt x="890" y="645"/>
                </a:cubicBezTo>
                <a:cubicBezTo>
                  <a:pt x="766" y="645"/>
                  <a:pt x="766" y="645"/>
                  <a:pt x="766" y="645"/>
                </a:cubicBezTo>
                <a:lnTo>
                  <a:pt x="766" y="548"/>
                </a:lnTo>
                <a:close/>
                <a:moveTo>
                  <a:pt x="599" y="827"/>
                </a:moveTo>
                <a:cubicBezTo>
                  <a:pt x="723" y="827"/>
                  <a:pt x="723" y="827"/>
                  <a:pt x="723" y="827"/>
                </a:cubicBezTo>
                <a:cubicBezTo>
                  <a:pt x="723" y="924"/>
                  <a:pt x="723" y="924"/>
                  <a:pt x="723" y="924"/>
                </a:cubicBezTo>
                <a:cubicBezTo>
                  <a:pt x="599" y="924"/>
                  <a:pt x="599" y="924"/>
                  <a:pt x="599" y="924"/>
                </a:cubicBezTo>
                <a:lnTo>
                  <a:pt x="599" y="827"/>
                </a:lnTo>
                <a:close/>
                <a:moveTo>
                  <a:pt x="489" y="784"/>
                </a:moveTo>
                <a:cubicBezTo>
                  <a:pt x="489" y="687"/>
                  <a:pt x="489" y="687"/>
                  <a:pt x="489" y="687"/>
                </a:cubicBezTo>
                <a:cubicBezTo>
                  <a:pt x="613" y="687"/>
                  <a:pt x="613" y="687"/>
                  <a:pt x="613" y="687"/>
                </a:cubicBezTo>
                <a:cubicBezTo>
                  <a:pt x="613" y="784"/>
                  <a:pt x="613" y="784"/>
                  <a:pt x="613" y="784"/>
                </a:cubicBezTo>
                <a:lnTo>
                  <a:pt x="489" y="784"/>
                </a:lnTo>
                <a:close/>
                <a:moveTo>
                  <a:pt x="655" y="784"/>
                </a:moveTo>
                <a:cubicBezTo>
                  <a:pt x="655" y="687"/>
                  <a:pt x="655" y="687"/>
                  <a:pt x="655" y="687"/>
                </a:cubicBezTo>
                <a:cubicBezTo>
                  <a:pt x="780" y="687"/>
                  <a:pt x="780" y="687"/>
                  <a:pt x="780" y="687"/>
                </a:cubicBezTo>
                <a:cubicBezTo>
                  <a:pt x="780" y="784"/>
                  <a:pt x="780" y="784"/>
                  <a:pt x="780" y="784"/>
                </a:cubicBezTo>
                <a:lnTo>
                  <a:pt x="655" y="784"/>
                </a:lnTo>
                <a:close/>
                <a:moveTo>
                  <a:pt x="599" y="548"/>
                </a:moveTo>
                <a:cubicBezTo>
                  <a:pt x="723" y="548"/>
                  <a:pt x="723" y="548"/>
                  <a:pt x="723" y="548"/>
                </a:cubicBezTo>
                <a:cubicBezTo>
                  <a:pt x="723" y="645"/>
                  <a:pt x="723" y="645"/>
                  <a:pt x="723" y="645"/>
                </a:cubicBezTo>
                <a:cubicBezTo>
                  <a:pt x="599" y="645"/>
                  <a:pt x="599" y="645"/>
                  <a:pt x="599" y="645"/>
                </a:cubicBezTo>
                <a:lnTo>
                  <a:pt x="599" y="548"/>
                </a:lnTo>
                <a:close/>
                <a:moveTo>
                  <a:pt x="432" y="548"/>
                </a:moveTo>
                <a:cubicBezTo>
                  <a:pt x="556" y="548"/>
                  <a:pt x="556" y="548"/>
                  <a:pt x="556" y="548"/>
                </a:cubicBezTo>
                <a:cubicBezTo>
                  <a:pt x="556" y="645"/>
                  <a:pt x="556" y="645"/>
                  <a:pt x="556" y="645"/>
                </a:cubicBezTo>
                <a:cubicBezTo>
                  <a:pt x="432" y="645"/>
                  <a:pt x="432" y="645"/>
                  <a:pt x="432" y="645"/>
                </a:cubicBezTo>
                <a:lnTo>
                  <a:pt x="432" y="548"/>
                </a:lnTo>
                <a:close/>
                <a:moveTo>
                  <a:pt x="446" y="687"/>
                </a:moveTo>
                <a:cubicBezTo>
                  <a:pt x="446" y="784"/>
                  <a:pt x="446" y="784"/>
                  <a:pt x="446" y="784"/>
                </a:cubicBezTo>
                <a:cubicBezTo>
                  <a:pt x="322" y="784"/>
                  <a:pt x="322" y="784"/>
                  <a:pt x="322" y="784"/>
                </a:cubicBezTo>
                <a:cubicBezTo>
                  <a:pt x="322" y="687"/>
                  <a:pt x="322" y="687"/>
                  <a:pt x="322" y="687"/>
                </a:cubicBezTo>
                <a:lnTo>
                  <a:pt x="446" y="687"/>
                </a:lnTo>
                <a:close/>
                <a:moveTo>
                  <a:pt x="265" y="548"/>
                </a:moveTo>
                <a:cubicBezTo>
                  <a:pt x="390" y="548"/>
                  <a:pt x="390" y="548"/>
                  <a:pt x="390" y="548"/>
                </a:cubicBezTo>
                <a:cubicBezTo>
                  <a:pt x="390" y="645"/>
                  <a:pt x="390" y="645"/>
                  <a:pt x="390" y="645"/>
                </a:cubicBezTo>
                <a:cubicBezTo>
                  <a:pt x="265" y="645"/>
                  <a:pt x="265" y="645"/>
                  <a:pt x="265" y="645"/>
                </a:cubicBezTo>
                <a:lnTo>
                  <a:pt x="265" y="548"/>
                </a:lnTo>
                <a:close/>
                <a:moveTo>
                  <a:pt x="279" y="687"/>
                </a:moveTo>
                <a:cubicBezTo>
                  <a:pt x="279" y="784"/>
                  <a:pt x="279" y="784"/>
                  <a:pt x="279" y="784"/>
                </a:cubicBezTo>
                <a:cubicBezTo>
                  <a:pt x="155" y="784"/>
                  <a:pt x="155" y="784"/>
                  <a:pt x="155" y="784"/>
                </a:cubicBezTo>
                <a:cubicBezTo>
                  <a:pt x="155" y="687"/>
                  <a:pt x="155" y="687"/>
                  <a:pt x="155" y="687"/>
                </a:cubicBezTo>
                <a:lnTo>
                  <a:pt x="279" y="687"/>
                </a:lnTo>
                <a:close/>
                <a:moveTo>
                  <a:pt x="43" y="548"/>
                </a:moveTo>
                <a:cubicBezTo>
                  <a:pt x="223" y="548"/>
                  <a:pt x="223" y="548"/>
                  <a:pt x="223" y="548"/>
                </a:cubicBezTo>
                <a:cubicBezTo>
                  <a:pt x="223" y="645"/>
                  <a:pt x="223" y="645"/>
                  <a:pt x="223" y="645"/>
                </a:cubicBezTo>
                <a:cubicBezTo>
                  <a:pt x="43" y="645"/>
                  <a:pt x="43" y="645"/>
                  <a:pt x="43" y="645"/>
                </a:cubicBezTo>
                <a:lnTo>
                  <a:pt x="43" y="548"/>
                </a:lnTo>
                <a:close/>
                <a:moveTo>
                  <a:pt x="43" y="687"/>
                </a:moveTo>
                <a:cubicBezTo>
                  <a:pt x="112" y="687"/>
                  <a:pt x="112" y="687"/>
                  <a:pt x="112" y="687"/>
                </a:cubicBezTo>
                <a:cubicBezTo>
                  <a:pt x="112" y="784"/>
                  <a:pt x="112" y="784"/>
                  <a:pt x="112" y="784"/>
                </a:cubicBezTo>
                <a:cubicBezTo>
                  <a:pt x="43" y="784"/>
                  <a:pt x="43" y="784"/>
                  <a:pt x="43" y="784"/>
                </a:cubicBezTo>
                <a:lnTo>
                  <a:pt x="43" y="687"/>
                </a:lnTo>
                <a:close/>
                <a:moveTo>
                  <a:pt x="94" y="1064"/>
                </a:moveTo>
                <a:cubicBezTo>
                  <a:pt x="65" y="1062"/>
                  <a:pt x="43" y="1038"/>
                  <a:pt x="43" y="1009"/>
                </a:cubicBezTo>
                <a:cubicBezTo>
                  <a:pt x="43" y="967"/>
                  <a:pt x="43" y="967"/>
                  <a:pt x="43" y="967"/>
                </a:cubicBezTo>
                <a:cubicBezTo>
                  <a:pt x="94" y="967"/>
                  <a:pt x="94" y="967"/>
                  <a:pt x="94" y="967"/>
                </a:cubicBezTo>
                <a:lnTo>
                  <a:pt x="94" y="1064"/>
                </a:lnTo>
                <a:close/>
                <a:moveTo>
                  <a:pt x="43" y="924"/>
                </a:moveTo>
                <a:cubicBezTo>
                  <a:pt x="43" y="827"/>
                  <a:pt x="43" y="827"/>
                  <a:pt x="43" y="827"/>
                </a:cubicBezTo>
                <a:cubicBezTo>
                  <a:pt x="223" y="827"/>
                  <a:pt x="223" y="827"/>
                  <a:pt x="223" y="827"/>
                </a:cubicBezTo>
                <a:cubicBezTo>
                  <a:pt x="223" y="924"/>
                  <a:pt x="223" y="924"/>
                  <a:pt x="223" y="924"/>
                </a:cubicBezTo>
                <a:lnTo>
                  <a:pt x="43" y="924"/>
                </a:lnTo>
                <a:close/>
                <a:moveTo>
                  <a:pt x="260" y="1064"/>
                </a:moveTo>
                <a:cubicBezTo>
                  <a:pt x="136" y="1064"/>
                  <a:pt x="136" y="1064"/>
                  <a:pt x="136" y="1064"/>
                </a:cubicBezTo>
                <a:cubicBezTo>
                  <a:pt x="136" y="967"/>
                  <a:pt x="136" y="967"/>
                  <a:pt x="136" y="967"/>
                </a:cubicBezTo>
                <a:cubicBezTo>
                  <a:pt x="260" y="967"/>
                  <a:pt x="260" y="967"/>
                  <a:pt x="260" y="967"/>
                </a:cubicBezTo>
                <a:lnTo>
                  <a:pt x="260" y="1064"/>
                </a:lnTo>
                <a:close/>
                <a:moveTo>
                  <a:pt x="265" y="827"/>
                </a:moveTo>
                <a:cubicBezTo>
                  <a:pt x="390" y="827"/>
                  <a:pt x="390" y="827"/>
                  <a:pt x="390" y="827"/>
                </a:cubicBezTo>
                <a:cubicBezTo>
                  <a:pt x="390" y="924"/>
                  <a:pt x="390" y="924"/>
                  <a:pt x="390" y="924"/>
                </a:cubicBezTo>
                <a:cubicBezTo>
                  <a:pt x="265" y="924"/>
                  <a:pt x="265" y="924"/>
                  <a:pt x="265" y="924"/>
                </a:cubicBezTo>
                <a:lnTo>
                  <a:pt x="265" y="827"/>
                </a:lnTo>
                <a:close/>
                <a:moveTo>
                  <a:pt x="427" y="1064"/>
                </a:moveTo>
                <a:cubicBezTo>
                  <a:pt x="303" y="1064"/>
                  <a:pt x="303" y="1064"/>
                  <a:pt x="303" y="1064"/>
                </a:cubicBezTo>
                <a:cubicBezTo>
                  <a:pt x="303" y="967"/>
                  <a:pt x="303" y="967"/>
                  <a:pt x="303" y="967"/>
                </a:cubicBezTo>
                <a:cubicBezTo>
                  <a:pt x="427" y="967"/>
                  <a:pt x="427" y="967"/>
                  <a:pt x="427" y="967"/>
                </a:cubicBezTo>
                <a:lnTo>
                  <a:pt x="427" y="1064"/>
                </a:lnTo>
                <a:close/>
                <a:moveTo>
                  <a:pt x="432" y="827"/>
                </a:moveTo>
                <a:cubicBezTo>
                  <a:pt x="556" y="827"/>
                  <a:pt x="556" y="827"/>
                  <a:pt x="556" y="827"/>
                </a:cubicBezTo>
                <a:cubicBezTo>
                  <a:pt x="556" y="924"/>
                  <a:pt x="556" y="924"/>
                  <a:pt x="556" y="924"/>
                </a:cubicBezTo>
                <a:cubicBezTo>
                  <a:pt x="432" y="924"/>
                  <a:pt x="432" y="924"/>
                  <a:pt x="432" y="924"/>
                </a:cubicBezTo>
                <a:lnTo>
                  <a:pt x="432" y="827"/>
                </a:lnTo>
                <a:close/>
                <a:moveTo>
                  <a:pt x="917" y="1064"/>
                </a:moveTo>
                <a:cubicBezTo>
                  <a:pt x="470" y="1064"/>
                  <a:pt x="470" y="1064"/>
                  <a:pt x="470" y="1064"/>
                </a:cubicBezTo>
                <a:cubicBezTo>
                  <a:pt x="470" y="967"/>
                  <a:pt x="470" y="967"/>
                  <a:pt x="470" y="967"/>
                </a:cubicBezTo>
                <a:cubicBezTo>
                  <a:pt x="780" y="967"/>
                  <a:pt x="780" y="967"/>
                  <a:pt x="780" y="967"/>
                </a:cubicBezTo>
                <a:cubicBezTo>
                  <a:pt x="792" y="967"/>
                  <a:pt x="802" y="957"/>
                  <a:pt x="802" y="945"/>
                </a:cubicBezTo>
                <a:cubicBezTo>
                  <a:pt x="802" y="934"/>
                  <a:pt x="792" y="924"/>
                  <a:pt x="780" y="924"/>
                </a:cubicBezTo>
                <a:cubicBezTo>
                  <a:pt x="766" y="924"/>
                  <a:pt x="766" y="924"/>
                  <a:pt x="766" y="924"/>
                </a:cubicBezTo>
                <a:cubicBezTo>
                  <a:pt x="766" y="827"/>
                  <a:pt x="766" y="827"/>
                  <a:pt x="766" y="827"/>
                </a:cubicBezTo>
                <a:cubicBezTo>
                  <a:pt x="890" y="827"/>
                  <a:pt x="890" y="827"/>
                  <a:pt x="890" y="827"/>
                </a:cubicBezTo>
                <a:cubicBezTo>
                  <a:pt x="890" y="924"/>
                  <a:pt x="890" y="924"/>
                  <a:pt x="890" y="924"/>
                </a:cubicBezTo>
                <a:cubicBezTo>
                  <a:pt x="880" y="924"/>
                  <a:pt x="880" y="924"/>
                  <a:pt x="880" y="924"/>
                </a:cubicBezTo>
                <a:cubicBezTo>
                  <a:pt x="868" y="924"/>
                  <a:pt x="858" y="934"/>
                  <a:pt x="858" y="945"/>
                </a:cubicBezTo>
                <a:cubicBezTo>
                  <a:pt x="858" y="957"/>
                  <a:pt x="868" y="967"/>
                  <a:pt x="880" y="967"/>
                </a:cubicBezTo>
                <a:cubicBezTo>
                  <a:pt x="917" y="967"/>
                  <a:pt x="917" y="967"/>
                  <a:pt x="917" y="967"/>
                </a:cubicBezTo>
                <a:cubicBezTo>
                  <a:pt x="917" y="1064"/>
                  <a:pt x="917" y="1064"/>
                  <a:pt x="917" y="1064"/>
                </a:cubicBezTo>
                <a:close/>
                <a:moveTo>
                  <a:pt x="933" y="827"/>
                </a:moveTo>
                <a:cubicBezTo>
                  <a:pt x="1057" y="827"/>
                  <a:pt x="1057" y="827"/>
                  <a:pt x="1057" y="827"/>
                </a:cubicBezTo>
                <a:cubicBezTo>
                  <a:pt x="1057" y="924"/>
                  <a:pt x="1057" y="924"/>
                  <a:pt x="1057" y="924"/>
                </a:cubicBezTo>
                <a:cubicBezTo>
                  <a:pt x="933" y="924"/>
                  <a:pt x="933" y="924"/>
                  <a:pt x="933" y="924"/>
                </a:cubicBezTo>
                <a:lnTo>
                  <a:pt x="933" y="827"/>
                </a:lnTo>
                <a:close/>
                <a:moveTo>
                  <a:pt x="1083" y="1064"/>
                </a:moveTo>
                <a:cubicBezTo>
                  <a:pt x="959" y="1064"/>
                  <a:pt x="959" y="1064"/>
                  <a:pt x="959" y="1064"/>
                </a:cubicBezTo>
                <a:cubicBezTo>
                  <a:pt x="959" y="967"/>
                  <a:pt x="959" y="967"/>
                  <a:pt x="959" y="967"/>
                </a:cubicBezTo>
                <a:cubicBezTo>
                  <a:pt x="959" y="967"/>
                  <a:pt x="959" y="967"/>
                  <a:pt x="959" y="967"/>
                </a:cubicBezTo>
                <a:cubicBezTo>
                  <a:pt x="1083" y="967"/>
                  <a:pt x="1083" y="967"/>
                  <a:pt x="1083" y="967"/>
                </a:cubicBezTo>
                <a:lnTo>
                  <a:pt x="1083" y="1064"/>
                </a:lnTo>
                <a:close/>
                <a:moveTo>
                  <a:pt x="1099" y="827"/>
                </a:moveTo>
                <a:cubicBezTo>
                  <a:pt x="1224" y="827"/>
                  <a:pt x="1224" y="827"/>
                  <a:pt x="1224" y="827"/>
                </a:cubicBezTo>
                <a:cubicBezTo>
                  <a:pt x="1224" y="924"/>
                  <a:pt x="1224" y="924"/>
                  <a:pt x="1224" y="924"/>
                </a:cubicBezTo>
                <a:cubicBezTo>
                  <a:pt x="1099" y="924"/>
                  <a:pt x="1099" y="924"/>
                  <a:pt x="1099" y="924"/>
                </a:cubicBezTo>
                <a:lnTo>
                  <a:pt x="1099" y="827"/>
                </a:lnTo>
                <a:close/>
                <a:moveTo>
                  <a:pt x="1250" y="1064"/>
                </a:moveTo>
                <a:cubicBezTo>
                  <a:pt x="1126" y="1064"/>
                  <a:pt x="1126" y="1064"/>
                  <a:pt x="1126" y="1064"/>
                </a:cubicBezTo>
                <a:cubicBezTo>
                  <a:pt x="1126" y="967"/>
                  <a:pt x="1126" y="967"/>
                  <a:pt x="1126" y="967"/>
                </a:cubicBezTo>
                <a:cubicBezTo>
                  <a:pt x="1250" y="967"/>
                  <a:pt x="1250" y="967"/>
                  <a:pt x="1250" y="967"/>
                </a:cubicBezTo>
                <a:cubicBezTo>
                  <a:pt x="1250" y="1064"/>
                  <a:pt x="1250" y="1064"/>
                  <a:pt x="1250" y="1064"/>
                </a:cubicBezTo>
                <a:close/>
                <a:moveTo>
                  <a:pt x="1390" y="1009"/>
                </a:moveTo>
                <a:cubicBezTo>
                  <a:pt x="1390" y="1039"/>
                  <a:pt x="1366" y="1064"/>
                  <a:pt x="1336" y="1064"/>
                </a:cubicBezTo>
                <a:cubicBezTo>
                  <a:pt x="1293" y="1064"/>
                  <a:pt x="1293" y="1064"/>
                  <a:pt x="1293" y="1064"/>
                </a:cubicBezTo>
                <a:cubicBezTo>
                  <a:pt x="1293" y="967"/>
                  <a:pt x="1293" y="967"/>
                  <a:pt x="1293" y="967"/>
                </a:cubicBezTo>
                <a:cubicBezTo>
                  <a:pt x="1390" y="967"/>
                  <a:pt x="1390" y="967"/>
                  <a:pt x="1390" y="967"/>
                </a:cubicBezTo>
                <a:lnTo>
                  <a:pt x="1390" y="1009"/>
                </a:lnTo>
                <a:close/>
                <a:moveTo>
                  <a:pt x="1390" y="806"/>
                </a:moveTo>
                <a:cubicBezTo>
                  <a:pt x="1390" y="924"/>
                  <a:pt x="1390" y="924"/>
                  <a:pt x="1390" y="924"/>
                </a:cubicBezTo>
                <a:cubicBezTo>
                  <a:pt x="1266" y="924"/>
                  <a:pt x="1266" y="924"/>
                  <a:pt x="1266" y="924"/>
                </a:cubicBezTo>
                <a:cubicBezTo>
                  <a:pt x="1266" y="827"/>
                  <a:pt x="1266" y="827"/>
                  <a:pt x="1266" y="827"/>
                </a:cubicBezTo>
                <a:cubicBezTo>
                  <a:pt x="1301" y="827"/>
                  <a:pt x="1301" y="827"/>
                  <a:pt x="1301" y="827"/>
                </a:cubicBezTo>
                <a:cubicBezTo>
                  <a:pt x="1313" y="827"/>
                  <a:pt x="1323" y="818"/>
                  <a:pt x="1323" y="806"/>
                </a:cubicBezTo>
                <a:cubicBezTo>
                  <a:pt x="1323" y="687"/>
                  <a:pt x="1323" y="687"/>
                  <a:pt x="1323" y="687"/>
                </a:cubicBezTo>
                <a:cubicBezTo>
                  <a:pt x="1390" y="687"/>
                  <a:pt x="1390" y="687"/>
                  <a:pt x="1390" y="687"/>
                </a:cubicBezTo>
                <a:cubicBezTo>
                  <a:pt x="1390" y="806"/>
                  <a:pt x="1390" y="806"/>
                  <a:pt x="1390" y="806"/>
                </a:cubicBezTo>
                <a:close/>
                <a:moveTo>
                  <a:pt x="1390" y="645"/>
                </a:moveTo>
                <a:cubicBezTo>
                  <a:pt x="1266" y="645"/>
                  <a:pt x="1266" y="645"/>
                  <a:pt x="1266" y="645"/>
                </a:cubicBezTo>
                <a:cubicBezTo>
                  <a:pt x="1266" y="548"/>
                  <a:pt x="1266" y="548"/>
                  <a:pt x="1266" y="548"/>
                </a:cubicBezTo>
                <a:cubicBezTo>
                  <a:pt x="1390" y="548"/>
                  <a:pt x="1390" y="548"/>
                  <a:pt x="1390" y="548"/>
                </a:cubicBezTo>
                <a:lnTo>
                  <a:pt x="1390" y="64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79" name="Google Shape;1367;p34"/>
          <p:cNvGrpSpPr/>
          <p:nvPr/>
        </p:nvGrpSpPr>
        <p:grpSpPr>
          <a:xfrm>
            <a:off x="3784518" y="5816543"/>
            <a:ext cx="559576" cy="559576"/>
            <a:chOff x="3462338" y="-2309813"/>
            <a:chExt cx="766762" cy="766762"/>
          </a:xfrm>
          <a:solidFill>
            <a:schemeClr val="bg1">
              <a:lumMod val="75000"/>
            </a:schemeClr>
          </a:solidFill>
        </p:grpSpPr>
        <p:sp>
          <p:nvSpPr>
            <p:cNvPr id="680" name="Google Shape;1368;p34"/>
            <p:cNvSpPr/>
            <p:nvPr/>
          </p:nvSpPr>
          <p:spPr>
            <a:xfrm>
              <a:off x="3857625" y="-2309813"/>
              <a:ext cx="371475" cy="766762"/>
            </a:xfrm>
            <a:custGeom>
              <a:avLst/>
              <a:gdLst/>
              <a:ahLst/>
              <a:cxnLst/>
              <a:rect l="l" t="t" r="r" b="b"/>
              <a:pathLst>
                <a:path w="649" h="1343" extrusionOk="0">
                  <a:moveTo>
                    <a:pt x="538" y="506"/>
                  </a:moveTo>
                  <a:cubicBezTo>
                    <a:pt x="552" y="482"/>
                    <a:pt x="560" y="454"/>
                    <a:pt x="560" y="425"/>
                  </a:cubicBezTo>
                  <a:cubicBezTo>
                    <a:pt x="560" y="346"/>
                    <a:pt x="501" y="281"/>
                    <a:pt x="425" y="270"/>
                  </a:cubicBezTo>
                  <a:cubicBezTo>
                    <a:pt x="425" y="266"/>
                    <a:pt x="425" y="262"/>
                    <a:pt x="425" y="257"/>
                  </a:cubicBezTo>
                  <a:cubicBezTo>
                    <a:pt x="425" y="173"/>
                    <a:pt x="352" y="105"/>
                    <a:pt x="267" y="112"/>
                  </a:cubicBezTo>
                  <a:cubicBezTo>
                    <a:pt x="256" y="49"/>
                    <a:pt x="201" y="0"/>
                    <a:pt x="134" y="0"/>
                  </a:cubicBezTo>
                  <a:cubicBezTo>
                    <a:pt x="60" y="0"/>
                    <a:pt x="0" y="60"/>
                    <a:pt x="0" y="134"/>
                  </a:cubicBezTo>
                  <a:cubicBezTo>
                    <a:pt x="0" y="1209"/>
                    <a:pt x="0" y="1209"/>
                    <a:pt x="0" y="1209"/>
                  </a:cubicBezTo>
                  <a:cubicBezTo>
                    <a:pt x="0" y="1283"/>
                    <a:pt x="60" y="1343"/>
                    <a:pt x="134" y="1343"/>
                  </a:cubicBezTo>
                  <a:cubicBezTo>
                    <a:pt x="201" y="1343"/>
                    <a:pt x="256" y="1295"/>
                    <a:pt x="267" y="1231"/>
                  </a:cubicBezTo>
                  <a:cubicBezTo>
                    <a:pt x="352" y="1239"/>
                    <a:pt x="425" y="1170"/>
                    <a:pt x="425" y="1086"/>
                  </a:cubicBezTo>
                  <a:cubicBezTo>
                    <a:pt x="425" y="1082"/>
                    <a:pt x="425" y="1077"/>
                    <a:pt x="425" y="1073"/>
                  </a:cubicBezTo>
                  <a:cubicBezTo>
                    <a:pt x="501" y="1062"/>
                    <a:pt x="560" y="997"/>
                    <a:pt x="560" y="918"/>
                  </a:cubicBezTo>
                  <a:cubicBezTo>
                    <a:pt x="560" y="889"/>
                    <a:pt x="552" y="862"/>
                    <a:pt x="538" y="838"/>
                  </a:cubicBezTo>
                  <a:cubicBezTo>
                    <a:pt x="604" y="811"/>
                    <a:pt x="649" y="745"/>
                    <a:pt x="649" y="672"/>
                  </a:cubicBezTo>
                  <a:cubicBezTo>
                    <a:pt x="649" y="598"/>
                    <a:pt x="604" y="533"/>
                    <a:pt x="538" y="506"/>
                  </a:cubicBezTo>
                  <a:close/>
                  <a:moveTo>
                    <a:pt x="496" y="803"/>
                  </a:moveTo>
                  <a:cubicBezTo>
                    <a:pt x="488" y="805"/>
                    <a:pt x="481" y="811"/>
                    <a:pt x="479" y="819"/>
                  </a:cubicBezTo>
                  <a:cubicBezTo>
                    <a:pt x="476" y="826"/>
                    <a:pt x="478" y="835"/>
                    <a:pt x="484" y="841"/>
                  </a:cubicBezTo>
                  <a:cubicBezTo>
                    <a:pt x="504" y="862"/>
                    <a:pt x="515" y="889"/>
                    <a:pt x="515" y="918"/>
                  </a:cubicBezTo>
                  <a:cubicBezTo>
                    <a:pt x="515" y="980"/>
                    <a:pt x="465" y="1030"/>
                    <a:pt x="402" y="1030"/>
                  </a:cubicBezTo>
                  <a:cubicBezTo>
                    <a:pt x="402" y="1030"/>
                    <a:pt x="399" y="1030"/>
                    <a:pt x="399" y="1030"/>
                  </a:cubicBezTo>
                  <a:cubicBezTo>
                    <a:pt x="392" y="1029"/>
                    <a:pt x="385" y="1033"/>
                    <a:pt x="381" y="1038"/>
                  </a:cubicBezTo>
                  <a:cubicBezTo>
                    <a:pt x="376" y="1044"/>
                    <a:pt x="375" y="1051"/>
                    <a:pt x="377" y="1058"/>
                  </a:cubicBezTo>
                  <a:cubicBezTo>
                    <a:pt x="379" y="1067"/>
                    <a:pt x="381" y="1077"/>
                    <a:pt x="381" y="1086"/>
                  </a:cubicBezTo>
                  <a:cubicBezTo>
                    <a:pt x="381" y="1141"/>
                    <a:pt x="335" y="1187"/>
                    <a:pt x="280" y="1187"/>
                  </a:cubicBezTo>
                  <a:cubicBezTo>
                    <a:pt x="271" y="1187"/>
                    <a:pt x="261" y="1185"/>
                    <a:pt x="252" y="1183"/>
                  </a:cubicBezTo>
                  <a:cubicBezTo>
                    <a:pt x="245" y="1181"/>
                    <a:pt x="238" y="1182"/>
                    <a:pt x="232" y="1187"/>
                  </a:cubicBezTo>
                  <a:cubicBezTo>
                    <a:pt x="226" y="1191"/>
                    <a:pt x="223" y="1198"/>
                    <a:pt x="223" y="1205"/>
                  </a:cubicBezTo>
                  <a:cubicBezTo>
                    <a:pt x="223" y="1206"/>
                    <a:pt x="224" y="1208"/>
                    <a:pt x="224" y="1209"/>
                  </a:cubicBezTo>
                  <a:cubicBezTo>
                    <a:pt x="224" y="1258"/>
                    <a:pt x="184" y="1299"/>
                    <a:pt x="134" y="1299"/>
                  </a:cubicBezTo>
                  <a:cubicBezTo>
                    <a:pt x="85" y="1299"/>
                    <a:pt x="45" y="1258"/>
                    <a:pt x="45" y="1209"/>
                  </a:cubicBezTo>
                  <a:cubicBezTo>
                    <a:pt x="45" y="761"/>
                    <a:pt x="45" y="761"/>
                    <a:pt x="45" y="761"/>
                  </a:cubicBezTo>
                  <a:cubicBezTo>
                    <a:pt x="134" y="761"/>
                    <a:pt x="134" y="761"/>
                    <a:pt x="134" y="761"/>
                  </a:cubicBezTo>
                  <a:cubicBezTo>
                    <a:pt x="134" y="1012"/>
                    <a:pt x="134" y="1012"/>
                    <a:pt x="134" y="1012"/>
                  </a:cubicBezTo>
                  <a:cubicBezTo>
                    <a:pt x="108" y="1021"/>
                    <a:pt x="90" y="1045"/>
                    <a:pt x="90" y="1075"/>
                  </a:cubicBezTo>
                  <a:cubicBezTo>
                    <a:pt x="90" y="1112"/>
                    <a:pt x="120" y="1142"/>
                    <a:pt x="157" y="1142"/>
                  </a:cubicBezTo>
                  <a:cubicBezTo>
                    <a:pt x="194" y="1142"/>
                    <a:pt x="224" y="1112"/>
                    <a:pt x="224" y="1075"/>
                  </a:cubicBezTo>
                  <a:cubicBezTo>
                    <a:pt x="224" y="1045"/>
                    <a:pt x="205" y="1021"/>
                    <a:pt x="179" y="1012"/>
                  </a:cubicBezTo>
                  <a:cubicBezTo>
                    <a:pt x="179" y="761"/>
                    <a:pt x="179" y="761"/>
                    <a:pt x="179" y="761"/>
                  </a:cubicBezTo>
                  <a:cubicBezTo>
                    <a:pt x="358" y="761"/>
                    <a:pt x="358" y="761"/>
                    <a:pt x="358" y="761"/>
                  </a:cubicBezTo>
                  <a:cubicBezTo>
                    <a:pt x="358" y="855"/>
                    <a:pt x="358" y="855"/>
                    <a:pt x="358" y="855"/>
                  </a:cubicBezTo>
                  <a:cubicBezTo>
                    <a:pt x="332" y="864"/>
                    <a:pt x="313" y="889"/>
                    <a:pt x="313" y="918"/>
                  </a:cubicBezTo>
                  <a:cubicBezTo>
                    <a:pt x="313" y="955"/>
                    <a:pt x="344" y="985"/>
                    <a:pt x="381" y="985"/>
                  </a:cubicBezTo>
                  <a:cubicBezTo>
                    <a:pt x="418" y="985"/>
                    <a:pt x="448" y="955"/>
                    <a:pt x="448" y="918"/>
                  </a:cubicBezTo>
                  <a:cubicBezTo>
                    <a:pt x="448" y="889"/>
                    <a:pt x="429" y="864"/>
                    <a:pt x="403" y="855"/>
                  </a:cubicBezTo>
                  <a:cubicBezTo>
                    <a:pt x="403" y="739"/>
                    <a:pt x="403" y="739"/>
                    <a:pt x="403" y="739"/>
                  </a:cubicBezTo>
                  <a:cubicBezTo>
                    <a:pt x="403" y="726"/>
                    <a:pt x="393" y="716"/>
                    <a:pt x="381" y="716"/>
                  </a:cubicBezTo>
                  <a:cubicBezTo>
                    <a:pt x="45" y="716"/>
                    <a:pt x="45" y="716"/>
                    <a:pt x="45" y="716"/>
                  </a:cubicBezTo>
                  <a:cubicBezTo>
                    <a:pt x="45" y="604"/>
                    <a:pt x="45" y="604"/>
                    <a:pt x="45" y="604"/>
                  </a:cubicBezTo>
                  <a:cubicBezTo>
                    <a:pt x="318" y="604"/>
                    <a:pt x="318" y="604"/>
                    <a:pt x="318" y="604"/>
                  </a:cubicBezTo>
                  <a:cubicBezTo>
                    <a:pt x="327" y="630"/>
                    <a:pt x="351" y="649"/>
                    <a:pt x="381" y="649"/>
                  </a:cubicBezTo>
                  <a:cubicBezTo>
                    <a:pt x="418" y="649"/>
                    <a:pt x="448" y="619"/>
                    <a:pt x="448" y="582"/>
                  </a:cubicBezTo>
                  <a:cubicBezTo>
                    <a:pt x="448" y="545"/>
                    <a:pt x="418" y="515"/>
                    <a:pt x="381" y="515"/>
                  </a:cubicBezTo>
                  <a:cubicBezTo>
                    <a:pt x="351" y="515"/>
                    <a:pt x="327" y="534"/>
                    <a:pt x="318" y="560"/>
                  </a:cubicBezTo>
                  <a:cubicBezTo>
                    <a:pt x="45" y="560"/>
                    <a:pt x="45" y="560"/>
                    <a:pt x="45" y="560"/>
                  </a:cubicBezTo>
                  <a:cubicBezTo>
                    <a:pt x="45" y="448"/>
                    <a:pt x="45" y="448"/>
                    <a:pt x="45" y="448"/>
                  </a:cubicBezTo>
                  <a:cubicBezTo>
                    <a:pt x="246" y="448"/>
                    <a:pt x="246" y="448"/>
                    <a:pt x="246" y="448"/>
                  </a:cubicBezTo>
                  <a:cubicBezTo>
                    <a:pt x="259" y="448"/>
                    <a:pt x="269" y="438"/>
                    <a:pt x="269" y="425"/>
                  </a:cubicBezTo>
                  <a:cubicBezTo>
                    <a:pt x="269" y="332"/>
                    <a:pt x="269" y="332"/>
                    <a:pt x="269" y="332"/>
                  </a:cubicBezTo>
                  <a:cubicBezTo>
                    <a:pt x="295" y="322"/>
                    <a:pt x="313" y="298"/>
                    <a:pt x="313" y="269"/>
                  </a:cubicBezTo>
                  <a:cubicBezTo>
                    <a:pt x="313" y="232"/>
                    <a:pt x="283" y="201"/>
                    <a:pt x="246" y="201"/>
                  </a:cubicBezTo>
                  <a:cubicBezTo>
                    <a:pt x="209" y="201"/>
                    <a:pt x="179" y="232"/>
                    <a:pt x="179" y="269"/>
                  </a:cubicBezTo>
                  <a:cubicBezTo>
                    <a:pt x="179" y="298"/>
                    <a:pt x="198" y="322"/>
                    <a:pt x="224" y="332"/>
                  </a:cubicBezTo>
                  <a:cubicBezTo>
                    <a:pt x="224" y="403"/>
                    <a:pt x="224" y="403"/>
                    <a:pt x="224" y="403"/>
                  </a:cubicBezTo>
                  <a:cubicBezTo>
                    <a:pt x="45" y="403"/>
                    <a:pt x="45" y="403"/>
                    <a:pt x="45" y="403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45" y="85"/>
                    <a:pt x="85" y="45"/>
                    <a:pt x="134" y="45"/>
                  </a:cubicBezTo>
                  <a:cubicBezTo>
                    <a:pt x="184" y="45"/>
                    <a:pt x="224" y="85"/>
                    <a:pt x="224" y="134"/>
                  </a:cubicBezTo>
                  <a:cubicBezTo>
                    <a:pt x="224" y="134"/>
                    <a:pt x="223" y="137"/>
                    <a:pt x="223" y="138"/>
                  </a:cubicBezTo>
                  <a:cubicBezTo>
                    <a:pt x="223" y="145"/>
                    <a:pt x="226" y="152"/>
                    <a:pt x="232" y="157"/>
                  </a:cubicBezTo>
                  <a:cubicBezTo>
                    <a:pt x="238" y="161"/>
                    <a:pt x="245" y="163"/>
                    <a:pt x="252" y="161"/>
                  </a:cubicBezTo>
                  <a:cubicBezTo>
                    <a:pt x="261" y="158"/>
                    <a:pt x="271" y="157"/>
                    <a:pt x="280" y="157"/>
                  </a:cubicBezTo>
                  <a:cubicBezTo>
                    <a:pt x="335" y="157"/>
                    <a:pt x="381" y="202"/>
                    <a:pt x="381" y="257"/>
                  </a:cubicBezTo>
                  <a:cubicBezTo>
                    <a:pt x="381" y="267"/>
                    <a:pt x="379" y="276"/>
                    <a:pt x="377" y="285"/>
                  </a:cubicBezTo>
                  <a:cubicBezTo>
                    <a:pt x="375" y="292"/>
                    <a:pt x="376" y="299"/>
                    <a:pt x="381" y="305"/>
                  </a:cubicBezTo>
                  <a:cubicBezTo>
                    <a:pt x="385" y="311"/>
                    <a:pt x="392" y="314"/>
                    <a:pt x="399" y="314"/>
                  </a:cubicBezTo>
                  <a:cubicBezTo>
                    <a:pt x="399" y="314"/>
                    <a:pt x="403" y="313"/>
                    <a:pt x="403" y="313"/>
                  </a:cubicBezTo>
                  <a:cubicBezTo>
                    <a:pt x="465" y="313"/>
                    <a:pt x="515" y="364"/>
                    <a:pt x="515" y="425"/>
                  </a:cubicBezTo>
                  <a:cubicBezTo>
                    <a:pt x="515" y="454"/>
                    <a:pt x="504" y="481"/>
                    <a:pt x="484" y="502"/>
                  </a:cubicBezTo>
                  <a:cubicBezTo>
                    <a:pt x="478" y="508"/>
                    <a:pt x="476" y="517"/>
                    <a:pt x="479" y="525"/>
                  </a:cubicBezTo>
                  <a:cubicBezTo>
                    <a:pt x="481" y="532"/>
                    <a:pt x="488" y="538"/>
                    <a:pt x="496" y="540"/>
                  </a:cubicBezTo>
                  <a:cubicBezTo>
                    <a:pt x="559" y="552"/>
                    <a:pt x="605" y="607"/>
                    <a:pt x="605" y="672"/>
                  </a:cubicBezTo>
                  <a:cubicBezTo>
                    <a:pt x="605" y="736"/>
                    <a:pt x="559" y="791"/>
                    <a:pt x="496" y="803"/>
                  </a:cubicBezTo>
                  <a:close/>
                  <a:moveTo>
                    <a:pt x="179" y="1075"/>
                  </a:moveTo>
                  <a:cubicBezTo>
                    <a:pt x="179" y="1087"/>
                    <a:pt x="169" y="1097"/>
                    <a:pt x="157" y="1097"/>
                  </a:cubicBezTo>
                  <a:cubicBezTo>
                    <a:pt x="144" y="1097"/>
                    <a:pt x="134" y="1087"/>
                    <a:pt x="134" y="1075"/>
                  </a:cubicBezTo>
                  <a:cubicBezTo>
                    <a:pt x="134" y="1062"/>
                    <a:pt x="144" y="1052"/>
                    <a:pt x="157" y="1052"/>
                  </a:cubicBezTo>
                  <a:cubicBezTo>
                    <a:pt x="169" y="1052"/>
                    <a:pt x="179" y="1062"/>
                    <a:pt x="179" y="1075"/>
                  </a:cubicBezTo>
                  <a:close/>
                  <a:moveTo>
                    <a:pt x="403" y="918"/>
                  </a:moveTo>
                  <a:cubicBezTo>
                    <a:pt x="403" y="930"/>
                    <a:pt x="393" y="940"/>
                    <a:pt x="381" y="940"/>
                  </a:cubicBezTo>
                  <a:cubicBezTo>
                    <a:pt x="368" y="940"/>
                    <a:pt x="358" y="930"/>
                    <a:pt x="358" y="918"/>
                  </a:cubicBezTo>
                  <a:cubicBezTo>
                    <a:pt x="358" y="906"/>
                    <a:pt x="368" y="896"/>
                    <a:pt x="381" y="896"/>
                  </a:cubicBezTo>
                  <a:cubicBezTo>
                    <a:pt x="393" y="896"/>
                    <a:pt x="403" y="906"/>
                    <a:pt x="403" y="918"/>
                  </a:cubicBezTo>
                  <a:close/>
                  <a:moveTo>
                    <a:pt x="358" y="582"/>
                  </a:moveTo>
                  <a:cubicBezTo>
                    <a:pt x="358" y="570"/>
                    <a:pt x="368" y="560"/>
                    <a:pt x="381" y="560"/>
                  </a:cubicBezTo>
                  <a:cubicBezTo>
                    <a:pt x="393" y="560"/>
                    <a:pt x="403" y="570"/>
                    <a:pt x="403" y="582"/>
                  </a:cubicBezTo>
                  <a:cubicBezTo>
                    <a:pt x="403" y="594"/>
                    <a:pt x="393" y="604"/>
                    <a:pt x="381" y="604"/>
                  </a:cubicBezTo>
                  <a:cubicBezTo>
                    <a:pt x="368" y="604"/>
                    <a:pt x="358" y="594"/>
                    <a:pt x="358" y="582"/>
                  </a:cubicBezTo>
                  <a:close/>
                  <a:moveTo>
                    <a:pt x="224" y="269"/>
                  </a:moveTo>
                  <a:cubicBezTo>
                    <a:pt x="224" y="256"/>
                    <a:pt x="234" y="246"/>
                    <a:pt x="246" y="246"/>
                  </a:cubicBezTo>
                  <a:cubicBezTo>
                    <a:pt x="259" y="246"/>
                    <a:pt x="269" y="256"/>
                    <a:pt x="269" y="269"/>
                  </a:cubicBezTo>
                  <a:cubicBezTo>
                    <a:pt x="269" y="281"/>
                    <a:pt x="259" y="291"/>
                    <a:pt x="246" y="291"/>
                  </a:cubicBezTo>
                  <a:cubicBezTo>
                    <a:pt x="234" y="291"/>
                    <a:pt x="224" y="281"/>
                    <a:pt x="224" y="2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1" name="Google Shape;1369;p34"/>
            <p:cNvSpPr/>
            <p:nvPr/>
          </p:nvSpPr>
          <p:spPr>
            <a:xfrm>
              <a:off x="3462338" y="-2309813"/>
              <a:ext cx="369888" cy="766762"/>
            </a:xfrm>
            <a:custGeom>
              <a:avLst/>
              <a:gdLst/>
              <a:ahLst/>
              <a:cxnLst/>
              <a:rect l="l" t="t" r="r" b="b"/>
              <a:pathLst>
                <a:path w="649" h="1343" extrusionOk="0">
                  <a:moveTo>
                    <a:pt x="112" y="838"/>
                  </a:moveTo>
                  <a:cubicBezTo>
                    <a:pt x="97" y="862"/>
                    <a:pt x="89" y="889"/>
                    <a:pt x="89" y="918"/>
                  </a:cubicBezTo>
                  <a:cubicBezTo>
                    <a:pt x="89" y="997"/>
                    <a:pt x="148" y="1062"/>
                    <a:pt x="224" y="1073"/>
                  </a:cubicBezTo>
                  <a:cubicBezTo>
                    <a:pt x="224" y="1077"/>
                    <a:pt x="224" y="1082"/>
                    <a:pt x="224" y="1086"/>
                  </a:cubicBezTo>
                  <a:cubicBezTo>
                    <a:pt x="224" y="1170"/>
                    <a:pt x="297" y="1238"/>
                    <a:pt x="382" y="1231"/>
                  </a:cubicBezTo>
                  <a:cubicBezTo>
                    <a:pt x="393" y="1295"/>
                    <a:pt x="448" y="1343"/>
                    <a:pt x="515" y="1343"/>
                  </a:cubicBezTo>
                  <a:cubicBezTo>
                    <a:pt x="589" y="1343"/>
                    <a:pt x="649" y="1283"/>
                    <a:pt x="649" y="1209"/>
                  </a:cubicBezTo>
                  <a:cubicBezTo>
                    <a:pt x="649" y="134"/>
                    <a:pt x="649" y="134"/>
                    <a:pt x="649" y="134"/>
                  </a:cubicBezTo>
                  <a:cubicBezTo>
                    <a:pt x="649" y="60"/>
                    <a:pt x="589" y="0"/>
                    <a:pt x="515" y="0"/>
                  </a:cubicBezTo>
                  <a:cubicBezTo>
                    <a:pt x="448" y="0"/>
                    <a:pt x="393" y="49"/>
                    <a:pt x="382" y="112"/>
                  </a:cubicBezTo>
                  <a:cubicBezTo>
                    <a:pt x="297" y="104"/>
                    <a:pt x="224" y="173"/>
                    <a:pt x="224" y="257"/>
                  </a:cubicBezTo>
                  <a:cubicBezTo>
                    <a:pt x="224" y="262"/>
                    <a:pt x="224" y="266"/>
                    <a:pt x="224" y="270"/>
                  </a:cubicBezTo>
                  <a:cubicBezTo>
                    <a:pt x="148" y="281"/>
                    <a:pt x="89" y="346"/>
                    <a:pt x="89" y="425"/>
                  </a:cubicBezTo>
                  <a:cubicBezTo>
                    <a:pt x="89" y="454"/>
                    <a:pt x="97" y="482"/>
                    <a:pt x="112" y="506"/>
                  </a:cubicBezTo>
                  <a:cubicBezTo>
                    <a:pt x="45" y="533"/>
                    <a:pt x="0" y="598"/>
                    <a:pt x="0" y="672"/>
                  </a:cubicBezTo>
                  <a:cubicBezTo>
                    <a:pt x="0" y="745"/>
                    <a:pt x="45" y="811"/>
                    <a:pt x="112" y="838"/>
                  </a:cubicBezTo>
                  <a:close/>
                  <a:moveTo>
                    <a:pt x="425" y="940"/>
                  </a:moveTo>
                  <a:cubicBezTo>
                    <a:pt x="438" y="940"/>
                    <a:pt x="448" y="950"/>
                    <a:pt x="448" y="963"/>
                  </a:cubicBezTo>
                  <a:cubicBezTo>
                    <a:pt x="448" y="975"/>
                    <a:pt x="438" y="985"/>
                    <a:pt x="425" y="985"/>
                  </a:cubicBezTo>
                  <a:cubicBezTo>
                    <a:pt x="413" y="985"/>
                    <a:pt x="403" y="975"/>
                    <a:pt x="403" y="963"/>
                  </a:cubicBezTo>
                  <a:cubicBezTo>
                    <a:pt x="403" y="950"/>
                    <a:pt x="413" y="940"/>
                    <a:pt x="425" y="940"/>
                  </a:cubicBezTo>
                  <a:close/>
                  <a:moveTo>
                    <a:pt x="448" y="1026"/>
                  </a:moveTo>
                  <a:cubicBezTo>
                    <a:pt x="474" y="1016"/>
                    <a:pt x="492" y="992"/>
                    <a:pt x="492" y="963"/>
                  </a:cubicBezTo>
                  <a:cubicBezTo>
                    <a:pt x="492" y="934"/>
                    <a:pt x="474" y="909"/>
                    <a:pt x="448" y="900"/>
                  </a:cubicBezTo>
                  <a:cubicBezTo>
                    <a:pt x="448" y="761"/>
                    <a:pt x="448" y="761"/>
                    <a:pt x="448" y="761"/>
                  </a:cubicBezTo>
                  <a:cubicBezTo>
                    <a:pt x="604" y="761"/>
                    <a:pt x="604" y="761"/>
                    <a:pt x="604" y="761"/>
                  </a:cubicBezTo>
                  <a:cubicBezTo>
                    <a:pt x="604" y="1075"/>
                    <a:pt x="604" y="1075"/>
                    <a:pt x="604" y="1075"/>
                  </a:cubicBezTo>
                  <a:cubicBezTo>
                    <a:pt x="448" y="1075"/>
                    <a:pt x="448" y="1075"/>
                    <a:pt x="448" y="1075"/>
                  </a:cubicBezTo>
                  <a:lnTo>
                    <a:pt x="448" y="1026"/>
                  </a:lnTo>
                  <a:close/>
                  <a:moveTo>
                    <a:pt x="153" y="540"/>
                  </a:moveTo>
                  <a:cubicBezTo>
                    <a:pt x="161" y="538"/>
                    <a:pt x="168" y="532"/>
                    <a:pt x="170" y="525"/>
                  </a:cubicBezTo>
                  <a:cubicBezTo>
                    <a:pt x="173" y="517"/>
                    <a:pt x="171" y="508"/>
                    <a:pt x="165" y="502"/>
                  </a:cubicBezTo>
                  <a:cubicBezTo>
                    <a:pt x="145" y="481"/>
                    <a:pt x="134" y="454"/>
                    <a:pt x="134" y="425"/>
                  </a:cubicBezTo>
                  <a:cubicBezTo>
                    <a:pt x="134" y="364"/>
                    <a:pt x="184" y="313"/>
                    <a:pt x="247" y="313"/>
                  </a:cubicBezTo>
                  <a:cubicBezTo>
                    <a:pt x="248" y="313"/>
                    <a:pt x="250" y="314"/>
                    <a:pt x="250" y="314"/>
                  </a:cubicBezTo>
                  <a:cubicBezTo>
                    <a:pt x="257" y="314"/>
                    <a:pt x="264" y="311"/>
                    <a:pt x="269" y="305"/>
                  </a:cubicBezTo>
                  <a:cubicBezTo>
                    <a:pt x="273" y="299"/>
                    <a:pt x="274" y="292"/>
                    <a:pt x="272" y="285"/>
                  </a:cubicBezTo>
                  <a:cubicBezTo>
                    <a:pt x="270" y="276"/>
                    <a:pt x="269" y="267"/>
                    <a:pt x="269" y="257"/>
                  </a:cubicBezTo>
                  <a:cubicBezTo>
                    <a:pt x="269" y="202"/>
                    <a:pt x="314" y="157"/>
                    <a:pt x="369" y="157"/>
                  </a:cubicBezTo>
                  <a:cubicBezTo>
                    <a:pt x="379" y="157"/>
                    <a:pt x="388" y="158"/>
                    <a:pt x="397" y="161"/>
                  </a:cubicBezTo>
                  <a:cubicBezTo>
                    <a:pt x="404" y="163"/>
                    <a:pt x="412" y="161"/>
                    <a:pt x="417" y="157"/>
                  </a:cubicBezTo>
                  <a:cubicBezTo>
                    <a:pt x="423" y="152"/>
                    <a:pt x="426" y="145"/>
                    <a:pt x="426" y="138"/>
                  </a:cubicBezTo>
                  <a:cubicBezTo>
                    <a:pt x="426" y="137"/>
                    <a:pt x="425" y="135"/>
                    <a:pt x="425" y="134"/>
                  </a:cubicBezTo>
                  <a:cubicBezTo>
                    <a:pt x="425" y="85"/>
                    <a:pt x="465" y="45"/>
                    <a:pt x="515" y="45"/>
                  </a:cubicBezTo>
                  <a:cubicBezTo>
                    <a:pt x="564" y="45"/>
                    <a:pt x="604" y="85"/>
                    <a:pt x="604" y="134"/>
                  </a:cubicBezTo>
                  <a:cubicBezTo>
                    <a:pt x="604" y="403"/>
                    <a:pt x="604" y="403"/>
                    <a:pt x="604" y="403"/>
                  </a:cubicBezTo>
                  <a:cubicBezTo>
                    <a:pt x="492" y="403"/>
                    <a:pt x="492" y="403"/>
                    <a:pt x="492" y="403"/>
                  </a:cubicBezTo>
                  <a:cubicBezTo>
                    <a:pt x="492" y="332"/>
                    <a:pt x="492" y="332"/>
                    <a:pt x="492" y="332"/>
                  </a:cubicBezTo>
                  <a:cubicBezTo>
                    <a:pt x="518" y="322"/>
                    <a:pt x="537" y="298"/>
                    <a:pt x="537" y="269"/>
                  </a:cubicBezTo>
                  <a:cubicBezTo>
                    <a:pt x="537" y="232"/>
                    <a:pt x="507" y="201"/>
                    <a:pt x="470" y="201"/>
                  </a:cubicBezTo>
                  <a:cubicBezTo>
                    <a:pt x="433" y="201"/>
                    <a:pt x="403" y="232"/>
                    <a:pt x="403" y="269"/>
                  </a:cubicBezTo>
                  <a:cubicBezTo>
                    <a:pt x="403" y="298"/>
                    <a:pt x="422" y="322"/>
                    <a:pt x="448" y="332"/>
                  </a:cubicBezTo>
                  <a:cubicBezTo>
                    <a:pt x="448" y="403"/>
                    <a:pt x="448" y="403"/>
                    <a:pt x="448" y="403"/>
                  </a:cubicBezTo>
                  <a:cubicBezTo>
                    <a:pt x="332" y="403"/>
                    <a:pt x="332" y="403"/>
                    <a:pt x="332" y="403"/>
                  </a:cubicBezTo>
                  <a:cubicBezTo>
                    <a:pt x="322" y="377"/>
                    <a:pt x="298" y="358"/>
                    <a:pt x="269" y="358"/>
                  </a:cubicBezTo>
                  <a:cubicBezTo>
                    <a:pt x="231" y="358"/>
                    <a:pt x="201" y="388"/>
                    <a:pt x="201" y="425"/>
                  </a:cubicBezTo>
                  <a:cubicBezTo>
                    <a:pt x="201" y="462"/>
                    <a:pt x="231" y="492"/>
                    <a:pt x="269" y="492"/>
                  </a:cubicBezTo>
                  <a:cubicBezTo>
                    <a:pt x="298" y="492"/>
                    <a:pt x="322" y="474"/>
                    <a:pt x="332" y="448"/>
                  </a:cubicBezTo>
                  <a:cubicBezTo>
                    <a:pt x="470" y="448"/>
                    <a:pt x="470" y="448"/>
                    <a:pt x="470" y="448"/>
                  </a:cubicBezTo>
                  <a:cubicBezTo>
                    <a:pt x="604" y="448"/>
                    <a:pt x="604" y="448"/>
                    <a:pt x="604" y="448"/>
                  </a:cubicBezTo>
                  <a:cubicBezTo>
                    <a:pt x="604" y="560"/>
                    <a:pt x="604" y="560"/>
                    <a:pt x="604" y="560"/>
                  </a:cubicBezTo>
                  <a:cubicBezTo>
                    <a:pt x="291" y="560"/>
                    <a:pt x="291" y="560"/>
                    <a:pt x="291" y="560"/>
                  </a:cubicBezTo>
                  <a:cubicBezTo>
                    <a:pt x="279" y="560"/>
                    <a:pt x="269" y="570"/>
                    <a:pt x="269" y="582"/>
                  </a:cubicBezTo>
                  <a:cubicBezTo>
                    <a:pt x="269" y="720"/>
                    <a:pt x="269" y="720"/>
                    <a:pt x="269" y="720"/>
                  </a:cubicBezTo>
                  <a:cubicBezTo>
                    <a:pt x="243" y="730"/>
                    <a:pt x="224" y="754"/>
                    <a:pt x="224" y="784"/>
                  </a:cubicBezTo>
                  <a:cubicBezTo>
                    <a:pt x="224" y="821"/>
                    <a:pt x="254" y="851"/>
                    <a:pt x="291" y="851"/>
                  </a:cubicBezTo>
                  <a:cubicBezTo>
                    <a:pt x="328" y="851"/>
                    <a:pt x="358" y="821"/>
                    <a:pt x="358" y="784"/>
                  </a:cubicBezTo>
                  <a:cubicBezTo>
                    <a:pt x="358" y="754"/>
                    <a:pt x="339" y="730"/>
                    <a:pt x="313" y="720"/>
                  </a:cubicBezTo>
                  <a:cubicBezTo>
                    <a:pt x="313" y="604"/>
                    <a:pt x="313" y="604"/>
                    <a:pt x="313" y="604"/>
                  </a:cubicBezTo>
                  <a:cubicBezTo>
                    <a:pt x="604" y="604"/>
                    <a:pt x="604" y="604"/>
                    <a:pt x="604" y="604"/>
                  </a:cubicBezTo>
                  <a:cubicBezTo>
                    <a:pt x="604" y="716"/>
                    <a:pt x="604" y="716"/>
                    <a:pt x="604" y="716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13" y="716"/>
                    <a:pt x="403" y="726"/>
                    <a:pt x="403" y="739"/>
                  </a:cubicBezTo>
                  <a:cubicBezTo>
                    <a:pt x="403" y="900"/>
                    <a:pt x="403" y="900"/>
                    <a:pt x="403" y="900"/>
                  </a:cubicBezTo>
                  <a:cubicBezTo>
                    <a:pt x="377" y="909"/>
                    <a:pt x="358" y="934"/>
                    <a:pt x="358" y="963"/>
                  </a:cubicBezTo>
                  <a:cubicBezTo>
                    <a:pt x="358" y="992"/>
                    <a:pt x="377" y="1016"/>
                    <a:pt x="403" y="1026"/>
                  </a:cubicBezTo>
                  <a:cubicBezTo>
                    <a:pt x="403" y="1097"/>
                    <a:pt x="403" y="1097"/>
                    <a:pt x="403" y="1097"/>
                  </a:cubicBezTo>
                  <a:cubicBezTo>
                    <a:pt x="403" y="1109"/>
                    <a:pt x="413" y="1119"/>
                    <a:pt x="425" y="1119"/>
                  </a:cubicBezTo>
                  <a:cubicBezTo>
                    <a:pt x="604" y="1119"/>
                    <a:pt x="604" y="1119"/>
                    <a:pt x="604" y="1119"/>
                  </a:cubicBezTo>
                  <a:cubicBezTo>
                    <a:pt x="604" y="1209"/>
                    <a:pt x="604" y="1209"/>
                    <a:pt x="604" y="1209"/>
                  </a:cubicBezTo>
                  <a:cubicBezTo>
                    <a:pt x="604" y="1258"/>
                    <a:pt x="564" y="1299"/>
                    <a:pt x="515" y="1299"/>
                  </a:cubicBezTo>
                  <a:cubicBezTo>
                    <a:pt x="465" y="1299"/>
                    <a:pt x="425" y="1258"/>
                    <a:pt x="425" y="1209"/>
                  </a:cubicBezTo>
                  <a:cubicBezTo>
                    <a:pt x="425" y="1209"/>
                    <a:pt x="426" y="1206"/>
                    <a:pt x="426" y="1205"/>
                  </a:cubicBezTo>
                  <a:cubicBezTo>
                    <a:pt x="426" y="1198"/>
                    <a:pt x="423" y="1191"/>
                    <a:pt x="417" y="1187"/>
                  </a:cubicBezTo>
                  <a:cubicBezTo>
                    <a:pt x="413" y="1183"/>
                    <a:pt x="408" y="1182"/>
                    <a:pt x="403" y="1182"/>
                  </a:cubicBezTo>
                  <a:cubicBezTo>
                    <a:pt x="401" y="1182"/>
                    <a:pt x="399" y="1182"/>
                    <a:pt x="397" y="1183"/>
                  </a:cubicBezTo>
                  <a:cubicBezTo>
                    <a:pt x="388" y="1185"/>
                    <a:pt x="379" y="1187"/>
                    <a:pt x="369" y="1187"/>
                  </a:cubicBezTo>
                  <a:cubicBezTo>
                    <a:pt x="314" y="1187"/>
                    <a:pt x="269" y="1141"/>
                    <a:pt x="269" y="1086"/>
                  </a:cubicBezTo>
                  <a:cubicBezTo>
                    <a:pt x="269" y="1077"/>
                    <a:pt x="270" y="1067"/>
                    <a:pt x="272" y="1058"/>
                  </a:cubicBezTo>
                  <a:cubicBezTo>
                    <a:pt x="274" y="1051"/>
                    <a:pt x="273" y="1044"/>
                    <a:pt x="269" y="1038"/>
                  </a:cubicBezTo>
                  <a:cubicBezTo>
                    <a:pt x="264" y="1033"/>
                    <a:pt x="257" y="1029"/>
                    <a:pt x="250" y="1030"/>
                  </a:cubicBezTo>
                  <a:cubicBezTo>
                    <a:pt x="250" y="1030"/>
                    <a:pt x="246" y="1030"/>
                    <a:pt x="246" y="1030"/>
                  </a:cubicBezTo>
                  <a:cubicBezTo>
                    <a:pt x="184" y="1030"/>
                    <a:pt x="134" y="980"/>
                    <a:pt x="134" y="918"/>
                  </a:cubicBezTo>
                  <a:cubicBezTo>
                    <a:pt x="134" y="889"/>
                    <a:pt x="145" y="862"/>
                    <a:pt x="165" y="841"/>
                  </a:cubicBezTo>
                  <a:cubicBezTo>
                    <a:pt x="171" y="835"/>
                    <a:pt x="173" y="826"/>
                    <a:pt x="170" y="819"/>
                  </a:cubicBezTo>
                  <a:cubicBezTo>
                    <a:pt x="168" y="811"/>
                    <a:pt x="161" y="805"/>
                    <a:pt x="153" y="803"/>
                  </a:cubicBezTo>
                  <a:cubicBezTo>
                    <a:pt x="90" y="791"/>
                    <a:pt x="45" y="736"/>
                    <a:pt x="45" y="672"/>
                  </a:cubicBezTo>
                  <a:cubicBezTo>
                    <a:pt x="45" y="607"/>
                    <a:pt x="90" y="552"/>
                    <a:pt x="153" y="540"/>
                  </a:cubicBezTo>
                  <a:close/>
                  <a:moveTo>
                    <a:pt x="448" y="269"/>
                  </a:moveTo>
                  <a:cubicBezTo>
                    <a:pt x="448" y="256"/>
                    <a:pt x="458" y="246"/>
                    <a:pt x="470" y="246"/>
                  </a:cubicBezTo>
                  <a:cubicBezTo>
                    <a:pt x="482" y="246"/>
                    <a:pt x="492" y="256"/>
                    <a:pt x="492" y="269"/>
                  </a:cubicBezTo>
                  <a:cubicBezTo>
                    <a:pt x="492" y="281"/>
                    <a:pt x="482" y="291"/>
                    <a:pt x="470" y="291"/>
                  </a:cubicBezTo>
                  <a:cubicBezTo>
                    <a:pt x="458" y="291"/>
                    <a:pt x="448" y="281"/>
                    <a:pt x="448" y="269"/>
                  </a:cubicBezTo>
                  <a:close/>
                  <a:moveTo>
                    <a:pt x="291" y="425"/>
                  </a:moveTo>
                  <a:cubicBezTo>
                    <a:pt x="291" y="438"/>
                    <a:pt x="281" y="448"/>
                    <a:pt x="269" y="448"/>
                  </a:cubicBezTo>
                  <a:cubicBezTo>
                    <a:pt x="256" y="448"/>
                    <a:pt x="246" y="438"/>
                    <a:pt x="246" y="425"/>
                  </a:cubicBezTo>
                  <a:cubicBezTo>
                    <a:pt x="246" y="413"/>
                    <a:pt x="256" y="403"/>
                    <a:pt x="269" y="403"/>
                  </a:cubicBezTo>
                  <a:cubicBezTo>
                    <a:pt x="281" y="403"/>
                    <a:pt x="291" y="413"/>
                    <a:pt x="291" y="425"/>
                  </a:cubicBezTo>
                  <a:close/>
                  <a:moveTo>
                    <a:pt x="313" y="784"/>
                  </a:moveTo>
                  <a:cubicBezTo>
                    <a:pt x="313" y="796"/>
                    <a:pt x="303" y="806"/>
                    <a:pt x="291" y="806"/>
                  </a:cubicBezTo>
                  <a:cubicBezTo>
                    <a:pt x="279" y="806"/>
                    <a:pt x="269" y="796"/>
                    <a:pt x="269" y="784"/>
                  </a:cubicBezTo>
                  <a:cubicBezTo>
                    <a:pt x="269" y="771"/>
                    <a:pt x="279" y="761"/>
                    <a:pt x="291" y="761"/>
                  </a:cubicBezTo>
                  <a:cubicBezTo>
                    <a:pt x="303" y="761"/>
                    <a:pt x="313" y="771"/>
                    <a:pt x="313" y="78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2" name="Google Shape;1370;p34"/>
            <p:cNvSpPr/>
            <p:nvPr/>
          </p:nvSpPr>
          <p:spPr>
            <a:xfrm>
              <a:off x="4037013" y="-2079625"/>
              <a:ext cx="25400" cy="2698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3" name="Google Shape;1371;p34"/>
            <p:cNvSpPr/>
            <p:nvPr/>
          </p:nvSpPr>
          <p:spPr>
            <a:xfrm>
              <a:off x="3513138" y="-1938338"/>
              <a:ext cx="25400" cy="25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4" name="Google Shape;1372;p34"/>
            <p:cNvSpPr/>
            <p:nvPr/>
          </p:nvSpPr>
          <p:spPr>
            <a:xfrm>
              <a:off x="3589338" y="-1784350"/>
              <a:ext cx="26988" cy="25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5" name="Google Shape;1373;p34"/>
            <p:cNvSpPr/>
            <p:nvPr/>
          </p:nvSpPr>
          <p:spPr>
            <a:xfrm>
              <a:off x="4140200" y="-1938338"/>
              <a:ext cx="25400" cy="25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86" name="Google Shape;1374;p34"/>
          <p:cNvGrpSpPr/>
          <p:nvPr/>
        </p:nvGrpSpPr>
        <p:grpSpPr>
          <a:xfrm>
            <a:off x="9431084" y="4325682"/>
            <a:ext cx="597808" cy="501649"/>
            <a:chOff x="4071938" y="-3335338"/>
            <a:chExt cx="819150" cy="687387"/>
          </a:xfrm>
          <a:solidFill>
            <a:schemeClr val="bg1">
              <a:lumMod val="75000"/>
            </a:schemeClr>
          </a:solidFill>
        </p:grpSpPr>
        <p:sp>
          <p:nvSpPr>
            <p:cNvPr id="687" name="Google Shape;1375;p34"/>
            <p:cNvSpPr/>
            <p:nvPr/>
          </p:nvSpPr>
          <p:spPr>
            <a:xfrm>
              <a:off x="4695825" y="-3286125"/>
              <a:ext cx="23813" cy="238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8" name="Google Shape;1376;p34"/>
            <p:cNvSpPr/>
            <p:nvPr/>
          </p:nvSpPr>
          <p:spPr>
            <a:xfrm>
              <a:off x="4745038" y="-3286125"/>
              <a:ext cx="23813" cy="238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9" name="Google Shape;1377;p34"/>
            <p:cNvSpPr/>
            <p:nvPr/>
          </p:nvSpPr>
          <p:spPr>
            <a:xfrm>
              <a:off x="4795838" y="-3286125"/>
              <a:ext cx="23813" cy="23812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0" name="Google Shape;1378;p34"/>
            <p:cNvSpPr/>
            <p:nvPr/>
          </p:nvSpPr>
          <p:spPr>
            <a:xfrm>
              <a:off x="4425950" y="-2832100"/>
              <a:ext cx="409575" cy="84137"/>
            </a:xfrm>
            <a:custGeom>
              <a:avLst/>
              <a:gdLst/>
              <a:ahLst/>
              <a:cxnLst/>
              <a:rect l="l" t="t" r="r" b="b"/>
              <a:pathLst>
                <a:path w="718" h="148" extrusionOk="0">
                  <a:moveTo>
                    <a:pt x="0" y="98"/>
                  </a:moveTo>
                  <a:cubicBezTo>
                    <a:pt x="0" y="126"/>
                    <a:pt x="23" y="148"/>
                    <a:pt x="50" y="148"/>
                  </a:cubicBezTo>
                  <a:cubicBezTo>
                    <a:pt x="668" y="148"/>
                    <a:pt x="668" y="148"/>
                    <a:pt x="668" y="148"/>
                  </a:cubicBezTo>
                  <a:cubicBezTo>
                    <a:pt x="695" y="148"/>
                    <a:pt x="718" y="126"/>
                    <a:pt x="718" y="98"/>
                  </a:cubicBezTo>
                  <a:cubicBezTo>
                    <a:pt x="718" y="50"/>
                    <a:pt x="718" y="50"/>
                    <a:pt x="718" y="50"/>
                  </a:cubicBezTo>
                  <a:cubicBezTo>
                    <a:pt x="718" y="23"/>
                    <a:pt x="695" y="0"/>
                    <a:pt x="66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3" y="0"/>
                    <a:pt x="0" y="23"/>
                    <a:pt x="0" y="50"/>
                  </a:cubicBezTo>
                  <a:lnTo>
                    <a:pt x="0" y="98"/>
                  </a:lnTo>
                  <a:close/>
                  <a:moveTo>
                    <a:pt x="42" y="50"/>
                  </a:moveTo>
                  <a:cubicBezTo>
                    <a:pt x="42" y="46"/>
                    <a:pt x="46" y="42"/>
                    <a:pt x="50" y="42"/>
                  </a:cubicBezTo>
                  <a:cubicBezTo>
                    <a:pt x="668" y="42"/>
                    <a:pt x="668" y="42"/>
                    <a:pt x="668" y="42"/>
                  </a:cubicBezTo>
                  <a:cubicBezTo>
                    <a:pt x="672" y="42"/>
                    <a:pt x="676" y="46"/>
                    <a:pt x="676" y="50"/>
                  </a:cubicBezTo>
                  <a:cubicBezTo>
                    <a:pt x="676" y="98"/>
                    <a:pt x="676" y="98"/>
                    <a:pt x="676" y="98"/>
                  </a:cubicBezTo>
                  <a:cubicBezTo>
                    <a:pt x="676" y="103"/>
                    <a:pt x="672" y="106"/>
                    <a:pt x="668" y="106"/>
                  </a:cubicBezTo>
                  <a:cubicBezTo>
                    <a:pt x="50" y="106"/>
                    <a:pt x="50" y="106"/>
                    <a:pt x="50" y="106"/>
                  </a:cubicBezTo>
                  <a:cubicBezTo>
                    <a:pt x="46" y="106"/>
                    <a:pt x="42" y="103"/>
                    <a:pt x="42" y="98"/>
                  </a:cubicBezTo>
                  <a:lnTo>
                    <a:pt x="42" y="5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1" name="Google Shape;1379;p34"/>
            <p:cNvSpPr/>
            <p:nvPr/>
          </p:nvSpPr>
          <p:spPr>
            <a:xfrm>
              <a:off x="4071938" y="-3335338"/>
              <a:ext cx="819150" cy="687387"/>
            </a:xfrm>
            <a:custGeom>
              <a:avLst/>
              <a:gdLst/>
              <a:ahLst/>
              <a:cxnLst/>
              <a:rect l="l" t="t" r="r" b="b"/>
              <a:pathLst>
                <a:path w="1433" h="1203" extrusionOk="0">
                  <a:moveTo>
                    <a:pt x="1365" y="0"/>
                  </a:moveTo>
                  <a:cubicBezTo>
                    <a:pt x="444" y="0"/>
                    <a:pt x="444" y="0"/>
                    <a:pt x="444" y="0"/>
                  </a:cubicBezTo>
                  <a:cubicBezTo>
                    <a:pt x="432" y="0"/>
                    <a:pt x="423" y="9"/>
                    <a:pt x="423" y="21"/>
                  </a:cubicBezTo>
                  <a:cubicBezTo>
                    <a:pt x="423" y="32"/>
                    <a:pt x="432" y="42"/>
                    <a:pt x="444" y="42"/>
                  </a:cubicBezTo>
                  <a:cubicBezTo>
                    <a:pt x="1365" y="42"/>
                    <a:pt x="1365" y="42"/>
                    <a:pt x="1365" y="42"/>
                  </a:cubicBezTo>
                  <a:cubicBezTo>
                    <a:pt x="1379" y="42"/>
                    <a:pt x="1391" y="53"/>
                    <a:pt x="1391" y="67"/>
                  </a:cubicBezTo>
                  <a:cubicBezTo>
                    <a:pt x="1391" y="171"/>
                    <a:pt x="1391" y="171"/>
                    <a:pt x="1391" y="171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42" y="53"/>
                    <a:pt x="53" y="42"/>
                    <a:pt x="67" y="42"/>
                  </a:cubicBezTo>
                  <a:cubicBezTo>
                    <a:pt x="360" y="42"/>
                    <a:pt x="360" y="42"/>
                    <a:pt x="360" y="42"/>
                  </a:cubicBezTo>
                  <a:cubicBezTo>
                    <a:pt x="372" y="42"/>
                    <a:pt x="381" y="32"/>
                    <a:pt x="381" y="21"/>
                  </a:cubicBezTo>
                  <a:cubicBezTo>
                    <a:pt x="381" y="9"/>
                    <a:pt x="372" y="0"/>
                    <a:pt x="360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30" y="0"/>
                    <a:pt x="0" y="30"/>
                    <a:pt x="0" y="67"/>
                  </a:cubicBezTo>
                  <a:cubicBezTo>
                    <a:pt x="0" y="1130"/>
                    <a:pt x="0" y="1130"/>
                    <a:pt x="0" y="1130"/>
                  </a:cubicBezTo>
                  <a:cubicBezTo>
                    <a:pt x="0" y="1170"/>
                    <a:pt x="33" y="1203"/>
                    <a:pt x="73" y="1203"/>
                  </a:cubicBezTo>
                  <a:cubicBezTo>
                    <a:pt x="858" y="1203"/>
                    <a:pt x="858" y="1203"/>
                    <a:pt x="858" y="1203"/>
                  </a:cubicBezTo>
                  <a:cubicBezTo>
                    <a:pt x="869" y="1203"/>
                    <a:pt x="879" y="1194"/>
                    <a:pt x="879" y="1182"/>
                  </a:cubicBezTo>
                  <a:cubicBezTo>
                    <a:pt x="879" y="1171"/>
                    <a:pt x="869" y="1161"/>
                    <a:pt x="858" y="1161"/>
                  </a:cubicBezTo>
                  <a:cubicBezTo>
                    <a:pt x="73" y="1161"/>
                    <a:pt x="73" y="1161"/>
                    <a:pt x="73" y="1161"/>
                  </a:cubicBezTo>
                  <a:cubicBezTo>
                    <a:pt x="56" y="1161"/>
                    <a:pt x="42" y="1147"/>
                    <a:pt x="42" y="1130"/>
                  </a:cubicBezTo>
                  <a:cubicBezTo>
                    <a:pt x="42" y="213"/>
                    <a:pt x="42" y="213"/>
                    <a:pt x="42" y="213"/>
                  </a:cubicBezTo>
                  <a:cubicBezTo>
                    <a:pt x="1391" y="213"/>
                    <a:pt x="1391" y="213"/>
                    <a:pt x="1391" y="213"/>
                  </a:cubicBezTo>
                  <a:cubicBezTo>
                    <a:pt x="1391" y="1130"/>
                    <a:pt x="1391" y="1130"/>
                    <a:pt x="1391" y="1130"/>
                  </a:cubicBezTo>
                  <a:cubicBezTo>
                    <a:pt x="1391" y="1147"/>
                    <a:pt x="1377" y="1161"/>
                    <a:pt x="1359" y="1161"/>
                  </a:cubicBezTo>
                  <a:cubicBezTo>
                    <a:pt x="942" y="1161"/>
                    <a:pt x="942" y="1161"/>
                    <a:pt x="942" y="1161"/>
                  </a:cubicBezTo>
                  <a:cubicBezTo>
                    <a:pt x="930" y="1161"/>
                    <a:pt x="921" y="1171"/>
                    <a:pt x="921" y="1182"/>
                  </a:cubicBezTo>
                  <a:cubicBezTo>
                    <a:pt x="921" y="1194"/>
                    <a:pt x="930" y="1203"/>
                    <a:pt x="942" y="1203"/>
                  </a:cubicBezTo>
                  <a:cubicBezTo>
                    <a:pt x="1359" y="1203"/>
                    <a:pt x="1359" y="1203"/>
                    <a:pt x="1359" y="1203"/>
                  </a:cubicBezTo>
                  <a:cubicBezTo>
                    <a:pt x="1400" y="1203"/>
                    <a:pt x="1433" y="1170"/>
                    <a:pt x="1433" y="1130"/>
                  </a:cubicBezTo>
                  <a:cubicBezTo>
                    <a:pt x="1433" y="67"/>
                    <a:pt x="1433" y="67"/>
                    <a:pt x="1433" y="67"/>
                  </a:cubicBezTo>
                  <a:cubicBezTo>
                    <a:pt x="1433" y="30"/>
                    <a:pt x="1402" y="0"/>
                    <a:pt x="13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2" name="Google Shape;1380;p34"/>
            <p:cNvSpPr/>
            <p:nvPr/>
          </p:nvSpPr>
          <p:spPr>
            <a:xfrm>
              <a:off x="4146550" y="-3168650"/>
              <a:ext cx="225425" cy="219075"/>
            </a:xfrm>
            <a:custGeom>
              <a:avLst/>
              <a:gdLst/>
              <a:ahLst/>
              <a:cxnLst/>
              <a:rect l="l" t="t" r="r" b="b"/>
              <a:pathLst>
                <a:path w="396" h="384" extrusionOk="0">
                  <a:moveTo>
                    <a:pt x="204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87" y="0"/>
                    <a:pt x="0" y="86"/>
                    <a:pt x="0" y="192"/>
                  </a:cubicBezTo>
                  <a:cubicBezTo>
                    <a:pt x="0" y="298"/>
                    <a:pt x="87" y="384"/>
                    <a:pt x="193" y="384"/>
                  </a:cubicBezTo>
                  <a:cubicBezTo>
                    <a:pt x="204" y="384"/>
                    <a:pt x="204" y="384"/>
                    <a:pt x="204" y="384"/>
                  </a:cubicBezTo>
                  <a:cubicBezTo>
                    <a:pt x="310" y="384"/>
                    <a:pt x="396" y="298"/>
                    <a:pt x="396" y="192"/>
                  </a:cubicBezTo>
                  <a:cubicBezTo>
                    <a:pt x="396" y="86"/>
                    <a:pt x="310" y="0"/>
                    <a:pt x="204" y="0"/>
                  </a:cubicBezTo>
                  <a:close/>
                  <a:moveTo>
                    <a:pt x="193" y="42"/>
                  </a:moveTo>
                  <a:cubicBezTo>
                    <a:pt x="204" y="42"/>
                    <a:pt x="204" y="42"/>
                    <a:pt x="204" y="42"/>
                  </a:cubicBezTo>
                  <a:cubicBezTo>
                    <a:pt x="287" y="42"/>
                    <a:pt x="354" y="109"/>
                    <a:pt x="354" y="192"/>
                  </a:cubicBezTo>
                  <a:cubicBezTo>
                    <a:pt x="354" y="220"/>
                    <a:pt x="346" y="247"/>
                    <a:pt x="333" y="270"/>
                  </a:cubicBezTo>
                  <a:cubicBezTo>
                    <a:pt x="313" y="252"/>
                    <a:pt x="290" y="239"/>
                    <a:pt x="265" y="230"/>
                  </a:cubicBezTo>
                  <a:cubicBezTo>
                    <a:pt x="277" y="215"/>
                    <a:pt x="285" y="197"/>
                    <a:pt x="285" y="176"/>
                  </a:cubicBezTo>
                  <a:cubicBezTo>
                    <a:pt x="285" y="128"/>
                    <a:pt x="246" y="89"/>
                    <a:pt x="198" y="89"/>
                  </a:cubicBezTo>
                  <a:cubicBezTo>
                    <a:pt x="151" y="89"/>
                    <a:pt x="112" y="128"/>
                    <a:pt x="112" y="176"/>
                  </a:cubicBezTo>
                  <a:cubicBezTo>
                    <a:pt x="112" y="197"/>
                    <a:pt x="119" y="215"/>
                    <a:pt x="131" y="230"/>
                  </a:cubicBezTo>
                  <a:cubicBezTo>
                    <a:pt x="107" y="239"/>
                    <a:pt x="84" y="252"/>
                    <a:pt x="64" y="270"/>
                  </a:cubicBezTo>
                  <a:cubicBezTo>
                    <a:pt x="50" y="247"/>
                    <a:pt x="42" y="220"/>
                    <a:pt x="42" y="192"/>
                  </a:cubicBezTo>
                  <a:cubicBezTo>
                    <a:pt x="42" y="109"/>
                    <a:pt x="110" y="42"/>
                    <a:pt x="193" y="42"/>
                  </a:cubicBezTo>
                  <a:close/>
                  <a:moveTo>
                    <a:pt x="154" y="176"/>
                  </a:moveTo>
                  <a:cubicBezTo>
                    <a:pt x="154" y="151"/>
                    <a:pt x="174" y="131"/>
                    <a:pt x="198" y="131"/>
                  </a:cubicBezTo>
                  <a:cubicBezTo>
                    <a:pt x="223" y="131"/>
                    <a:pt x="243" y="151"/>
                    <a:pt x="243" y="176"/>
                  </a:cubicBezTo>
                  <a:cubicBezTo>
                    <a:pt x="243" y="200"/>
                    <a:pt x="223" y="220"/>
                    <a:pt x="198" y="220"/>
                  </a:cubicBezTo>
                  <a:cubicBezTo>
                    <a:pt x="174" y="220"/>
                    <a:pt x="154" y="200"/>
                    <a:pt x="154" y="176"/>
                  </a:cubicBezTo>
                  <a:close/>
                  <a:moveTo>
                    <a:pt x="193" y="342"/>
                  </a:moveTo>
                  <a:cubicBezTo>
                    <a:pt x="153" y="342"/>
                    <a:pt x="118" y="327"/>
                    <a:pt x="91" y="302"/>
                  </a:cubicBezTo>
                  <a:cubicBezTo>
                    <a:pt x="119" y="276"/>
                    <a:pt x="154" y="262"/>
                    <a:pt x="193" y="262"/>
                  </a:cubicBezTo>
                  <a:cubicBezTo>
                    <a:pt x="204" y="262"/>
                    <a:pt x="204" y="262"/>
                    <a:pt x="204" y="262"/>
                  </a:cubicBezTo>
                  <a:cubicBezTo>
                    <a:pt x="242" y="262"/>
                    <a:pt x="278" y="276"/>
                    <a:pt x="306" y="302"/>
                  </a:cubicBezTo>
                  <a:cubicBezTo>
                    <a:pt x="279" y="327"/>
                    <a:pt x="243" y="342"/>
                    <a:pt x="204" y="342"/>
                  </a:cubicBezTo>
                  <a:cubicBezTo>
                    <a:pt x="193" y="342"/>
                    <a:pt x="193" y="342"/>
                    <a:pt x="193" y="3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3" name="Google Shape;1381;p34"/>
            <p:cNvSpPr/>
            <p:nvPr/>
          </p:nvSpPr>
          <p:spPr>
            <a:xfrm>
              <a:off x="4146550" y="-2905125"/>
              <a:ext cx="225425" cy="23812"/>
            </a:xfrm>
            <a:custGeom>
              <a:avLst/>
              <a:gdLst/>
              <a:ahLst/>
              <a:cxnLst/>
              <a:rect l="l" t="t" r="r" b="b"/>
              <a:pathLst>
                <a:path w="396" h="42" extrusionOk="0">
                  <a:moveTo>
                    <a:pt x="375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1"/>
                  </a:cubicBezTo>
                  <a:cubicBezTo>
                    <a:pt x="0" y="32"/>
                    <a:pt x="10" y="42"/>
                    <a:pt x="21" y="42"/>
                  </a:cubicBezTo>
                  <a:cubicBezTo>
                    <a:pt x="375" y="42"/>
                    <a:pt x="375" y="42"/>
                    <a:pt x="375" y="42"/>
                  </a:cubicBezTo>
                  <a:cubicBezTo>
                    <a:pt x="387" y="42"/>
                    <a:pt x="396" y="32"/>
                    <a:pt x="396" y="21"/>
                  </a:cubicBezTo>
                  <a:cubicBezTo>
                    <a:pt x="396" y="9"/>
                    <a:pt x="387" y="0"/>
                    <a:pt x="3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4" name="Google Shape;1382;p34"/>
            <p:cNvSpPr/>
            <p:nvPr/>
          </p:nvSpPr>
          <p:spPr>
            <a:xfrm>
              <a:off x="4146550" y="-2844800"/>
              <a:ext cx="225425" cy="23812"/>
            </a:xfrm>
            <a:custGeom>
              <a:avLst/>
              <a:gdLst/>
              <a:ahLst/>
              <a:cxnLst/>
              <a:rect l="l" t="t" r="r" b="b"/>
              <a:pathLst>
                <a:path w="396" h="42" extrusionOk="0">
                  <a:moveTo>
                    <a:pt x="375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10"/>
                    <a:pt x="0" y="21"/>
                  </a:cubicBezTo>
                  <a:cubicBezTo>
                    <a:pt x="0" y="33"/>
                    <a:pt x="10" y="42"/>
                    <a:pt x="21" y="42"/>
                  </a:cubicBezTo>
                  <a:cubicBezTo>
                    <a:pt x="375" y="42"/>
                    <a:pt x="375" y="42"/>
                    <a:pt x="375" y="42"/>
                  </a:cubicBezTo>
                  <a:cubicBezTo>
                    <a:pt x="387" y="42"/>
                    <a:pt x="396" y="33"/>
                    <a:pt x="396" y="21"/>
                  </a:cubicBezTo>
                  <a:cubicBezTo>
                    <a:pt x="396" y="10"/>
                    <a:pt x="387" y="0"/>
                    <a:pt x="3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5" name="Google Shape;1383;p34"/>
            <p:cNvSpPr/>
            <p:nvPr/>
          </p:nvSpPr>
          <p:spPr>
            <a:xfrm>
              <a:off x="4146550" y="-2784475"/>
              <a:ext cx="225425" cy="23812"/>
            </a:xfrm>
            <a:custGeom>
              <a:avLst/>
              <a:gdLst/>
              <a:ahLst/>
              <a:cxnLst/>
              <a:rect l="l" t="t" r="r" b="b"/>
              <a:pathLst>
                <a:path w="396" h="42" extrusionOk="0">
                  <a:moveTo>
                    <a:pt x="375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10"/>
                    <a:pt x="0" y="21"/>
                  </a:cubicBezTo>
                  <a:cubicBezTo>
                    <a:pt x="0" y="33"/>
                    <a:pt x="10" y="42"/>
                    <a:pt x="21" y="42"/>
                  </a:cubicBezTo>
                  <a:cubicBezTo>
                    <a:pt x="375" y="42"/>
                    <a:pt x="375" y="42"/>
                    <a:pt x="375" y="42"/>
                  </a:cubicBezTo>
                  <a:cubicBezTo>
                    <a:pt x="387" y="42"/>
                    <a:pt x="396" y="33"/>
                    <a:pt x="396" y="21"/>
                  </a:cubicBezTo>
                  <a:cubicBezTo>
                    <a:pt x="396" y="10"/>
                    <a:pt x="387" y="0"/>
                    <a:pt x="3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6" name="Google Shape;1384;p34"/>
            <p:cNvSpPr/>
            <p:nvPr/>
          </p:nvSpPr>
          <p:spPr>
            <a:xfrm>
              <a:off x="4425950" y="-3140075"/>
              <a:ext cx="409575" cy="84137"/>
            </a:xfrm>
            <a:custGeom>
              <a:avLst/>
              <a:gdLst/>
              <a:ahLst/>
              <a:cxnLst/>
              <a:rect l="l" t="t" r="r" b="b"/>
              <a:pathLst>
                <a:path w="718" h="148" extrusionOk="0">
                  <a:moveTo>
                    <a:pt x="50" y="148"/>
                  </a:moveTo>
                  <a:cubicBezTo>
                    <a:pt x="668" y="148"/>
                    <a:pt x="668" y="148"/>
                    <a:pt x="668" y="148"/>
                  </a:cubicBezTo>
                  <a:cubicBezTo>
                    <a:pt x="695" y="148"/>
                    <a:pt x="718" y="125"/>
                    <a:pt x="718" y="98"/>
                  </a:cubicBezTo>
                  <a:cubicBezTo>
                    <a:pt x="718" y="50"/>
                    <a:pt x="718" y="50"/>
                    <a:pt x="718" y="50"/>
                  </a:cubicBezTo>
                  <a:cubicBezTo>
                    <a:pt x="718" y="22"/>
                    <a:pt x="695" y="0"/>
                    <a:pt x="66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3" y="0"/>
                    <a:pt x="0" y="22"/>
                    <a:pt x="0" y="50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25"/>
                    <a:pt x="23" y="148"/>
                    <a:pt x="50" y="148"/>
                  </a:cubicBezTo>
                  <a:close/>
                  <a:moveTo>
                    <a:pt x="42" y="50"/>
                  </a:moveTo>
                  <a:cubicBezTo>
                    <a:pt x="42" y="46"/>
                    <a:pt x="46" y="42"/>
                    <a:pt x="50" y="42"/>
                  </a:cubicBezTo>
                  <a:cubicBezTo>
                    <a:pt x="668" y="42"/>
                    <a:pt x="668" y="42"/>
                    <a:pt x="668" y="42"/>
                  </a:cubicBezTo>
                  <a:cubicBezTo>
                    <a:pt x="672" y="42"/>
                    <a:pt x="676" y="46"/>
                    <a:pt x="676" y="50"/>
                  </a:cubicBezTo>
                  <a:cubicBezTo>
                    <a:pt x="676" y="98"/>
                    <a:pt x="676" y="98"/>
                    <a:pt x="676" y="98"/>
                  </a:cubicBezTo>
                  <a:cubicBezTo>
                    <a:pt x="676" y="102"/>
                    <a:pt x="672" y="106"/>
                    <a:pt x="668" y="106"/>
                  </a:cubicBezTo>
                  <a:cubicBezTo>
                    <a:pt x="50" y="106"/>
                    <a:pt x="50" y="106"/>
                    <a:pt x="50" y="106"/>
                  </a:cubicBezTo>
                  <a:cubicBezTo>
                    <a:pt x="46" y="106"/>
                    <a:pt x="42" y="102"/>
                    <a:pt x="42" y="98"/>
                  </a:cubicBezTo>
                  <a:lnTo>
                    <a:pt x="42" y="5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7" name="Google Shape;1385;p34"/>
            <p:cNvSpPr/>
            <p:nvPr/>
          </p:nvSpPr>
          <p:spPr>
            <a:xfrm>
              <a:off x="4425950" y="-3011488"/>
              <a:ext cx="409575" cy="23812"/>
            </a:xfrm>
            <a:custGeom>
              <a:avLst/>
              <a:gdLst/>
              <a:ahLst/>
              <a:cxnLst/>
              <a:rect l="l" t="t" r="r" b="b"/>
              <a:pathLst>
                <a:path w="718" h="42" extrusionOk="0">
                  <a:moveTo>
                    <a:pt x="21" y="42"/>
                  </a:moveTo>
                  <a:cubicBezTo>
                    <a:pt x="697" y="42"/>
                    <a:pt x="697" y="42"/>
                    <a:pt x="697" y="42"/>
                  </a:cubicBezTo>
                  <a:cubicBezTo>
                    <a:pt x="708" y="42"/>
                    <a:pt x="718" y="32"/>
                    <a:pt x="718" y="21"/>
                  </a:cubicBezTo>
                  <a:cubicBezTo>
                    <a:pt x="718" y="9"/>
                    <a:pt x="708" y="0"/>
                    <a:pt x="697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1"/>
                  </a:cubicBezTo>
                  <a:cubicBezTo>
                    <a:pt x="0" y="32"/>
                    <a:pt x="10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8" name="Google Shape;1386;p34"/>
            <p:cNvSpPr/>
            <p:nvPr/>
          </p:nvSpPr>
          <p:spPr>
            <a:xfrm>
              <a:off x="4425950" y="-2955925"/>
              <a:ext cx="409575" cy="23812"/>
            </a:xfrm>
            <a:custGeom>
              <a:avLst/>
              <a:gdLst/>
              <a:ahLst/>
              <a:cxnLst/>
              <a:rect l="l" t="t" r="r" b="b"/>
              <a:pathLst>
                <a:path w="718" h="42" extrusionOk="0">
                  <a:moveTo>
                    <a:pt x="21" y="42"/>
                  </a:moveTo>
                  <a:cubicBezTo>
                    <a:pt x="697" y="42"/>
                    <a:pt x="697" y="42"/>
                    <a:pt x="697" y="42"/>
                  </a:cubicBezTo>
                  <a:cubicBezTo>
                    <a:pt x="708" y="42"/>
                    <a:pt x="718" y="33"/>
                    <a:pt x="718" y="21"/>
                  </a:cubicBezTo>
                  <a:cubicBezTo>
                    <a:pt x="718" y="9"/>
                    <a:pt x="708" y="0"/>
                    <a:pt x="697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9" name="Google Shape;1387;p34"/>
            <p:cNvSpPr/>
            <p:nvPr/>
          </p:nvSpPr>
          <p:spPr>
            <a:xfrm>
              <a:off x="4425950" y="-2900363"/>
              <a:ext cx="409575" cy="23812"/>
            </a:xfrm>
            <a:custGeom>
              <a:avLst/>
              <a:gdLst/>
              <a:ahLst/>
              <a:cxnLst/>
              <a:rect l="l" t="t" r="r" b="b"/>
              <a:pathLst>
                <a:path w="718" h="42" extrusionOk="0">
                  <a:moveTo>
                    <a:pt x="21" y="42"/>
                  </a:moveTo>
                  <a:cubicBezTo>
                    <a:pt x="697" y="42"/>
                    <a:pt x="697" y="42"/>
                    <a:pt x="697" y="42"/>
                  </a:cubicBezTo>
                  <a:cubicBezTo>
                    <a:pt x="708" y="42"/>
                    <a:pt x="718" y="32"/>
                    <a:pt x="718" y="21"/>
                  </a:cubicBezTo>
                  <a:cubicBezTo>
                    <a:pt x="718" y="9"/>
                    <a:pt x="708" y="0"/>
                    <a:pt x="697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1"/>
                  </a:cubicBezTo>
                  <a:cubicBezTo>
                    <a:pt x="0" y="32"/>
                    <a:pt x="10" y="42"/>
                    <a:pt x="21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208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392;p35"/>
          <p:cNvGrpSpPr/>
          <p:nvPr/>
        </p:nvGrpSpPr>
        <p:grpSpPr>
          <a:xfrm>
            <a:off x="7064167" y="1310138"/>
            <a:ext cx="460375" cy="474662"/>
            <a:chOff x="3789362" y="-3457576"/>
            <a:chExt cx="460375" cy="474662"/>
          </a:xfrm>
          <a:solidFill>
            <a:schemeClr val="bg1">
              <a:lumMod val="85000"/>
            </a:schemeClr>
          </a:solidFill>
        </p:grpSpPr>
        <p:sp>
          <p:nvSpPr>
            <p:cNvPr id="3" name="Google Shape;1393;p35"/>
            <p:cNvSpPr/>
            <p:nvPr/>
          </p:nvSpPr>
          <p:spPr>
            <a:xfrm>
              <a:off x="3789362" y="-3457576"/>
              <a:ext cx="460375" cy="474662"/>
            </a:xfrm>
            <a:custGeom>
              <a:avLst/>
              <a:gdLst/>
              <a:ahLst/>
              <a:cxnLst/>
              <a:rect l="l" t="t" r="r" b="b"/>
              <a:pathLst>
                <a:path w="596" h="611" extrusionOk="0">
                  <a:moveTo>
                    <a:pt x="570" y="279"/>
                  </a:moveTo>
                  <a:cubicBezTo>
                    <a:pt x="556" y="279"/>
                    <a:pt x="544" y="291"/>
                    <a:pt x="544" y="305"/>
                  </a:cubicBezTo>
                  <a:cubicBezTo>
                    <a:pt x="544" y="414"/>
                    <a:pt x="469" y="508"/>
                    <a:pt x="363" y="532"/>
                  </a:cubicBezTo>
                  <a:cubicBezTo>
                    <a:pt x="258" y="556"/>
                    <a:pt x="149" y="504"/>
                    <a:pt x="102" y="406"/>
                  </a:cubicBezTo>
                  <a:cubicBezTo>
                    <a:pt x="55" y="308"/>
                    <a:pt x="82" y="191"/>
                    <a:pt x="168" y="123"/>
                  </a:cubicBezTo>
                  <a:cubicBezTo>
                    <a:pt x="253" y="56"/>
                    <a:pt x="373" y="56"/>
                    <a:pt x="458" y="125"/>
                  </a:cubicBezTo>
                  <a:cubicBezTo>
                    <a:pt x="415" y="125"/>
                    <a:pt x="415" y="125"/>
                    <a:pt x="415" y="125"/>
                  </a:cubicBezTo>
                  <a:cubicBezTo>
                    <a:pt x="401" y="125"/>
                    <a:pt x="389" y="136"/>
                    <a:pt x="389" y="150"/>
                  </a:cubicBezTo>
                  <a:cubicBezTo>
                    <a:pt x="389" y="165"/>
                    <a:pt x="401" y="176"/>
                    <a:pt x="415" y="176"/>
                  </a:cubicBezTo>
                  <a:cubicBezTo>
                    <a:pt x="518" y="176"/>
                    <a:pt x="518" y="176"/>
                    <a:pt x="518" y="176"/>
                  </a:cubicBezTo>
                  <a:cubicBezTo>
                    <a:pt x="533" y="176"/>
                    <a:pt x="544" y="165"/>
                    <a:pt x="544" y="150"/>
                  </a:cubicBezTo>
                  <a:cubicBezTo>
                    <a:pt x="544" y="47"/>
                    <a:pt x="544" y="47"/>
                    <a:pt x="544" y="47"/>
                  </a:cubicBezTo>
                  <a:cubicBezTo>
                    <a:pt x="544" y="33"/>
                    <a:pt x="533" y="21"/>
                    <a:pt x="518" y="21"/>
                  </a:cubicBezTo>
                  <a:cubicBezTo>
                    <a:pt x="504" y="21"/>
                    <a:pt x="493" y="33"/>
                    <a:pt x="493" y="47"/>
                  </a:cubicBezTo>
                  <a:cubicBezTo>
                    <a:pt x="493" y="87"/>
                    <a:pt x="493" y="87"/>
                    <a:pt x="493" y="87"/>
                  </a:cubicBezTo>
                  <a:cubicBezTo>
                    <a:pt x="390" y="2"/>
                    <a:pt x="243" y="0"/>
                    <a:pt x="139" y="82"/>
                  </a:cubicBezTo>
                  <a:cubicBezTo>
                    <a:pt x="34" y="163"/>
                    <a:pt x="0" y="306"/>
                    <a:pt x="56" y="426"/>
                  </a:cubicBezTo>
                  <a:cubicBezTo>
                    <a:pt x="113" y="546"/>
                    <a:pt x="245" y="611"/>
                    <a:pt x="375" y="581"/>
                  </a:cubicBezTo>
                  <a:cubicBezTo>
                    <a:pt x="504" y="552"/>
                    <a:pt x="596" y="437"/>
                    <a:pt x="596" y="305"/>
                  </a:cubicBezTo>
                  <a:cubicBezTo>
                    <a:pt x="596" y="291"/>
                    <a:pt x="584" y="279"/>
                    <a:pt x="570" y="279"/>
                  </a:cubicBezTo>
                  <a:close/>
                  <a:moveTo>
                    <a:pt x="570" y="279"/>
                  </a:moveTo>
                  <a:cubicBezTo>
                    <a:pt x="570" y="279"/>
                    <a:pt x="570" y="279"/>
                    <a:pt x="570" y="279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" name="Google Shape;1394;p35"/>
            <p:cNvSpPr/>
            <p:nvPr/>
          </p:nvSpPr>
          <p:spPr>
            <a:xfrm>
              <a:off x="4010025" y="-3360738"/>
              <a:ext cx="101600" cy="220662"/>
            </a:xfrm>
            <a:custGeom>
              <a:avLst/>
              <a:gdLst/>
              <a:ahLst/>
              <a:cxnLst/>
              <a:rect l="l" t="t" r="r" b="b"/>
              <a:pathLst>
                <a:path w="131" h="285" extrusionOk="0">
                  <a:moveTo>
                    <a:pt x="26" y="0"/>
                  </a:moveTo>
                  <a:cubicBezTo>
                    <a:pt x="12" y="0"/>
                    <a:pt x="0" y="11"/>
                    <a:pt x="0" y="25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187"/>
                    <a:pt x="3" y="193"/>
                    <a:pt x="8" y="198"/>
                  </a:cubicBezTo>
                  <a:cubicBezTo>
                    <a:pt x="85" y="275"/>
                    <a:pt x="85" y="275"/>
                    <a:pt x="85" y="275"/>
                  </a:cubicBezTo>
                  <a:cubicBezTo>
                    <a:pt x="95" y="285"/>
                    <a:pt x="111" y="285"/>
                    <a:pt x="121" y="275"/>
                  </a:cubicBezTo>
                  <a:cubicBezTo>
                    <a:pt x="131" y="265"/>
                    <a:pt x="131" y="249"/>
                    <a:pt x="122" y="239"/>
                  </a:cubicBezTo>
                  <a:cubicBezTo>
                    <a:pt x="52" y="169"/>
                    <a:pt x="52" y="169"/>
                    <a:pt x="52" y="169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18"/>
                    <a:pt x="49" y="12"/>
                    <a:pt x="44" y="7"/>
                  </a:cubicBezTo>
                  <a:cubicBezTo>
                    <a:pt x="40" y="2"/>
                    <a:pt x="33" y="0"/>
                    <a:pt x="26" y="0"/>
                  </a:cubicBezTo>
                  <a:close/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" name="Google Shape;1395;p35"/>
          <p:cNvGrpSpPr/>
          <p:nvPr/>
        </p:nvGrpSpPr>
        <p:grpSpPr>
          <a:xfrm>
            <a:off x="10326802" y="1327257"/>
            <a:ext cx="449263" cy="447675"/>
            <a:chOff x="8156575" y="-5657851"/>
            <a:chExt cx="449263" cy="447675"/>
          </a:xfrm>
          <a:solidFill>
            <a:schemeClr val="bg1">
              <a:lumMod val="85000"/>
            </a:schemeClr>
          </a:solidFill>
        </p:grpSpPr>
        <p:sp>
          <p:nvSpPr>
            <p:cNvPr id="6" name="Google Shape;1396;p35"/>
            <p:cNvSpPr/>
            <p:nvPr/>
          </p:nvSpPr>
          <p:spPr>
            <a:xfrm>
              <a:off x="8156575" y="-5657851"/>
              <a:ext cx="449263" cy="447675"/>
            </a:xfrm>
            <a:custGeom>
              <a:avLst/>
              <a:gdLst/>
              <a:ahLst/>
              <a:cxnLst/>
              <a:rect l="l" t="t" r="r" b="b"/>
              <a:pathLst>
                <a:path w="578" h="578" extrusionOk="0">
                  <a:moveTo>
                    <a:pt x="517" y="62"/>
                  </a:moveTo>
                  <a:cubicBezTo>
                    <a:pt x="455" y="62"/>
                    <a:pt x="455" y="62"/>
                    <a:pt x="455" y="62"/>
                  </a:cubicBezTo>
                  <a:cubicBezTo>
                    <a:pt x="455" y="20"/>
                    <a:pt x="455" y="20"/>
                    <a:pt x="455" y="20"/>
                  </a:cubicBezTo>
                  <a:cubicBezTo>
                    <a:pt x="455" y="9"/>
                    <a:pt x="445" y="0"/>
                    <a:pt x="434" y="0"/>
                  </a:cubicBezTo>
                  <a:cubicBezTo>
                    <a:pt x="423" y="0"/>
                    <a:pt x="413" y="9"/>
                    <a:pt x="413" y="20"/>
                  </a:cubicBezTo>
                  <a:cubicBezTo>
                    <a:pt x="413" y="62"/>
                    <a:pt x="413" y="62"/>
                    <a:pt x="413" y="62"/>
                  </a:cubicBezTo>
                  <a:cubicBezTo>
                    <a:pt x="165" y="62"/>
                    <a:pt x="165" y="62"/>
                    <a:pt x="165" y="62"/>
                  </a:cubicBezTo>
                  <a:cubicBezTo>
                    <a:pt x="165" y="20"/>
                    <a:pt x="165" y="20"/>
                    <a:pt x="165" y="20"/>
                  </a:cubicBezTo>
                  <a:cubicBezTo>
                    <a:pt x="165" y="9"/>
                    <a:pt x="156" y="0"/>
                    <a:pt x="145" y="0"/>
                  </a:cubicBezTo>
                  <a:cubicBezTo>
                    <a:pt x="133" y="0"/>
                    <a:pt x="124" y="9"/>
                    <a:pt x="124" y="20"/>
                  </a:cubicBezTo>
                  <a:cubicBezTo>
                    <a:pt x="124" y="62"/>
                    <a:pt x="124" y="62"/>
                    <a:pt x="124" y="62"/>
                  </a:cubicBezTo>
                  <a:cubicBezTo>
                    <a:pt x="62" y="62"/>
                    <a:pt x="62" y="62"/>
                    <a:pt x="62" y="62"/>
                  </a:cubicBezTo>
                  <a:cubicBezTo>
                    <a:pt x="28" y="62"/>
                    <a:pt x="0" y="89"/>
                    <a:pt x="0" y="123"/>
                  </a:cubicBezTo>
                  <a:cubicBezTo>
                    <a:pt x="0" y="516"/>
                    <a:pt x="0" y="516"/>
                    <a:pt x="0" y="516"/>
                  </a:cubicBezTo>
                  <a:cubicBezTo>
                    <a:pt x="0" y="550"/>
                    <a:pt x="28" y="578"/>
                    <a:pt x="62" y="578"/>
                  </a:cubicBezTo>
                  <a:cubicBezTo>
                    <a:pt x="517" y="578"/>
                    <a:pt x="517" y="578"/>
                    <a:pt x="517" y="578"/>
                  </a:cubicBezTo>
                  <a:cubicBezTo>
                    <a:pt x="551" y="578"/>
                    <a:pt x="578" y="550"/>
                    <a:pt x="578" y="516"/>
                  </a:cubicBezTo>
                  <a:cubicBezTo>
                    <a:pt x="578" y="123"/>
                    <a:pt x="578" y="123"/>
                    <a:pt x="578" y="123"/>
                  </a:cubicBezTo>
                  <a:cubicBezTo>
                    <a:pt x="578" y="89"/>
                    <a:pt x="551" y="62"/>
                    <a:pt x="517" y="62"/>
                  </a:cubicBezTo>
                  <a:close/>
                  <a:moveTo>
                    <a:pt x="62" y="103"/>
                  </a:moveTo>
                  <a:cubicBezTo>
                    <a:pt x="124" y="103"/>
                    <a:pt x="124" y="103"/>
                    <a:pt x="124" y="103"/>
                  </a:cubicBezTo>
                  <a:cubicBezTo>
                    <a:pt x="124" y="144"/>
                    <a:pt x="124" y="144"/>
                    <a:pt x="124" y="144"/>
                  </a:cubicBezTo>
                  <a:cubicBezTo>
                    <a:pt x="124" y="156"/>
                    <a:pt x="133" y="165"/>
                    <a:pt x="145" y="165"/>
                  </a:cubicBezTo>
                  <a:cubicBezTo>
                    <a:pt x="156" y="165"/>
                    <a:pt x="165" y="156"/>
                    <a:pt x="165" y="144"/>
                  </a:cubicBezTo>
                  <a:cubicBezTo>
                    <a:pt x="165" y="103"/>
                    <a:pt x="165" y="103"/>
                    <a:pt x="165" y="103"/>
                  </a:cubicBezTo>
                  <a:cubicBezTo>
                    <a:pt x="413" y="103"/>
                    <a:pt x="413" y="103"/>
                    <a:pt x="413" y="103"/>
                  </a:cubicBezTo>
                  <a:cubicBezTo>
                    <a:pt x="413" y="144"/>
                    <a:pt x="413" y="144"/>
                    <a:pt x="413" y="144"/>
                  </a:cubicBezTo>
                  <a:cubicBezTo>
                    <a:pt x="413" y="156"/>
                    <a:pt x="423" y="165"/>
                    <a:pt x="434" y="165"/>
                  </a:cubicBezTo>
                  <a:cubicBezTo>
                    <a:pt x="445" y="165"/>
                    <a:pt x="455" y="156"/>
                    <a:pt x="455" y="144"/>
                  </a:cubicBezTo>
                  <a:cubicBezTo>
                    <a:pt x="455" y="103"/>
                    <a:pt x="455" y="103"/>
                    <a:pt x="455" y="103"/>
                  </a:cubicBezTo>
                  <a:cubicBezTo>
                    <a:pt x="517" y="103"/>
                    <a:pt x="517" y="103"/>
                    <a:pt x="517" y="103"/>
                  </a:cubicBezTo>
                  <a:cubicBezTo>
                    <a:pt x="528" y="103"/>
                    <a:pt x="537" y="112"/>
                    <a:pt x="537" y="123"/>
                  </a:cubicBezTo>
                  <a:cubicBezTo>
                    <a:pt x="537" y="206"/>
                    <a:pt x="537" y="206"/>
                    <a:pt x="537" y="206"/>
                  </a:cubicBezTo>
                  <a:cubicBezTo>
                    <a:pt x="42" y="206"/>
                    <a:pt x="42" y="206"/>
                    <a:pt x="42" y="206"/>
                  </a:cubicBezTo>
                  <a:cubicBezTo>
                    <a:pt x="42" y="123"/>
                    <a:pt x="42" y="123"/>
                    <a:pt x="42" y="123"/>
                  </a:cubicBezTo>
                  <a:cubicBezTo>
                    <a:pt x="42" y="112"/>
                    <a:pt x="51" y="103"/>
                    <a:pt x="62" y="103"/>
                  </a:cubicBezTo>
                  <a:close/>
                  <a:moveTo>
                    <a:pt x="517" y="537"/>
                  </a:moveTo>
                  <a:cubicBezTo>
                    <a:pt x="62" y="537"/>
                    <a:pt x="62" y="537"/>
                    <a:pt x="62" y="537"/>
                  </a:cubicBezTo>
                  <a:cubicBezTo>
                    <a:pt x="51" y="537"/>
                    <a:pt x="42" y="527"/>
                    <a:pt x="42" y="516"/>
                  </a:cubicBezTo>
                  <a:cubicBezTo>
                    <a:pt x="42" y="247"/>
                    <a:pt x="42" y="247"/>
                    <a:pt x="42" y="247"/>
                  </a:cubicBezTo>
                  <a:cubicBezTo>
                    <a:pt x="537" y="247"/>
                    <a:pt x="537" y="247"/>
                    <a:pt x="537" y="247"/>
                  </a:cubicBezTo>
                  <a:cubicBezTo>
                    <a:pt x="537" y="516"/>
                    <a:pt x="537" y="516"/>
                    <a:pt x="537" y="516"/>
                  </a:cubicBezTo>
                  <a:cubicBezTo>
                    <a:pt x="537" y="527"/>
                    <a:pt x="528" y="537"/>
                    <a:pt x="517" y="5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97;p35"/>
            <p:cNvSpPr/>
            <p:nvPr/>
          </p:nvSpPr>
          <p:spPr>
            <a:xfrm>
              <a:off x="8237538" y="-5434013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83" h="41" extrusionOk="0">
                  <a:moveTo>
                    <a:pt x="6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0"/>
                  </a:cubicBezTo>
                  <a:cubicBezTo>
                    <a:pt x="0" y="32"/>
                    <a:pt x="10" y="41"/>
                    <a:pt x="21" y="41"/>
                  </a:cubicBezTo>
                  <a:cubicBezTo>
                    <a:pt x="62" y="41"/>
                    <a:pt x="62" y="41"/>
                    <a:pt x="62" y="41"/>
                  </a:cubicBezTo>
                  <a:cubicBezTo>
                    <a:pt x="74" y="41"/>
                    <a:pt x="83" y="32"/>
                    <a:pt x="83" y="20"/>
                  </a:cubicBezTo>
                  <a:cubicBezTo>
                    <a:pt x="83" y="9"/>
                    <a:pt x="74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398;p35"/>
            <p:cNvSpPr/>
            <p:nvPr/>
          </p:nvSpPr>
          <p:spPr>
            <a:xfrm>
              <a:off x="8348663" y="-5434013"/>
              <a:ext cx="65088" cy="31750"/>
            </a:xfrm>
            <a:custGeom>
              <a:avLst/>
              <a:gdLst/>
              <a:ahLst/>
              <a:cxnLst/>
              <a:rect l="l" t="t" r="r" b="b"/>
              <a:pathLst>
                <a:path w="83" h="41" extrusionOk="0">
                  <a:moveTo>
                    <a:pt x="6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2"/>
                    <a:pt x="9" y="41"/>
                    <a:pt x="21" y="41"/>
                  </a:cubicBezTo>
                  <a:cubicBezTo>
                    <a:pt x="62" y="41"/>
                    <a:pt x="62" y="41"/>
                    <a:pt x="62" y="41"/>
                  </a:cubicBezTo>
                  <a:cubicBezTo>
                    <a:pt x="73" y="41"/>
                    <a:pt x="83" y="32"/>
                    <a:pt x="83" y="20"/>
                  </a:cubicBezTo>
                  <a:cubicBezTo>
                    <a:pt x="83" y="9"/>
                    <a:pt x="7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" name="Google Shape;1399;p35"/>
            <p:cNvSpPr/>
            <p:nvPr/>
          </p:nvSpPr>
          <p:spPr>
            <a:xfrm>
              <a:off x="8461375" y="-5434013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82" h="41" extrusionOk="0">
                  <a:moveTo>
                    <a:pt x="6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2"/>
                    <a:pt x="9" y="41"/>
                    <a:pt x="20" y="41"/>
                  </a:cubicBezTo>
                  <a:cubicBezTo>
                    <a:pt x="62" y="41"/>
                    <a:pt x="62" y="41"/>
                    <a:pt x="62" y="41"/>
                  </a:cubicBezTo>
                  <a:cubicBezTo>
                    <a:pt x="73" y="41"/>
                    <a:pt x="82" y="32"/>
                    <a:pt x="82" y="20"/>
                  </a:cubicBezTo>
                  <a:cubicBezTo>
                    <a:pt x="82" y="9"/>
                    <a:pt x="7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" name="Google Shape;1400;p35"/>
            <p:cNvSpPr/>
            <p:nvPr/>
          </p:nvSpPr>
          <p:spPr>
            <a:xfrm>
              <a:off x="8237538" y="-5370513"/>
              <a:ext cx="63500" cy="33337"/>
            </a:xfrm>
            <a:custGeom>
              <a:avLst/>
              <a:gdLst/>
              <a:ahLst/>
              <a:cxnLst/>
              <a:rect l="l" t="t" r="r" b="b"/>
              <a:pathLst>
                <a:path w="83" h="42" extrusionOk="0">
                  <a:moveTo>
                    <a:pt x="6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10"/>
                    <a:pt x="0" y="21"/>
                  </a:cubicBezTo>
                  <a:cubicBezTo>
                    <a:pt x="0" y="32"/>
                    <a:pt x="10" y="42"/>
                    <a:pt x="21" y="42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74" y="42"/>
                    <a:pt x="83" y="32"/>
                    <a:pt x="83" y="21"/>
                  </a:cubicBezTo>
                  <a:cubicBezTo>
                    <a:pt x="83" y="10"/>
                    <a:pt x="74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" name="Google Shape;1401;p35"/>
            <p:cNvSpPr/>
            <p:nvPr/>
          </p:nvSpPr>
          <p:spPr>
            <a:xfrm>
              <a:off x="8348663" y="-5370513"/>
              <a:ext cx="65088" cy="33337"/>
            </a:xfrm>
            <a:custGeom>
              <a:avLst/>
              <a:gdLst/>
              <a:ahLst/>
              <a:cxnLst/>
              <a:rect l="l" t="t" r="r" b="b"/>
              <a:pathLst>
                <a:path w="83" h="42" extrusionOk="0">
                  <a:moveTo>
                    <a:pt x="6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2"/>
                    <a:pt x="9" y="42"/>
                    <a:pt x="21" y="42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73" y="42"/>
                    <a:pt x="83" y="32"/>
                    <a:pt x="83" y="21"/>
                  </a:cubicBezTo>
                  <a:cubicBezTo>
                    <a:pt x="83" y="10"/>
                    <a:pt x="7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" name="Google Shape;1402;p35"/>
            <p:cNvSpPr/>
            <p:nvPr/>
          </p:nvSpPr>
          <p:spPr>
            <a:xfrm>
              <a:off x="8461375" y="-5370513"/>
              <a:ext cx="63500" cy="33337"/>
            </a:xfrm>
            <a:custGeom>
              <a:avLst/>
              <a:gdLst/>
              <a:ahLst/>
              <a:cxnLst/>
              <a:rect l="l" t="t" r="r" b="b"/>
              <a:pathLst>
                <a:path w="82" h="42" extrusionOk="0">
                  <a:moveTo>
                    <a:pt x="6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32"/>
                    <a:pt x="9" y="42"/>
                    <a:pt x="20" y="42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73" y="42"/>
                    <a:pt x="82" y="32"/>
                    <a:pt x="82" y="21"/>
                  </a:cubicBezTo>
                  <a:cubicBezTo>
                    <a:pt x="82" y="10"/>
                    <a:pt x="7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" name="Google Shape;1403;p35"/>
            <p:cNvSpPr/>
            <p:nvPr/>
          </p:nvSpPr>
          <p:spPr>
            <a:xfrm>
              <a:off x="8237538" y="-5307013"/>
              <a:ext cx="63500" cy="33337"/>
            </a:xfrm>
            <a:custGeom>
              <a:avLst/>
              <a:gdLst/>
              <a:ahLst/>
              <a:cxnLst/>
              <a:rect l="l" t="t" r="r" b="b"/>
              <a:pathLst>
                <a:path w="83" h="41" extrusionOk="0">
                  <a:moveTo>
                    <a:pt x="6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1"/>
                  </a:cubicBezTo>
                  <a:cubicBezTo>
                    <a:pt x="0" y="32"/>
                    <a:pt x="10" y="41"/>
                    <a:pt x="21" y="41"/>
                  </a:cubicBezTo>
                  <a:cubicBezTo>
                    <a:pt x="62" y="41"/>
                    <a:pt x="62" y="41"/>
                    <a:pt x="62" y="41"/>
                  </a:cubicBezTo>
                  <a:cubicBezTo>
                    <a:pt x="74" y="41"/>
                    <a:pt x="83" y="32"/>
                    <a:pt x="83" y="21"/>
                  </a:cubicBezTo>
                  <a:cubicBezTo>
                    <a:pt x="83" y="9"/>
                    <a:pt x="74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" name="Google Shape;1404;p35"/>
            <p:cNvSpPr/>
            <p:nvPr/>
          </p:nvSpPr>
          <p:spPr>
            <a:xfrm>
              <a:off x="8348663" y="-5307013"/>
              <a:ext cx="65088" cy="33337"/>
            </a:xfrm>
            <a:custGeom>
              <a:avLst/>
              <a:gdLst/>
              <a:ahLst/>
              <a:cxnLst/>
              <a:rect l="l" t="t" r="r" b="b"/>
              <a:pathLst>
                <a:path w="83" h="41" extrusionOk="0">
                  <a:moveTo>
                    <a:pt x="6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32"/>
                    <a:pt x="9" y="41"/>
                    <a:pt x="21" y="41"/>
                  </a:cubicBezTo>
                  <a:cubicBezTo>
                    <a:pt x="62" y="41"/>
                    <a:pt x="62" y="41"/>
                    <a:pt x="62" y="41"/>
                  </a:cubicBezTo>
                  <a:cubicBezTo>
                    <a:pt x="73" y="41"/>
                    <a:pt x="83" y="32"/>
                    <a:pt x="83" y="21"/>
                  </a:cubicBezTo>
                  <a:cubicBezTo>
                    <a:pt x="83" y="9"/>
                    <a:pt x="7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" name="Google Shape;1405;p35"/>
            <p:cNvSpPr/>
            <p:nvPr/>
          </p:nvSpPr>
          <p:spPr>
            <a:xfrm>
              <a:off x="8461375" y="-5307013"/>
              <a:ext cx="63500" cy="33337"/>
            </a:xfrm>
            <a:custGeom>
              <a:avLst/>
              <a:gdLst/>
              <a:ahLst/>
              <a:cxnLst/>
              <a:rect l="l" t="t" r="r" b="b"/>
              <a:pathLst>
                <a:path w="82" h="41" extrusionOk="0">
                  <a:moveTo>
                    <a:pt x="6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32"/>
                    <a:pt x="9" y="41"/>
                    <a:pt x="20" y="41"/>
                  </a:cubicBezTo>
                  <a:cubicBezTo>
                    <a:pt x="62" y="41"/>
                    <a:pt x="62" y="41"/>
                    <a:pt x="62" y="41"/>
                  </a:cubicBezTo>
                  <a:cubicBezTo>
                    <a:pt x="73" y="41"/>
                    <a:pt x="82" y="32"/>
                    <a:pt x="82" y="21"/>
                  </a:cubicBezTo>
                  <a:cubicBezTo>
                    <a:pt x="82" y="9"/>
                    <a:pt x="7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6" name="Google Shape;1406;p35"/>
          <p:cNvGrpSpPr/>
          <p:nvPr/>
        </p:nvGrpSpPr>
        <p:grpSpPr>
          <a:xfrm>
            <a:off x="7905748" y="1322044"/>
            <a:ext cx="460375" cy="450850"/>
            <a:chOff x="4546600" y="-3470276"/>
            <a:chExt cx="460375" cy="450850"/>
          </a:xfrm>
          <a:solidFill>
            <a:schemeClr val="bg1">
              <a:lumMod val="85000"/>
            </a:schemeClr>
          </a:solidFill>
        </p:grpSpPr>
        <p:sp>
          <p:nvSpPr>
            <p:cNvPr id="17" name="Google Shape;1407;p35"/>
            <p:cNvSpPr/>
            <p:nvPr/>
          </p:nvSpPr>
          <p:spPr>
            <a:xfrm>
              <a:off x="4546600" y="-3470276"/>
              <a:ext cx="460375" cy="450850"/>
            </a:xfrm>
            <a:custGeom>
              <a:avLst/>
              <a:gdLst/>
              <a:ahLst/>
              <a:cxnLst/>
              <a:rect l="l" t="t" r="r" b="b"/>
              <a:pathLst>
                <a:path w="593" h="581" extrusionOk="0">
                  <a:moveTo>
                    <a:pt x="295" y="0"/>
                  </a:moveTo>
                  <a:cubicBezTo>
                    <a:pt x="210" y="0"/>
                    <a:pt x="129" y="38"/>
                    <a:pt x="75" y="104"/>
                  </a:cubicBezTo>
                  <a:cubicBezTo>
                    <a:pt x="21" y="170"/>
                    <a:pt x="0" y="256"/>
                    <a:pt x="17" y="340"/>
                  </a:cubicBezTo>
                  <a:cubicBezTo>
                    <a:pt x="24" y="373"/>
                    <a:pt x="74" y="363"/>
                    <a:pt x="68" y="330"/>
                  </a:cubicBezTo>
                  <a:cubicBezTo>
                    <a:pt x="48" y="233"/>
                    <a:pt x="91" y="135"/>
                    <a:pt x="175" y="85"/>
                  </a:cubicBezTo>
                  <a:cubicBezTo>
                    <a:pt x="259" y="34"/>
                    <a:pt x="366" y="41"/>
                    <a:pt x="441" y="103"/>
                  </a:cubicBezTo>
                  <a:cubicBezTo>
                    <a:pt x="517" y="166"/>
                    <a:pt x="546" y="269"/>
                    <a:pt x="513" y="361"/>
                  </a:cubicBezTo>
                  <a:cubicBezTo>
                    <a:pt x="480" y="453"/>
                    <a:pt x="393" y="515"/>
                    <a:pt x="295" y="515"/>
                  </a:cubicBezTo>
                  <a:cubicBezTo>
                    <a:pt x="242" y="515"/>
                    <a:pt x="191" y="497"/>
                    <a:pt x="150" y="464"/>
                  </a:cubicBezTo>
                  <a:cubicBezTo>
                    <a:pt x="158" y="456"/>
                    <a:pt x="158" y="456"/>
                    <a:pt x="158" y="456"/>
                  </a:cubicBezTo>
                  <a:cubicBezTo>
                    <a:pt x="175" y="440"/>
                    <a:pt x="163" y="412"/>
                    <a:pt x="140" y="412"/>
                  </a:cubicBezTo>
                  <a:cubicBezTo>
                    <a:pt x="89" y="412"/>
                    <a:pt x="89" y="412"/>
                    <a:pt x="89" y="412"/>
                  </a:cubicBezTo>
                  <a:cubicBezTo>
                    <a:pt x="74" y="412"/>
                    <a:pt x="63" y="423"/>
                    <a:pt x="63" y="438"/>
                  </a:cubicBezTo>
                  <a:cubicBezTo>
                    <a:pt x="63" y="489"/>
                    <a:pt x="63" y="489"/>
                    <a:pt x="63" y="489"/>
                  </a:cubicBezTo>
                  <a:cubicBezTo>
                    <a:pt x="63" y="512"/>
                    <a:pt x="91" y="524"/>
                    <a:pt x="107" y="507"/>
                  </a:cubicBezTo>
                  <a:cubicBezTo>
                    <a:pt x="114" y="501"/>
                    <a:pt x="114" y="501"/>
                    <a:pt x="114" y="501"/>
                  </a:cubicBezTo>
                  <a:cubicBezTo>
                    <a:pt x="184" y="560"/>
                    <a:pt x="280" y="581"/>
                    <a:pt x="369" y="557"/>
                  </a:cubicBezTo>
                  <a:cubicBezTo>
                    <a:pt x="458" y="533"/>
                    <a:pt x="530" y="466"/>
                    <a:pt x="561" y="380"/>
                  </a:cubicBezTo>
                  <a:cubicBezTo>
                    <a:pt x="593" y="293"/>
                    <a:pt x="580" y="196"/>
                    <a:pt x="527" y="120"/>
                  </a:cubicBezTo>
                  <a:cubicBezTo>
                    <a:pt x="474" y="45"/>
                    <a:pt x="387" y="0"/>
                    <a:pt x="295" y="0"/>
                  </a:cubicBezTo>
                  <a:close/>
                  <a:moveTo>
                    <a:pt x="295" y="0"/>
                  </a:moveTo>
                  <a:cubicBezTo>
                    <a:pt x="295" y="0"/>
                    <a:pt x="295" y="0"/>
                    <a:pt x="295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" name="Google Shape;1408;p35"/>
            <p:cNvSpPr/>
            <p:nvPr/>
          </p:nvSpPr>
          <p:spPr>
            <a:xfrm>
              <a:off x="4756150" y="-3390901"/>
              <a:ext cx="146050" cy="160337"/>
            </a:xfrm>
            <a:custGeom>
              <a:avLst/>
              <a:gdLst/>
              <a:ahLst/>
              <a:cxnLst/>
              <a:rect l="l" t="t" r="r" b="b"/>
              <a:pathLst>
                <a:path w="189" h="206" extrusionOk="0">
                  <a:moveTo>
                    <a:pt x="26" y="0"/>
                  </a:moveTo>
                  <a:cubicBezTo>
                    <a:pt x="12" y="0"/>
                    <a:pt x="0" y="11"/>
                    <a:pt x="0" y="26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194"/>
                    <a:pt x="12" y="206"/>
                    <a:pt x="26" y="206"/>
                  </a:cubicBezTo>
                  <a:cubicBezTo>
                    <a:pt x="155" y="206"/>
                    <a:pt x="155" y="206"/>
                    <a:pt x="155" y="206"/>
                  </a:cubicBezTo>
                  <a:cubicBezTo>
                    <a:pt x="189" y="206"/>
                    <a:pt x="189" y="154"/>
                    <a:pt x="155" y="154"/>
                  </a:cubicBezTo>
                  <a:cubicBezTo>
                    <a:pt x="52" y="154"/>
                    <a:pt x="52" y="154"/>
                    <a:pt x="52" y="154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52" y="11"/>
                    <a:pt x="40" y="0"/>
                    <a:pt x="26" y="0"/>
                  </a:cubicBezTo>
                  <a:close/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9" name="Google Shape;1409;p35"/>
          <p:cNvGrpSpPr/>
          <p:nvPr/>
        </p:nvGrpSpPr>
        <p:grpSpPr>
          <a:xfrm>
            <a:off x="4703162" y="1343476"/>
            <a:ext cx="309563" cy="439737"/>
            <a:chOff x="-2641600" y="-3446463"/>
            <a:chExt cx="309563" cy="439737"/>
          </a:xfrm>
          <a:solidFill>
            <a:schemeClr val="bg1">
              <a:lumMod val="85000"/>
            </a:schemeClr>
          </a:solidFill>
        </p:grpSpPr>
        <p:sp>
          <p:nvSpPr>
            <p:cNvPr id="20" name="Google Shape;1410;p35"/>
            <p:cNvSpPr/>
            <p:nvPr/>
          </p:nvSpPr>
          <p:spPr>
            <a:xfrm>
              <a:off x="-2641600" y="-3446463"/>
              <a:ext cx="309563" cy="439737"/>
            </a:xfrm>
            <a:custGeom>
              <a:avLst/>
              <a:gdLst/>
              <a:ahLst/>
              <a:cxnLst/>
              <a:rect l="l" t="t" r="r" b="b"/>
              <a:pathLst>
                <a:path w="399" h="567" extrusionOk="0">
                  <a:moveTo>
                    <a:pt x="199" y="0"/>
                  </a:moveTo>
                  <a:cubicBezTo>
                    <a:pt x="89" y="0"/>
                    <a:pt x="0" y="90"/>
                    <a:pt x="0" y="199"/>
                  </a:cubicBezTo>
                  <a:cubicBezTo>
                    <a:pt x="0" y="237"/>
                    <a:pt x="10" y="273"/>
                    <a:pt x="30" y="304"/>
                  </a:cubicBezTo>
                  <a:cubicBezTo>
                    <a:pt x="188" y="559"/>
                    <a:pt x="188" y="559"/>
                    <a:pt x="188" y="559"/>
                  </a:cubicBezTo>
                  <a:cubicBezTo>
                    <a:pt x="191" y="564"/>
                    <a:pt x="196" y="567"/>
                    <a:pt x="202" y="567"/>
                  </a:cubicBezTo>
                  <a:cubicBezTo>
                    <a:pt x="202" y="567"/>
                    <a:pt x="202" y="567"/>
                    <a:pt x="202" y="567"/>
                  </a:cubicBezTo>
                  <a:cubicBezTo>
                    <a:pt x="208" y="567"/>
                    <a:pt x="213" y="564"/>
                    <a:pt x="216" y="559"/>
                  </a:cubicBezTo>
                  <a:cubicBezTo>
                    <a:pt x="370" y="302"/>
                    <a:pt x="370" y="302"/>
                    <a:pt x="370" y="302"/>
                  </a:cubicBezTo>
                  <a:cubicBezTo>
                    <a:pt x="389" y="271"/>
                    <a:pt x="399" y="235"/>
                    <a:pt x="399" y="199"/>
                  </a:cubicBezTo>
                  <a:cubicBezTo>
                    <a:pt x="399" y="90"/>
                    <a:pt x="309" y="0"/>
                    <a:pt x="199" y="0"/>
                  </a:cubicBezTo>
                  <a:close/>
                  <a:moveTo>
                    <a:pt x="342" y="285"/>
                  </a:moveTo>
                  <a:cubicBezTo>
                    <a:pt x="202" y="519"/>
                    <a:pt x="202" y="519"/>
                    <a:pt x="202" y="519"/>
                  </a:cubicBezTo>
                  <a:cubicBezTo>
                    <a:pt x="58" y="287"/>
                    <a:pt x="58" y="287"/>
                    <a:pt x="58" y="287"/>
                  </a:cubicBezTo>
                  <a:cubicBezTo>
                    <a:pt x="42" y="261"/>
                    <a:pt x="33" y="230"/>
                    <a:pt x="33" y="199"/>
                  </a:cubicBezTo>
                  <a:cubicBezTo>
                    <a:pt x="33" y="108"/>
                    <a:pt x="108" y="33"/>
                    <a:pt x="199" y="33"/>
                  </a:cubicBezTo>
                  <a:cubicBezTo>
                    <a:pt x="291" y="33"/>
                    <a:pt x="365" y="108"/>
                    <a:pt x="365" y="199"/>
                  </a:cubicBezTo>
                  <a:cubicBezTo>
                    <a:pt x="365" y="229"/>
                    <a:pt x="357" y="259"/>
                    <a:pt x="342" y="2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" name="Google Shape;1411;p35"/>
            <p:cNvSpPr/>
            <p:nvPr/>
          </p:nvSpPr>
          <p:spPr>
            <a:xfrm>
              <a:off x="-2563813" y="-3368676"/>
              <a:ext cx="153988" cy="153987"/>
            </a:xfrm>
            <a:custGeom>
              <a:avLst/>
              <a:gdLst/>
              <a:ahLst/>
              <a:cxnLst/>
              <a:rect l="l" t="t" r="r" b="b"/>
              <a:pathLst>
                <a:path w="199" h="199" extrusionOk="0">
                  <a:moveTo>
                    <a:pt x="99" y="0"/>
                  </a:moveTo>
                  <a:cubicBezTo>
                    <a:pt x="44" y="0"/>
                    <a:pt x="0" y="45"/>
                    <a:pt x="0" y="99"/>
                  </a:cubicBezTo>
                  <a:cubicBezTo>
                    <a:pt x="0" y="154"/>
                    <a:pt x="44" y="199"/>
                    <a:pt x="99" y="199"/>
                  </a:cubicBezTo>
                  <a:cubicBezTo>
                    <a:pt x="156" y="199"/>
                    <a:pt x="199" y="153"/>
                    <a:pt x="199" y="99"/>
                  </a:cubicBezTo>
                  <a:cubicBezTo>
                    <a:pt x="199" y="45"/>
                    <a:pt x="154" y="0"/>
                    <a:pt x="99" y="0"/>
                  </a:cubicBezTo>
                  <a:close/>
                  <a:moveTo>
                    <a:pt x="99" y="166"/>
                  </a:moveTo>
                  <a:cubicBezTo>
                    <a:pt x="62" y="166"/>
                    <a:pt x="33" y="136"/>
                    <a:pt x="33" y="99"/>
                  </a:cubicBezTo>
                  <a:cubicBezTo>
                    <a:pt x="33" y="63"/>
                    <a:pt x="63" y="33"/>
                    <a:pt x="99" y="33"/>
                  </a:cubicBezTo>
                  <a:cubicBezTo>
                    <a:pt x="136" y="33"/>
                    <a:pt x="166" y="63"/>
                    <a:pt x="166" y="99"/>
                  </a:cubicBezTo>
                  <a:cubicBezTo>
                    <a:pt x="166" y="136"/>
                    <a:pt x="137" y="166"/>
                    <a:pt x="99" y="1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2" name="Google Shape;1412;p35"/>
          <p:cNvSpPr/>
          <p:nvPr/>
        </p:nvSpPr>
        <p:spPr>
          <a:xfrm>
            <a:off x="5536164" y="1323569"/>
            <a:ext cx="292100" cy="439737"/>
          </a:xfrm>
          <a:custGeom>
            <a:avLst/>
            <a:gdLst/>
            <a:ahLst/>
            <a:cxnLst/>
            <a:rect l="l" t="t" r="r" b="b"/>
            <a:pathLst>
              <a:path w="378" h="567" extrusionOk="0">
                <a:moveTo>
                  <a:pt x="189" y="0"/>
                </a:moveTo>
                <a:cubicBezTo>
                  <a:pt x="85" y="0"/>
                  <a:pt x="0" y="85"/>
                  <a:pt x="0" y="189"/>
                </a:cubicBezTo>
                <a:cubicBezTo>
                  <a:pt x="0" y="220"/>
                  <a:pt x="8" y="251"/>
                  <a:pt x="23" y="279"/>
                </a:cubicBezTo>
                <a:cubicBezTo>
                  <a:pt x="179" y="561"/>
                  <a:pt x="179" y="561"/>
                  <a:pt x="179" y="561"/>
                </a:cubicBezTo>
                <a:cubicBezTo>
                  <a:pt x="181" y="565"/>
                  <a:pt x="185" y="567"/>
                  <a:pt x="189" y="567"/>
                </a:cubicBezTo>
                <a:cubicBezTo>
                  <a:pt x="194" y="567"/>
                  <a:pt x="198" y="565"/>
                  <a:pt x="200" y="561"/>
                </a:cubicBezTo>
                <a:cubicBezTo>
                  <a:pt x="356" y="279"/>
                  <a:pt x="356" y="279"/>
                  <a:pt x="356" y="279"/>
                </a:cubicBezTo>
                <a:cubicBezTo>
                  <a:pt x="370" y="251"/>
                  <a:pt x="378" y="220"/>
                  <a:pt x="378" y="189"/>
                </a:cubicBezTo>
                <a:cubicBezTo>
                  <a:pt x="378" y="85"/>
                  <a:pt x="294" y="0"/>
                  <a:pt x="189" y="0"/>
                </a:cubicBezTo>
                <a:close/>
                <a:moveTo>
                  <a:pt x="189" y="284"/>
                </a:moveTo>
                <a:cubicBezTo>
                  <a:pt x="137" y="284"/>
                  <a:pt x="95" y="241"/>
                  <a:pt x="95" y="189"/>
                </a:cubicBezTo>
                <a:cubicBezTo>
                  <a:pt x="95" y="137"/>
                  <a:pt x="137" y="95"/>
                  <a:pt x="189" y="95"/>
                </a:cubicBezTo>
                <a:cubicBezTo>
                  <a:pt x="241" y="95"/>
                  <a:pt x="284" y="137"/>
                  <a:pt x="284" y="189"/>
                </a:cubicBezTo>
                <a:cubicBezTo>
                  <a:pt x="284" y="241"/>
                  <a:pt x="241" y="284"/>
                  <a:pt x="189" y="2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" name="Google Shape;1413;p35"/>
          <p:cNvGrpSpPr/>
          <p:nvPr/>
        </p:nvGrpSpPr>
        <p:grpSpPr>
          <a:xfrm>
            <a:off x="6264835" y="1370006"/>
            <a:ext cx="439738" cy="339725"/>
            <a:chOff x="-1243013" y="-3379788"/>
            <a:chExt cx="439738" cy="339725"/>
          </a:xfrm>
          <a:solidFill>
            <a:schemeClr val="bg1">
              <a:lumMod val="85000"/>
            </a:schemeClr>
          </a:solidFill>
        </p:grpSpPr>
        <p:sp>
          <p:nvSpPr>
            <p:cNvPr id="24" name="Google Shape;1414;p35"/>
            <p:cNvSpPr/>
            <p:nvPr/>
          </p:nvSpPr>
          <p:spPr>
            <a:xfrm>
              <a:off x="-817563" y="-3309938"/>
              <a:ext cx="14288" cy="15875"/>
            </a:xfrm>
            <a:custGeom>
              <a:avLst/>
              <a:gdLst/>
              <a:ahLst/>
              <a:cxnLst/>
              <a:rect l="l" t="t" r="r" b="b"/>
              <a:pathLst>
                <a:path w="18" h="22" extrusionOk="0">
                  <a:moveTo>
                    <a:pt x="9" y="22"/>
                  </a:moveTo>
                  <a:cubicBezTo>
                    <a:pt x="4" y="22"/>
                    <a:pt x="0" y="18"/>
                    <a:pt x="0" y="1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8"/>
                    <a:pt x="14" y="22"/>
                    <a:pt x="9" y="22"/>
                  </a:cubicBezTo>
                  <a:close/>
                  <a:moveTo>
                    <a:pt x="9" y="22"/>
                  </a:moveTo>
                  <a:cubicBezTo>
                    <a:pt x="9" y="22"/>
                    <a:pt x="9" y="22"/>
                    <a:pt x="9" y="2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" name="Google Shape;1415;p35"/>
            <p:cNvSpPr/>
            <p:nvPr/>
          </p:nvSpPr>
          <p:spPr>
            <a:xfrm>
              <a:off x="-1243013" y="-3379788"/>
              <a:ext cx="439738" cy="339725"/>
            </a:xfrm>
            <a:custGeom>
              <a:avLst/>
              <a:gdLst/>
              <a:ahLst/>
              <a:cxnLst/>
              <a:rect l="l" t="t" r="r" b="b"/>
              <a:pathLst>
                <a:path w="567" h="439" extrusionOk="0">
                  <a:moveTo>
                    <a:pt x="558" y="84"/>
                  </a:moveTo>
                  <a:cubicBezTo>
                    <a:pt x="563" y="84"/>
                    <a:pt x="567" y="80"/>
                    <a:pt x="567" y="75"/>
                  </a:cubicBezTo>
                  <a:cubicBezTo>
                    <a:pt x="567" y="38"/>
                    <a:pt x="567" y="38"/>
                    <a:pt x="567" y="38"/>
                  </a:cubicBezTo>
                  <a:cubicBezTo>
                    <a:pt x="567" y="32"/>
                    <a:pt x="561" y="28"/>
                    <a:pt x="556" y="29"/>
                  </a:cubicBezTo>
                  <a:cubicBezTo>
                    <a:pt x="393" y="60"/>
                    <a:pt x="393" y="60"/>
                    <a:pt x="393" y="6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7" y="29"/>
                    <a:pt x="7" y="29"/>
                  </a:cubicBezTo>
                  <a:cubicBezTo>
                    <a:pt x="3" y="29"/>
                    <a:pt x="0" y="33"/>
                    <a:pt x="0" y="38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08"/>
                    <a:pt x="5" y="413"/>
                    <a:pt x="10" y="412"/>
                  </a:cubicBezTo>
                  <a:cubicBezTo>
                    <a:pt x="182" y="383"/>
                    <a:pt x="182" y="383"/>
                    <a:pt x="182" y="383"/>
                  </a:cubicBezTo>
                  <a:cubicBezTo>
                    <a:pt x="394" y="439"/>
                    <a:pt x="394" y="439"/>
                    <a:pt x="394" y="439"/>
                  </a:cubicBezTo>
                  <a:cubicBezTo>
                    <a:pt x="559" y="412"/>
                    <a:pt x="559" y="412"/>
                    <a:pt x="559" y="412"/>
                  </a:cubicBezTo>
                  <a:cubicBezTo>
                    <a:pt x="564" y="411"/>
                    <a:pt x="567" y="407"/>
                    <a:pt x="567" y="403"/>
                  </a:cubicBezTo>
                  <a:cubicBezTo>
                    <a:pt x="567" y="128"/>
                    <a:pt x="567" y="128"/>
                    <a:pt x="567" y="128"/>
                  </a:cubicBezTo>
                  <a:cubicBezTo>
                    <a:pt x="567" y="123"/>
                    <a:pt x="563" y="119"/>
                    <a:pt x="558" y="119"/>
                  </a:cubicBezTo>
                  <a:cubicBezTo>
                    <a:pt x="553" y="119"/>
                    <a:pt x="549" y="123"/>
                    <a:pt x="549" y="128"/>
                  </a:cubicBezTo>
                  <a:cubicBezTo>
                    <a:pt x="549" y="395"/>
                    <a:pt x="549" y="395"/>
                    <a:pt x="549" y="395"/>
                  </a:cubicBezTo>
                  <a:cubicBezTo>
                    <a:pt x="401" y="420"/>
                    <a:pt x="401" y="420"/>
                    <a:pt x="401" y="420"/>
                  </a:cubicBezTo>
                  <a:cubicBezTo>
                    <a:pt x="401" y="77"/>
                    <a:pt x="401" y="77"/>
                    <a:pt x="401" y="77"/>
                  </a:cubicBezTo>
                  <a:cubicBezTo>
                    <a:pt x="549" y="49"/>
                    <a:pt x="549" y="49"/>
                    <a:pt x="549" y="49"/>
                  </a:cubicBezTo>
                  <a:cubicBezTo>
                    <a:pt x="549" y="75"/>
                    <a:pt x="549" y="75"/>
                    <a:pt x="549" y="75"/>
                  </a:cubicBezTo>
                  <a:cubicBezTo>
                    <a:pt x="549" y="80"/>
                    <a:pt x="553" y="84"/>
                    <a:pt x="558" y="84"/>
                  </a:cubicBezTo>
                  <a:close/>
                  <a:moveTo>
                    <a:pt x="18" y="45"/>
                  </a:moveTo>
                  <a:cubicBezTo>
                    <a:pt x="174" y="19"/>
                    <a:pt x="174" y="19"/>
                    <a:pt x="174" y="19"/>
                  </a:cubicBezTo>
                  <a:cubicBezTo>
                    <a:pt x="174" y="366"/>
                    <a:pt x="174" y="366"/>
                    <a:pt x="174" y="366"/>
                  </a:cubicBezTo>
                  <a:cubicBezTo>
                    <a:pt x="18" y="392"/>
                    <a:pt x="18" y="392"/>
                    <a:pt x="18" y="392"/>
                  </a:cubicBezTo>
                  <a:lnTo>
                    <a:pt x="18" y="45"/>
                  </a:lnTo>
                  <a:close/>
                  <a:moveTo>
                    <a:pt x="192" y="21"/>
                  </a:moveTo>
                  <a:cubicBezTo>
                    <a:pt x="383" y="76"/>
                    <a:pt x="383" y="76"/>
                    <a:pt x="383" y="76"/>
                  </a:cubicBezTo>
                  <a:cubicBezTo>
                    <a:pt x="383" y="419"/>
                    <a:pt x="383" y="419"/>
                    <a:pt x="383" y="419"/>
                  </a:cubicBezTo>
                  <a:cubicBezTo>
                    <a:pt x="192" y="367"/>
                    <a:pt x="192" y="367"/>
                    <a:pt x="192" y="367"/>
                  </a:cubicBezTo>
                  <a:lnTo>
                    <a:pt x="192" y="21"/>
                  </a:lnTo>
                  <a:close/>
                  <a:moveTo>
                    <a:pt x="192" y="21"/>
                  </a:moveTo>
                  <a:cubicBezTo>
                    <a:pt x="192" y="21"/>
                    <a:pt x="192" y="21"/>
                    <a:pt x="192" y="2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6" name="Google Shape;1416;p35"/>
          <p:cNvGrpSpPr/>
          <p:nvPr/>
        </p:nvGrpSpPr>
        <p:grpSpPr>
          <a:xfrm>
            <a:off x="2207013" y="2876265"/>
            <a:ext cx="442913" cy="376237"/>
            <a:chOff x="-1157288" y="-5668963"/>
            <a:chExt cx="442913" cy="376237"/>
          </a:xfrm>
          <a:solidFill>
            <a:schemeClr val="bg1">
              <a:lumMod val="85000"/>
            </a:schemeClr>
          </a:solidFill>
        </p:grpSpPr>
        <p:sp>
          <p:nvSpPr>
            <p:cNvPr id="27" name="Google Shape;1417;p35"/>
            <p:cNvSpPr/>
            <p:nvPr/>
          </p:nvSpPr>
          <p:spPr>
            <a:xfrm>
              <a:off x="-1157288" y="-5668963"/>
              <a:ext cx="442913" cy="158750"/>
            </a:xfrm>
            <a:custGeom>
              <a:avLst/>
              <a:gdLst/>
              <a:ahLst/>
              <a:cxnLst/>
              <a:rect l="l" t="t" r="r" b="b"/>
              <a:pathLst>
                <a:path w="573" h="204" extrusionOk="0">
                  <a:moveTo>
                    <a:pt x="522" y="192"/>
                  </a:moveTo>
                  <a:cubicBezTo>
                    <a:pt x="392" y="62"/>
                    <a:pt x="182" y="62"/>
                    <a:pt x="51" y="192"/>
                  </a:cubicBezTo>
                  <a:cubicBezTo>
                    <a:pt x="40" y="204"/>
                    <a:pt x="23" y="204"/>
                    <a:pt x="12" y="192"/>
                  </a:cubicBezTo>
                  <a:cubicBezTo>
                    <a:pt x="0" y="181"/>
                    <a:pt x="0" y="164"/>
                    <a:pt x="12" y="153"/>
                  </a:cubicBezTo>
                  <a:cubicBezTo>
                    <a:pt x="165" y="0"/>
                    <a:pt x="411" y="0"/>
                    <a:pt x="562" y="153"/>
                  </a:cubicBezTo>
                  <a:cubicBezTo>
                    <a:pt x="573" y="164"/>
                    <a:pt x="573" y="181"/>
                    <a:pt x="562" y="192"/>
                  </a:cubicBezTo>
                  <a:cubicBezTo>
                    <a:pt x="550" y="204"/>
                    <a:pt x="533" y="204"/>
                    <a:pt x="522" y="192"/>
                  </a:cubicBezTo>
                  <a:close/>
                  <a:moveTo>
                    <a:pt x="522" y="192"/>
                  </a:moveTo>
                  <a:cubicBezTo>
                    <a:pt x="522" y="192"/>
                    <a:pt x="522" y="192"/>
                    <a:pt x="522" y="19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" name="Google Shape;1418;p35"/>
            <p:cNvSpPr/>
            <p:nvPr/>
          </p:nvSpPr>
          <p:spPr>
            <a:xfrm>
              <a:off x="-1092200" y="-5572126"/>
              <a:ext cx="314325" cy="123825"/>
            </a:xfrm>
            <a:custGeom>
              <a:avLst/>
              <a:gdLst/>
              <a:ahLst/>
              <a:cxnLst/>
              <a:rect l="l" t="t" r="r" b="b"/>
              <a:pathLst>
                <a:path w="406" h="159" extrusionOk="0">
                  <a:moveTo>
                    <a:pt x="355" y="148"/>
                  </a:moveTo>
                  <a:cubicBezTo>
                    <a:pt x="270" y="66"/>
                    <a:pt x="134" y="66"/>
                    <a:pt x="51" y="148"/>
                  </a:cubicBezTo>
                  <a:cubicBezTo>
                    <a:pt x="40" y="159"/>
                    <a:pt x="23" y="159"/>
                    <a:pt x="12" y="148"/>
                  </a:cubicBezTo>
                  <a:cubicBezTo>
                    <a:pt x="0" y="136"/>
                    <a:pt x="0" y="119"/>
                    <a:pt x="12" y="108"/>
                  </a:cubicBezTo>
                  <a:cubicBezTo>
                    <a:pt x="117" y="0"/>
                    <a:pt x="290" y="0"/>
                    <a:pt x="394" y="108"/>
                  </a:cubicBezTo>
                  <a:cubicBezTo>
                    <a:pt x="406" y="119"/>
                    <a:pt x="406" y="136"/>
                    <a:pt x="394" y="148"/>
                  </a:cubicBezTo>
                  <a:cubicBezTo>
                    <a:pt x="383" y="159"/>
                    <a:pt x="366" y="159"/>
                    <a:pt x="355" y="148"/>
                  </a:cubicBezTo>
                  <a:close/>
                  <a:moveTo>
                    <a:pt x="355" y="148"/>
                  </a:moveTo>
                  <a:cubicBezTo>
                    <a:pt x="355" y="148"/>
                    <a:pt x="355" y="148"/>
                    <a:pt x="355" y="14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" name="Google Shape;1419;p35"/>
            <p:cNvSpPr/>
            <p:nvPr/>
          </p:nvSpPr>
          <p:spPr>
            <a:xfrm>
              <a:off x="-1025525" y="-5475288"/>
              <a:ext cx="185738" cy="92075"/>
            </a:xfrm>
            <a:custGeom>
              <a:avLst/>
              <a:gdLst/>
              <a:ahLst/>
              <a:cxnLst/>
              <a:rect l="l" t="t" r="r" b="b"/>
              <a:pathLst>
                <a:path w="241" h="119" extrusionOk="0">
                  <a:moveTo>
                    <a:pt x="190" y="108"/>
                  </a:moveTo>
                  <a:cubicBezTo>
                    <a:pt x="151" y="68"/>
                    <a:pt x="88" y="68"/>
                    <a:pt x="51" y="108"/>
                  </a:cubicBezTo>
                  <a:cubicBezTo>
                    <a:pt x="40" y="119"/>
                    <a:pt x="23" y="119"/>
                    <a:pt x="12" y="108"/>
                  </a:cubicBezTo>
                  <a:cubicBezTo>
                    <a:pt x="0" y="96"/>
                    <a:pt x="0" y="77"/>
                    <a:pt x="12" y="65"/>
                  </a:cubicBezTo>
                  <a:cubicBezTo>
                    <a:pt x="71" y="0"/>
                    <a:pt x="170" y="0"/>
                    <a:pt x="230" y="65"/>
                  </a:cubicBezTo>
                  <a:cubicBezTo>
                    <a:pt x="241" y="77"/>
                    <a:pt x="241" y="96"/>
                    <a:pt x="230" y="108"/>
                  </a:cubicBezTo>
                  <a:cubicBezTo>
                    <a:pt x="219" y="119"/>
                    <a:pt x="202" y="119"/>
                    <a:pt x="190" y="108"/>
                  </a:cubicBezTo>
                  <a:close/>
                  <a:moveTo>
                    <a:pt x="190" y="108"/>
                  </a:moveTo>
                  <a:cubicBezTo>
                    <a:pt x="190" y="108"/>
                    <a:pt x="190" y="108"/>
                    <a:pt x="190" y="10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" name="Google Shape;1420;p35"/>
            <p:cNvSpPr/>
            <p:nvPr/>
          </p:nvSpPr>
          <p:spPr>
            <a:xfrm>
              <a:off x="-974725" y="-5375276"/>
              <a:ext cx="82550" cy="82550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107" y="53"/>
                  </a:moveTo>
                  <a:cubicBezTo>
                    <a:pt x="107" y="83"/>
                    <a:pt x="83" y="107"/>
                    <a:pt x="53" y="107"/>
                  </a:cubicBezTo>
                  <a:cubicBezTo>
                    <a:pt x="24" y="107"/>
                    <a:pt x="0" y="83"/>
                    <a:pt x="0" y="53"/>
                  </a:cubicBezTo>
                  <a:cubicBezTo>
                    <a:pt x="0" y="24"/>
                    <a:pt x="24" y="0"/>
                    <a:pt x="53" y="0"/>
                  </a:cubicBezTo>
                  <a:cubicBezTo>
                    <a:pt x="83" y="0"/>
                    <a:pt x="107" y="24"/>
                    <a:pt x="107" y="53"/>
                  </a:cubicBezTo>
                  <a:close/>
                  <a:moveTo>
                    <a:pt x="107" y="53"/>
                  </a:moveTo>
                  <a:cubicBezTo>
                    <a:pt x="107" y="53"/>
                    <a:pt x="107" y="53"/>
                    <a:pt x="107" y="5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1" name="Google Shape;1421;p35"/>
          <p:cNvGrpSpPr/>
          <p:nvPr/>
        </p:nvGrpSpPr>
        <p:grpSpPr>
          <a:xfrm>
            <a:off x="8765782" y="1341831"/>
            <a:ext cx="363538" cy="457200"/>
            <a:chOff x="6724650" y="-5648326"/>
            <a:chExt cx="363538" cy="457200"/>
          </a:xfrm>
          <a:solidFill>
            <a:schemeClr val="bg1">
              <a:lumMod val="85000"/>
            </a:schemeClr>
          </a:solidFill>
        </p:grpSpPr>
        <p:sp>
          <p:nvSpPr>
            <p:cNvPr id="32" name="Google Shape;1422;p35"/>
            <p:cNvSpPr/>
            <p:nvPr/>
          </p:nvSpPr>
          <p:spPr>
            <a:xfrm>
              <a:off x="6724650" y="-5648326"/>
              <a:ext cx="363538" cy="457200"/>
            </a:xfrm>
            <a:custGeom>
              <a:avLst/>
              <a:gdLst/>
              <a:ahLst/>
              <a:cxnLst/>
              <a:rect l="l" t="t" r="r" b="b"/>
              <a:pathLst>
                <a:path w="469" h="590" extrusionOk="0">
                  <a:moveTo>
                    <a:pt x="400" y="216"/>
                  </a:moveTo>
                  <a:cubicBezTo>
                    <a:pt x="359" y="216"/>
                    <a:pt x="359" y="216"/>
                    <a:pt x="359" y="216"/>
                  </a:cubicBezTo>
                  <a:cubicBezTo>
                    <a:pt x="359" y="122"/>
                    <a:pt x="359" y="122"/>
                    <a:pt x="359" y="122"/>
                  </a:cubicBezTo>
                  <a:cubicBezTo>
                    <a:pt x="359" y="55"/>
                    <a:pt x="303" y="0"/>
                    <a:pt x="234" y="0"/>
                  </a:cubicBezTo>
                  <a:cubicBezTo>
                    <a:pt x="166" y="0"/>
                    <a:pt x="110" y="55"/>
                    <a:pt x="110" y="122"/>
                  </a:cubicBezTo>
                  <a:cubicBezTo>
                    <a:pt x="110" y="216"/>
                    <a:pt x="110" y="216"/>
                    <a:pt x="110" y="216"/>
                  </a:cubicBezTo>
                  <a:cubicBezTo>
                    <a:pt x="69" y="216"/>
                    <a:pt x="69" y="216"/>
                    <a:pt x="69" y="216"/>
                  </a:cubicBezTo>
                  <a:cubicBezTo>
                    <a:pt x="31" y="216"/>
                    <a:pt x="0" y="247"/>
                    <a:pt x="0" y="286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0" y="559"/>
                    <a:pt x="31" y="590"/>
                    <a:pt x="69" y="590"/>
                  </a:cubicBezTo>
                  <a:cubicBezTo>
                    <a:pt x="400" y="590"/>
                    <a:pt x="400" y="590"/>
                    <a:pt x="400" y="590"/>
                  </a:cubicBezTo>
                  <a:cubicBezTo>
                    <a:pt x="438" y="590"/>
                    <a:pt x="469" y="559"/>
                    <a:pt x="469" y="520"/>
                  </a:cubicBezTo>
                  <a:cubicBezTo>
                    <a:pt x="469" y="286"/>
                    <a:pt x="469" y="286"/>
                    <a:pt x="469" y="286"/>
                  </a:cubicBezTo>
                  <a:cubicBezTo>
                    <a:pt x="469" y="247"/>
                    <a:pt x="438" y="216"/>
                    <a:pt x="400" y="216"/>
                  </a:cubicBezTo>
                  <a:close/>
                  <a:moveTo>
                    <a:pt x="156" y="122"/>
                  </a:moveTo>
                  <a:cubicBezTo>
                    <a:pt x="156" y="80"/>
                    <a:pt x="191" y="46"/>
                    <a:pt x="234" y="46"/>
                  </a:cubicBezTo>
                  <a:cubicBezTo>
                    <a:pt x="278" y="46"/>
                    <a:pt x="313" y="80"/>
                    <a:pt x="313" y="122"/>
                  </a:cubicBezTo>
                  <a:cubicBezTo>
                    <a:pt x="313" y="216"/>
                    <a:pt x="313" y="216"/>
                    <a:pt x="313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156" y="122"/>
                    <a:pt x="156" y="122"/>
                    <a:pt x="156" y="122"/>
                  </a:cubicBezTo>
                  <a:close/>
                  <a:moveTo>
                    <a:pt x="423" y="520"/>
                  </a:moveTo>
                  <a:cubicBezTo>
                    <a:pt x="423" y="533"/>
                    <a:pt x="413" y="543"/>
                    <a:pt x="400" y="543"/>
                  </a:cubicBezTo>
                  <a:cubicBezTo>
                    <a:pt x="69" y="543"/>
                    <a:pt x="69" y="543"/>
                    <a:pt x="69" y="543"/>
                  </a:cubicBezTo>
                  <a:cubicBezTo>
                    <a:pt x="56" y="543"/>
                    <a:pt x="46" y="533"/>
                    <a:pt x="46" y="520"/>
                  </a:cubicBezTo>
                  <a:cubicBezTo>
                    <a:pt x="46" y="286"/>
                    <a:pt x="46" y="286"/>
                    <a:pt x="46" y="286"/>
                  </a:cubicBezTo>
                  <a:cubicBezTo>
                    <a:pt x="46" y="273"/>
                    <a:pt x="56" y="262"/>
                    <a:pt x="69" y="262"/>
                  </a:cubicBezTo>
                  <a:cubicBezTo>
                    <a:pt x="400" y="262"/>
                    <a:pt x="400" y="262"/>
                    <a:pt x="400" y="262"/>
                  </a:cubicBezTo>
                  <a:cubicBezTo>
                    <a:pt x="413" y="262"/>
                    <a:pt x="423" y="273"/>
                    <a:pt x="423" y="286"/>
                  </a:cubicBezTo>
                  <a:lnTo>
                    <a:pt x="423" y="5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" name="Google Shape;1423;p35"/>
            <p:cNvSpPr/>
            <p:nvPr/>
          </p:nvSpPr>
          <p:spPr>
            <a:xfrm>
              <a:off x="6873875" y="-5394326"/>
              <a:ext cx="66675" cy="119062"/>
            </a:xfrm>
            <a:custGeom>
              <a:avLst/>
              <a:gdLst/>
              <a:ahLst/>
              <a:cxnLst/>
              <a:rect l="l" t="t" r="r" b="b"/>
              <a:pathLst>
                <a:path w="85" h="152" extrusionOk="0">
                  <a:moveTo>
                    <a:pt x="43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19" y="0"/>
                    <a:pt x="0" y="19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58"/>
                    <a:pt x="8" y="71"/>
                    <a:pt x="19" y="79"/>
                  </a:cubicBezTo>
                  <a:cubicBezTo>
                    <a:pt x="19" y="129"/>
                    <a:pt x="19" y="129"/>
                    <a:pt x="19" y="129"/>
                  </a:cubicBezTo>
                  <a:cubicBezTo>
                    <a:pt x="19" y="142"/>
                    <a:pt x="30" y="152"/>
                    <a:pt x="42" y="152"/>
                  </a:cubicBezTo>
                  <a:cubicBezTo>
                    <a:pt x="55" y="152"/>
                    <a:pt x="66" y="142"/>
                    <a:pt x="66" y="129"/>
                  </a:cubicBezTo>
                  <a:cubicBezTo>
                    <a:pt x="66" y="79"/>
                    <a:pt x="66" y="79"/>
                    <a:pt x="66" y="79"/>
                  </a:cubicBezTo>
                  <a:cubicBezTo>
                    <a:pt x="77" y="71"/>
                    <a:pt x="85" y="58"/>
                    <a:pt x="85" y="43"/>
                  </a:cubicBezTo>
                  <a:cubicBezTo>
                    <a:pt x="85" y="43"/>
                    <a:pt x="85" y="43"/>
                    <a:pt x="85" y="43"/>
                  </a:cubicBezTo>
                  <a:cubicBezTo>
                    <a:pt x="85" y="19"/>
                    <a:pt x="66" y="0"/>
                    <a:pt x="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4" name="Google Shape;1424;p35"/>
          <p:cNvGrpSpPr/>
          <p:nvPr/>
        </p:nvGrpSpPr>
        <p:grpSpPr>
          <a:xfrm>
            <a:off x="9565883" y="1331052"/>
            <a:ext cx="381000" cy="455612"/>
            <a:chOff x="7505700" y="-5626101"/>
            <a:chExt cx="381000" cy="455612"/>
          </a:xfrm>
          <a:solidFill>
            <a:schemeClr val="bg1">
              <a:lumMod val="85000"/>
            </a:schemeClr>
          </a:solidFill>
        </p:grpSpPr>
        <p:sp>
          <p:nvSpPr>
            <p:cNvPr id="35" name="Google Shape;1425;p35"/>
            <p:cNvSpPr/>
            <p:nvPr/>
          </p:nvSpPr>
          <p:spPr>
            <a:xfrm>
              <a:off x="7505700" y="-5626101"/>
              <a:ext cx="381000" cy="455612"/>
            </a:xfrm>
            <a:custGeom>
              <a:avLst/>
              <a:gdLst/>
              <a:ahLst/>
              <a:cxnLst/>
              <a:rect l="l" t="t" r="r" b="b"/>
              <a:pathLst>
                <a:path w="491" h="589" extrusionOk="0">
                  <a:moveTo>
                    <a:pt x="417" y="196"/>
                  </a:moveTo>
                  <a:cubicBezTo>
                    <a:pt x="417" y="171"/>
                    <a:pt x="417" y="171"/>
                    <a:pt x="417" y="171"/>
                  </a:cubicBezTo>
                  <a:cubicBezTo>
                    <a:pt x="417" y="77"/>
                    <a:pt x="340" y="0"/>
                    <a:pt x="245" y="0"/>
                  </a:cubicBezTo>
                  <a:cubicBezTo>
                    <a:pt x="151" y="0"/>
                    <a:pt x="73" y="77"/>
                    <a:pt x="73" y="171"/>
                  </a:cubicBezTo>
                  <a:cubicBezTo>
                    <a:pt x="73" y="196"/>
                    <a:pt x="73" y="196"/>
                    <a:pt x="73" y="196"/>
                  </a:cubicBezTo>
                  <a:cubicBezTo>
                    <a:pt x="33" y="196"/>
                    <a:pt x="0" y="229"/>
                    <a:pt x="0" y="270"/>
                  </a:cubicBezTo>
                  <a:cubicBezTo>
                    <a:pt x="0" y="515"/>
                    <a:pt x="0" y="515"/>
                    <a:pt x="0" y="515"/>
                  </a:cubicBezTo>
                  <a:cubicBezTo>
                    <a:pt x="0" y="556"/>
                    <a:pt x="33" y="589"/>
                    <a:pt x="73" y="589"/>
                  </a:cubicBezTo>
                  <a:cubicBezTo>
                    <a:pt x="417" y="589"/>
                    <a:pt x="417" y="589"/>
                    <a:pt x="417" y="589"/>
                  </a:cubicBezTo>
                  <a:cubicBezTo>
                    <a:pt x="458" y="589"/>
                    <a:pt x="491" y="556"/>
                    <a:pt x="491" y="515"/>
                  </a:cubicBezTo>
                  <a:cubicBezTo>
                    <a:pt x="491" y="270"/>
                    <a:pt x="491" y="270"/>
                    <a:pt x="491" y="270"/>
                  </a:cubicBezTo>
                  <a:cubicBezTo>
                    <a:pt x="491" y="229"/>
                    <a:pt x="458" y="196"/>
                    <a:pt x="417" y="196"/>
                  </a:cubicBezTo>
                  <a:close/>
                  <a:moveTo>
                    <a:pt x="123" y="171"/>
                  </a:moveTo>
                  <a:cubicBezTo>
                    <a:pt x="123" y="104"/>
                    <a:pt x="178" y="49"/>
                    <a:pt x="245" y="49"/>
                  </a:cubicBezTo>
                  <a:cubicBezTo>
                    <a:pt x="313" y="49"/>
                    <a:pt x="368" y="104"/>
                    <a:pt x="368" y="171"/>
                  </a:cubicBezTo>
                  <a:cubicBezTo>
                    <a:pt x="368" y="196"/>
                    <a:pt x="368" y="196"/>
                    <a:pt x="368" y="196"/>
                  </a:cubicBezTo>
                  <a:cubicBezTo>
                    <a:pt x="123" y="196"/>
                    <a:pt x="123" y="196"/>
                    <a:pt x="123" y="196"/>
                  </a:cubicBezTo>
                  <a:lnTo>
                    <a:pt x="123" y="171"/>
                  </a:lnTo>
                  <a:close/>
                  <a:moveTo>
                    <a:pt x="442" y="515"/>
                  </a:moveTo>
                  <a:cubicBezTo>
                    <a:pt x="442" y="529"/>
                    <a:pt x="431" y="540"/>
                    <a:pt x="417" y="540"/>
                  </a:cubicBezTo>
                  <a:cubicBezTo>
                    <a:pt x="73" y="540"/>
                    <a:pt x="73" y="540"/>
                    <a:pt x="73" y="540"/>
                  </a:cubicBezTo>
                  <a:cubicBezTo>
                    <a:pt x="60" y="540"/>
                    <a:pt x="49" y="529"/>
                    <a:pt x="49" y="515"/>
                  </a:cubicBezTo>
                  <a:cubicBezTo>
                    <a:pt x="49" y="270"/>
                    <a:pt x="49" y="270"/>
                    <a:pt x="49" y="270"/>
                  </a:cubicBezTo>
                  <a:cubicBezTo>
                    <a:pt x="49" y="256"/>
                    <a:pt x="60" y="245"/>
                    <a:pt x="73" y="245"/>
                  </a:cubicBezTo>
                  <a:cubicBezTo>
                    <a:pt x="417" y="245"/>
                    <a:pt x="417" y="245"/>
                    <a:pt x="417" y="245"/>
                  </a:cubicBezTo>
                  <a:cubicBezTo>
                    <a:pt x="431" y="245"/>
                    <a:pt x="442" y="256"/>
                    <a:pt x="442" y="270"/>
                  </a:cubicBezTo>
                  <a:lnTo>
                    <a:pt x="442" y="5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" name="Google Shape;1426;p35"/>
            <p:cNvSpPr/>
            <p:nvPr/>
          </p:nvSpPr>
          <p:spPr>
            <a:xfrm>
              <a:off x="7639050" y="-5407026"/>
              <a:ext cx="114300" cy="161925"/>
            </a:xfrm>
            <a:custGeom>
              <a:avLst/>
              <a:gdLst/>
              <a:ahLst/>
              <a:cxnLst/>
              <a:rect l="l" t="t" r="r" b="b"/>
              <a:pathLst>
                <a:path w="147" h="209" extrusionOk="0">
                  <a:moveTo>
                    <a:pt x="73" y="0"/>
                  </a:moveTo>
                  <a:cubicBezTo>
                    <a:pt x="33" y="0"/>
                    <a:pt x="0" y="33"/>
                    <a:pt x="0" y="74"/>
                  </a:cubicBezTo>
                  <a:cubicBezTo>
                    <a:pt x="0" y="106"/>
                    <a:pt x="20" y="133"/>
                    <a:pt x="49" y="143"/>
                  </a:cubicBezTo>
                  <a:cubicBezTo>
                    <a:pt x="49" y="184"/>
                    <a:pt x="49" y="184"/>
                    <a:pt x="49" y="184"/>
                  </a:cubicBezTo>
                  <a:cubicBezTo>
                    <a:pt x="49" y="198"/>
                    <a:pt x="60" y="209"/>
                    <a:pt x="73" y="209"/>
                  </a:cubicBezTo>
                  <a:cubicBezTo>
                    <a:pt x="87" y="209"/>
                    <a:pt x="98" y="198"/>
                    <a:pt x="98" y="184"/>
                  </a:cubicBezTo>
                  <a:cubicBezTo>
                    <a:pt x="98" y="143"/>
                    <a:pt x="98" y="143"/>
                    <a:pt x="98" y="143"/>
                  </a:cubicBezTo>
                  <a:cubicBezTo>
                    <a:pt x="126" y="133"/>
                    <a:pt x="147" y="106"/>
                    <a:pt x="147" y="74"/>
                  </a:cubicBezTo>
                  <a:cubicBezTo>
                    <a:pt x="147" y="33"/>
                    <a:pt x="114" y="0"/>
                    <a:pt x="73" y="0"/>
                  </a:cubicBezTo>
                  <a:close/>
                  <a:moveTo>
                    <a:pt x="73" y="98"/>
                  </a:moveTo>
                  <a:cubicBezTo>
                    <a:pt x="60" y="98"/>
                    <a:pt x="49" y="87"/>
                    <a:pt x="49" y="74"/>
                  </a:cubicBezTo>
                  <a:cubicBezTo>
                    <a:pt x="49" y="60"/>
                    <a:pt x="60" y="49"/>
                    <a:pt x="73" y="49"/>
                  </a:cubicBezTo>
                  <a:cubicBezTo>
                    <a:pt x="87" y="49"/>
                    <a:pt x="98" y="60"/>
                    <a:pt x="98" y="74"/>
                  </a:cubicBezTo>
                  <a:cubicBezTo>
                    <a:pt x="98" y="87"/>
                    <a:pt x="87" y="98"/>
                    <a:pt x="73" y="9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7" name="Google Shape;1427;p35"/>
          <p:cNvSpPr/>
          <p:nvPr/>
        </p:nvSpPr>
        <p:spPr>
          <a:xfrm>
            <a:off x="560775" y="1311266"/>
            <a:ext cx="488950" cy="488950"/>
          </a:xfrm>
          <a:custGeom>
            <a:avLst/>
            <a:gdLst/>
            <a:ahLst/>
            <a:cxnLst/>
            <a:rect l="l" t="t" r="r" b="b"/>
            <a:pathLst>
              <a:path w="631" h="631" extrusionOk="0">
                <a:moveTo>
                  <a:pt x="631" y="381"/>
                </a:moveTo>
                <a:cubicBezTo>
                  <a:pt x="631" y="403"/>
                  <a:pt x="613" y="421"/>
                  <a:pt x="591" y="421"/>
                </a:cubicBezTo>
                <a:cubicBezTo>
                  <a:pt x="419" y="421"/>
                  <a:pt x="419" y="421"/>
                  <a:pt x="419" y="421"/>
                </a:cubicBezTo>
                <a:cubicBezTo>
                  <a:pt x="419" y="592"/>
                  <a:pt x="419" y="592"/>
                  <a:pt x="419" y="592"/>
                </a:cubicBezTo>
                <a:cubicBezTo>
                  <a:pt x="419" y="613"/>
                  <a:pt x="402" y="631"/>
                  <a:pt x="380" y="631"/>
                </a:cubicBezTo>
                <a:cubicBezTo>
                  <a:pt x="251" y="631"/>
                  <a:pt x="251" y="631"/>
                  <a:pt x="251" y="631"/>
                </a:cubicBezTo>
                <a:cubicBezTo>
                  <a:pt x="230" y="631"/>
                  <a:pt x="212" y="613"/>
                  <a:pt x="212" y="592"/>
                </a:cubicBezTo>
                <a:cubicBezTo>
                  <a:pt x="212" y="421"/>
                  <a:pt x="212" y="421"/>
                  <a:pt x="212" y="421"/>
                </a:cubicBezTo>
                <a:cubicBezTo>
                  <a:pt x="39" y="421"/>
                  <a:pt x="39" y="421"/>
                  <a:pt x="39" y="421"/>
                </a:cubicBezTo>
                <a:cubicBezTo>
                  <a:pt x="18" y="421"/>
                  <a:pt x="0" y="403"/>
                  <a:pt x="0" y="381"/>
                </a:cubicBezTo>
                <a:cubicBezTo>
                  <a:pt x="0" y="251"/>
                  <a:pt x="0" y="251"/>
                  <a:pt x="0" y="251"/>
                </a:cubicBezTo>
                <a:cubicBezTo>
                  <a:pt x="0" y="230"/>
                  <a:pt x="18" y="212"/>
                  <a:pt x="39" y="212"/>
                </a:cubicBezTo>
                <a:cubicBezTo>
                  <a:pt x="212" y="212"/>
                  <a:pt x="212" y="212"/>
                  <a:pt x="212" y="212"/>
                </a:cubicBezTo>
                <a:cubicBezTo>
                  <a:pt x="212" y="40"/>
                  <a:pt x="212" y="40"/>
                  <a:pt x="212" y="40"/>
                </a:cubicBezTo>
                <a:cubicBezTo>
                  <a:pt x="212" y="18"/>
                  <a:pt x="229" y="0"/>
                  <a:pt x="251" y="0"/>
                </a:cubicBezTo>
                <a:cubicBezTo>
                  <a:pt x="379" y="0"/>
                  <a:pt x="379" y="0"/>
                  <a:pt x="379" y="0"/>
                </a:cubicBezTo>
                <a:cubicBezTo>
                  <a:pt x="402" y="0"/>
                  <a:pt x="419" y="18"/>
                  <a:pt x="419" y="40"/>
                </a:cubicBezTo>
                <a:cubicBezTo>
                  <a:pt x="419" y="212"/>
                  <a:pt x="419" y="212"/>
                  <a:pt x="419" y="212"/>
                </a:cubicBezTo>
                <a:cubicBezTo>
                  <a:pt x="591" y="212"/>
                  <a:pt x="591" y="212"/>
                  <a:pt x="591" y="212"/>
                </a:cubicBezTo>
                <a:cubicBezTo>
                  <a:pt x="613" y="212"/>
                  <a:pt x="631" y="230"/>
                  <a:pt x="631" y="251"/>
                </a:cubicBezTo>
                <a:lnTo>
                  <a:pt x="631" y="38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1428;p35"/>
          <p:cNvSpPr/>
          <p:nvPr/>
        </p:nvSpPr>
        <p:spPr>
          <a:xfrm>
            <a:off x="1395600" y="1500901"/>
            <a:ext cx="488950" cy="122237"/>
          </a:xfrm>
          <a:custGeom>
            <a:avLst/>
            <a:gdLst/>
            <a:ahLst/>
            <a:cxnLst/>
            <a:rect l="l" t="t" r="r" b="b"/>
            <a:pathLst>
              <a:path w="631" h="158" extrusionOk="0">
                <a:moveTo>
                  <a:pt x="631" y="118"/>
                </a:moveTo>
                <a:cubicBezTo>
                  <a:pt x="631" y="140"/>
                  <a:pt x="613" y="158"/>
                  <a:pt x="592" y="158"/>
                </a:cubicBezTo>
                <a:cubicBezTo>
                  <a:pt x="39" y="158"/>
                  <a:pt x="39" y="158"/>
                  <a:pt x="39" y="158"/>
                </a:cubicBezTo>
                <a:cubicBezTo>
                  <a:pt x="18" y="158"/>
                  <a:pt x="0" y="140"/>
                  <a:pt x="0" y="118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18"/>
                  <a:pt x="18" y="0"/>
                  <a:pt x="39" y="0"/>
                </a:cubicBezTo>
                <a:cubicBezTo>
                  <a:pt x="592" y="0"/>
                  <a:pt x="592" y="0"/>
                  <a:pt x="592" y="0"/>
                </a:cubicBezTo>
                <a:cubicBezTo>
                  <a:pt x="613" y="0"/>
                  <a:pt x="631" y="18"/>
                  <a:pt x="631" y="39"/>
                </a:cubicBezTo>
                <a:lnTo>
                  <a:pt x="631" y="11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9" name="Google Shape;1429;p35"/>
          <p:cNvCxnSpPr/>
          <p:nvPr/>
        </p:nvCxnSpPr>
        <p:spPr>
          <a:xfrm>
            <a:off x="1091807" y="2555508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40" name="Google Shape;1430;p35"/>
          <p:cNvCxnSpPr/>
          <p:nvPr/>
        </p:nvCxnSpPr>
        <p:spPr>
          <a:xfrm>
            <a:off x="1091807" y="2555508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41" name="Google Shape;1431;p35"/>
          <p:cNvGrpSpPr/>
          <p:nvPr/>
        </p:nvGrpSpPr>
        <p:grpSpPr>
          <a:xfrm>
            <a:off x="2209877" y="1374956"/>
            <a:ext cx="439738" cy="376237"/>
            <a:chOff x="-1181100" y="-6302376"/>
            <a:chExt cx="439738" cy="376237"/>
          </a:xfrm>
          <a:solidFill>
            <a:schemeClr val="bg1">
              <a:lumMod val="85000"/>
            </a:schemeClr>
          </a:solidFill>
        </p:grpSpPr>
        <p:sp>
          <p:nvSpPr>
            <p:cNvPr id="42" name="Google Shape;1432;p35"/>
            <p:cNvSpPr/>
            <p:nvPr/>
          </p:nvSpPr>
          <p:spPr>
            <a:xfrm>
              <a:off x="-1181100" y="-6302376"/>
              <a:ext cx="439738" cy="125412"/>
            </a:xfrm>
            <a:custGeom>
              <a:avLst/>
              <a:gdLst/>
              <a:ahLst/>
              <a:cxnLst/>
              <a:rect l="l" t="t" r="r" b="b"/>
              <a:pathLst>
                <a:path w="567" h="162" extrusionOk="0">
                  <a:moveTo>
                    <a:pt x="567" y="122"/>
                  </a:moveTo>
                  <a:cubicBezTo>
                    <a:pt x="567" y="144"/>
                    <a:pt x="549" y="162"/>
                    <a:pt x="526" y="162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18" y="162"/>
                    <a:pt x="0" y="144"/>
                    <a:pt x="0" y="122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549" y="0"/>
                    <a:pt x="567" y="18"/>
                    <a:pt x="567" y="40"/>
                  </a:cubicBezTo>
                  <a:lnTo>
                    <a:pt x="567" y="122"/>
                  </a:lnTo>
                  <a:close/>
                  <a:moveTo>
                    <a:pt x="567" y="122"/>
                  </a:moveTo>
                  <a:cubicBezTo>
                    <a:pt x="567" y="122"/>
                    <a:pt x="567" y="122"/>
                    <a:pt x="567" y="12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" name="Google Shape;1433;p35"/>
            <p:cNvSpPr/>
            <p:nvPr/>
          </p:nvSpPr>
          <p:spPr>
            <a:xfrm>
              <a:off x="-1181100" y="-6051551"/>
              <a:ext cx="439738" cy="125412"/>
            </a:xfrm>
            <a:custGeom>
              <a:avLst/>
              <a:gdLst/>
              <a:ahLst/>
              <a:cxnLst/>
              <a:rect l="l" t="t" r="r" b="b"/>
              <a:pathLst>
                <a:path w="567" h="162" extrusionOk="0">
                  <a:moveTo>
                    <a:pt x="567" y="121"/>
                  </a:moveTo>
                  <a:cubicBezTo>
                    <a:pt x="567" y="144"/>
                    <a:pt x="549" y="162"/>
                    <a:pt x="526" y="162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18" y="162"/>
                    <a:pt x="0" y="144"/>
                    <a:pt x="0" y="12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549" y="0"/>
                    <a:pt x="567" y="18"/>
                    <a:pt x="567" y="41"/>
                  </a:cubicBezTo>
                  <a:lnTo>
                    <a:pt x="567" y="121"/>
                  </a:lnTo>
                  <a:close/>
                  <a:moveTo>
                    <a:pt x="567" y="121"/>
                  </a:moveTo>
                  <a:cubicBezTo>
                    <a:pt x="567" y="121"/>
                    <a:pt x="567" y="121"/>
                    <a:pt x="567" y="12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4" name="Google Shape;1434;p35"/>
          <p:cNvSpPr/>
          <p:nvPr/>
        </p:nvSpPr>
        <p:spPr>
          <a:xfrm>
            <a:off x="649686" y="2837574"/>
            <a:ext cx="420688" cy="442912"/>
          </a:xfrm>
          <a:custGeom>
            <a:avLst/>
            <a:gdLst/>
            <a:ahLst/>
            <a:cxnLst/>
            <a:rect l="l" t="t" r="r" b="b"/>
            <a:pathLst>
              <a:path w="542" h="571" extrusionOk="0">
                <a:moveTo>
                  <a:pt x="468" y="402"/>
                </a:moveTo>
                <a:cubicBezTo>
                  <a:pt x="434" y="373"/>
                  <a:pt x="400" y="356"/>
                  <a:pt x="367" y="384"/>
                </a:cubicBezTo>
                <a:cubicBezTo>
                  <a:pt x="348" y="402"/>
                  <a:pt x="348" y="402"/>
                  <a:pt x="348" y="402"/>
                </a:cubicBezTo>
                <a:cubicBezTo>
                  <a:pt x="333" y="414"/>
                  <a:pt x="306" y="473"/>
                  <a:pt x="203" y="353"/>
                </a:cubicBezTo>
                <a:cubicBezTo>
                  <a:pt x="99" y="234"/>
                  <a:pt x="161" y="216"/>
                  <a:pt x="175" y="203"/>
                </a:cubicBezTo>
                <a:cubicBezTo>
                  <a:pt x="195" y="186"/>
                  <a:pt x="195" y="186"/>
                  <a:pt x="195" y="186"/>
                </a:cubicBezTo>
                <a:cubicBezTo>
                  <a:pt x="228" y="157"/>
                  <a:pt x="215" y="121"/>
                  <a:pt x="192" y="84"/>
                </a:cubicBezTo>
                <a:cubicBezTo>
                  <a:pt x="178" y="62"/>
                  <a:pt x="178" y="62"/>
                  <a:pt x="178" y="62"/>
                </a:cubicBezTo>
                <a:cubicBezTo>
                  <a:pt x="154" y="25"/>
                  <a:pt x="128" y="0"/>
                  <a:pt x="95" y="29"/>
                </a:cubicBezTo>
                <a:cubicBezTo>
                  <a:pt x="77" y="44"/>
                  <a:pt x="77" y="44"/>
                  <a:pt x="77" y="44"/>
                </a:cubicBezTo>
                <a:cubicBezTo>
                  <a:pt x="62" y="55"/>
                  <a:pt x="22" y="90"/>
                  <a:pt x="12" y="155"/>
                </a:cubicBezTo>
                <a:cubicBezTo>
                  <a:pt x="0" y="234"/>
                  <a:pt x="37" y="324"/>
                  <a:pt x="123" y="422"/>
                </a:cubicBezTo>
                <a:cubicBezTo>
                  <a:pt x="209" y="521"/>
                  <a:pt x="293" y="571"/>
                  <a:pt x="373" y="570"/>
                </a:cubicBezTo>
                <a:cubicBezTo>
                  <a:pt x="439" y="569"/>
                  <a:pt x="479" y="534"/>
                  <a:pt x="491" y="521"/>
                </a:cubicBezTo>
                <a:cubicBezTo>
                  <a:pt x="509" y="505"/>
                  <a:pt x="509" y="505"/>
                  <a:pt x="509" y="505"/>
                </a:cubicBezTo>
                <a:cubicBezTo>
                  <a:pt x="542" y="477"/>
                  <a:pt x="521" y="448"/>
                  <a:pt x="488" y="419"/>
                </a:cubicBezTo>
                <a:lnTo>
                  <a:pt x="468" y="402"/>
                </a:lnTo>
                <a:close/>
                <a:moveTo>
                  <a:pt x="468" y="402"/>
                </a:moveTo>
                <a:cubicBezTo>
                  <a:pt x="468" y="402"/>
                  <a:pt x="468" y="402"/>
                  <a:pt x="468" y="402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5" name="Google Shape;1435;p35"/>
          <p:cNvGrpSpPr/>
          <p:nvPr/>
        </p:nvGrpSpPr>
        <p:grpSpPr>
          <a:xfrm>
            <a:off x="1406132" y="2860610"/>
            <a:ext cx="441325" cy="442913"/>
            <a:chOff x="-2032000" y="-5680076"/>
            <a:chExt cx="441325" cy="442913"/>
          </a:xfrm>
          <a:solidFill>
            <a:schemeClr val="bg1">
              <a:lumMod val="85000"/>
            </a:schemeClr>
          </a:solidFill>
        </p:grpSpPr>
        <p:sp>
          <p:nvSpPr>
            <p:cNvPr id="46" name="Google Shape;1436;p35"/>
            <p:cNvSpPr/>
            <p:nvPr/>
          </p:nvSpPr>
          <p:spPr>
            <a:xfrm>
              <a:off x="-2030413" y="-5680076"/>
              <a:ext cx="439738" cy="387350"/>
            </a:xfrm>
            <a:custGeom>
              <a:avLst/>
              <a:gdLst/>
              <a:ahLst/>
              <a:cxnLst/>
              <a:rect l="l" t="t" r="r" b="b"/>
              <a:pathLst>
                <a:path w="567" h="500" extrusionOk="0">
                  <a:moveTo>
                    <a:pt x="284" y="0"/>
                  </a:moveTo>
                  <a:cubicBezTo>
                    <a:pt x="127" y="0"/>
                    <a:pt x="0" y="112"/>
                    <a:pt x="0" y="250"/>
                  </a:cubicBezTo>
                  <a:cubicBezTo>
                    <a:pt x="0" y="388"/>
                    <a:pt x="127" y="500"/>
                    <a:pt x="284" y="500"/>
                  </a:cubicBezTo>
                  <a:cubicBezTo>
                    <a:pt x="440" y="500"/>
                    <a:pt x="567" y="388"/>
                    <a:pt x="567" y="250"/>
                  </a:cubicBezTo>
                  <a:cubicBezTo>
                    <a:pt x="567" y="112"/>
                    <a:pt x="440" y="0"/>
                    <a:pt x="284" y="0"/>
                  </a:cubicBezTo>
                  <a:close/>
                  <a:moveTo>
                    <a:pt x="284" y="0"/>
                  </a:moveTo>
                  <a:cubicBezTo>
                    <a:pt x="284" y="0"/>
                    <a:pt x="284" y="0"/>
                    <a:pt x="284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" name="Google Shape;1437;p35"/>
            <p:cNvSpPr/>
            <p:nvPr/>
          </p:nvSpPr>
          <p:spPr>
            <a:xfrm>
              <a:off x="-2032000" y="-5481638"/>
              <a:ext cx="277813" cy="244475"/>
            </a:xfrm>
            <a:custGeom>
              <a:avLst/>
              <a:gdLst/>
              <a:ahLst/>
              <a:cxnLst/>
              <a:rect l="l" t="t" r="r" b="b"/>
              <a:pathLst>
                <a:path w="357" h="315" extrusionOk="0">
                  <a:moveTo>
                    <a:pt x="350" y="79"/>
                  </a:moveTo>
                  <a:cubicBezTo>
                    <a:pt x="342" y="36"/>
                    <a:pt x="342" y="36"/>
                    <a:pt x="342" y="36"/>
                  </a:cubicBezTo>
                  <a:cubicBezTo>
                    <a:pt x="342" y="36"/>
                    <a:pt x="332" y="0"/>
                    <a:pt x="295" y="13"/>
                  </a:cubicBezTo>
                  <a:cubicBezTo>
                    <a:pt x="199" y="49"/>
                    <a:pt x="144" y="28"/>
                    <a:pt x="123" y="26"/>
                  </a:cubicBezTo>
                  <a:cubicBezTo>
                    <a:pt x="100" y="23"/>
                    <a:pt x="87" y="128"/>
                    <a:pt x="88" y="151"/>
                  </a:cubicBezTo>
                  <a:cubicBezTo>
                    <a:pt x="92" y="234"/>
                    <a:pt x="0" y="265"/>
                    <a:pt x="6" y="285"/>
                  </a:cubicBezTo>
                  <a:cubicBezTo>
                    <a:pt x="78" y="315"/>
                    <a:pt x="232" y="236"/>
                    <a:pt x="232" y="236"/>
                  </a:cubicBezTo>
                  <a:cubicBezTo>
                    <a:pt x="232" y="236"/>
                    <a:pt x="268" y="145"/>
                    <a:pt x="315" y="125"/>
                  </a:cubicBezTo>
                  <a:cubicBezTo>
                    <a:pt x="357" y="107"/>
                    <a:pt x="350" y="79"/>
                    <a:pt x="350" y="79"/>
                  </a:cubicBezTo>
                  <a:close/>
                  <a:moveTo>
                    <a:pt x="350" y="79"/>
                  </a:moveTo>
                  <a:cubicBezTo>
                    <a:pt x="350" y="79"/>
                    <a:pt x="350" y="79"/>
                    <a:pt x="350" y="79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8" name="Google Shape;1438;p35"/>
          <p:cNvSpPr/>
          <p:nvPr/>
        </p:nvSpPr>
        <p:spPr>
          <a:xfrm>
            <a:off x="3007874" y="1376543"/>
            <a:ext cx="508000" cy="374650"/>
          </a:xfrm>
          <a:custGeom>
            <a:avLst/>
            <a:gdLst/>
            <a:ahLst/>
            <a:cxnLst/>
            <a:rect l="l" t="t" r="r" b="b"/>
            <a:pathLst>
              <a:path w="657" h="484" extrusionOk="0">
                <a:moveTo>
                  <a:pt x="592" y="10"/>
                </a:moveTo>
                <a:cubicBezTo>
                  <a:pt x="583" y="0"/>
                  <a:pt x="566" y="0"/>
                  <a:pt x="556" y="10"/>
                </a:cubicBezTo>
                <a:cubicBezTo>
                  <a:pt x="255" y="311"/>
                  <a:pt x="255" y="311"/>
                  <a:pt x="255" y="311"/>
                </a:cubicBezTo>
                <a:cubicBezTo>
                  <a:pt x="100" y="155"/>
                  <a:pt x="100" y="155"/>
                  <a:pt x="100" y="155"/>
                </a:cubicBezTo>
                <a:cubicBezTo>
                  <a:pt x="90" y="145"/>
                  <a:pt x="74" y="145"/>
                  <a:pt x="64" y="155"/>
                </a:cubicBezTo>
                <a:cubicBezTo>
                  <a:pt x="10" y="209"/>
                  <a:pt x="10" y="209"/>
                  <a:pt x="10" y="209"/>
                </a:cubicBezTo>
                <a:cubicBezTo>
                  <a:pt x="0" y="219"/>
                  <a:pt x="0" y="235"/>
                  <a:pt x="10" y="245"/>
                </a:cubicBezTo>
                <a:cubicBezTo>
                  <a:pt x="237" y="474"/>
                  <a:pt x="237" y="474"/>
                  <a:pt x="237" y="474"/>
                </a:cubicBezTo>
                <a:cubicBezTo>
                  <a:pt x="247" y="484"/>
                  <a:pt x="263" y="484"/>
                  <a:pt x="273" y="474"/>
                </a:cubicBezTo>
                <a:cubicBezTo>
                  <a:pt x="647" y="100"/>
                  <a:pt x="647" y="100"/>
                  <a:pt x="647" y="100"/>
                </a:cubicBezTo>
                <a:cubicBezTo>
                  <a:pt x="657" y="90"/>
                  <a:pt x="657" y="74"/>
                  <a:pt x="647" y="64"/>
                </a:cubicBezTo>
                <a:lnTo>
                  <a:pt x="592" y="10"/>
                </a:lnTo>
                <a:close/>
                <a:moveTo>
                  <a:pt x="592" y="10"/>
                </a:moveTo>
                <a:cubicBezTo>
                  <a:pt x="592" y="10"/>
                  <a:pt x="592" y="10"/>
                  <a:pt x="592" y="10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1439;p35"/>
          <p:cNvSpPr/>
          <p:nvPr/>
        </p:nvSpPr>
        <p:spPr>
          <a:xfrm>
            <a:off x="3839405" y="550862"/>
            <a:ext cx="439738" cy="455612"/>
          </a:xfrm>
          <a:custGeom>
            <a:avLst/>
            <a:gdLst/>
            <a:ahLst/>
            <a:cxnLst/>
            <a:rect l="l" t="t" r="r" b="b"/>
            <a:pathLst>
              <a:path w="567" h="588" extrusionOk="0">
                <a:moveTo>
                  <a:pt x="287" y="0"/>
                </a:moveTo>
                <a:cubicBezTo>
                  <a:pt x="289" y="0"/>
                  <a:pt x="289" y="0"/>
                  <a:pt x="289" y="0"/>
                </a:cubicBezTo>
                <a:cubicBezTo>
                  <a:pt x="289" y="0"/>
                  <a:pt x="289" y="0"/>
                  <a:pt x="290" y="0"/>
                </a:cubicBezTo>
                <a:cubicBezTo>
                  <a:pt x="365" y="0"/>
                  <a:pt x="437" y="29"/>
                  <a:pt x="491" y="82"/>
                </a:cubicBezTo>
                <a:cubicBezTo>
                  <a:pt x="550" y="21"/>
                  <a:pt x="550" y="21"/>
                  <a:pt x="550" y="21"/>
                </a:cubicBezTo>
                <a:cubicBezTo>
                  <a:pt x="553" y="19"/>
                  <a:pt x="558" y="18"/>
                  <a:pt x="561" y="19"/>
                </a:cubicBezTo>
                <a:cubicBezTo>
                  <a:pt x="565" y="21"/>
                  <a:pt x="567" y="24"/>
                  <a:pt x="567" y="28"/>
                </a:cubicBezTo>
                <a:cubicBezTo>
                  <a:pt x="557" y="233"/>
                  <a:pt x="557" y="233"/>
                  <a:pt x="557" y="233"/>
                </a:cubicBezTo>
                <a:cubicBezTo>
                  <a:pt x="364" y="233"/>
                  <a:pt x="364" y="233"/>
                  <a:pt x="364" y="233"/>
                </a:cubicBezTo>
                <a:cubicBezTo>
                  <a:pt x="359" y="233"/>
                  <a:pt x="354" y="229"/>
                  <a:pt x="354" y="223"/>
                </a:cubicBezTo>
                <a:cubicBezTo>
                  <a:pt x="354" y="220"/>
                  <a:pt x="356" y="217"/>
                  <a:pt x="359" y="215"/>
                </a:cubicBezTo>
                <a:cubicBezTo>
                  <a:pt x="418" y="156"/>
                  <a:pt x="418" y="156"/>
                  <a:pt x="418" y="156"/>
                </a:cubicBezTo>
                <a:cubicBezTo>
                  <a:pt x="383" y="122"/>
                  <a:pt x="338" y="104"/>
                  <a:pt x="288" y="104"/>
                </a:cubicBezTo>
                <a:cubicBezTo>
                  <a:pt x="187" y="105"/>
                  <a:pt x="105" y="187"/>
                  <a:pt x="105" y="290"/>
                </a:cubicBezTo>
                <a:cubicBezTo>
                  <a:pt x="106" y="391"/>
                  <a:pt x="188" y="473"/>
                  <a:pt x="290" y="473"/>
                </a:cubicBezTo>
                <a:cubicBezTo>
                  <a:pt x="357" y="470"/>
                  <a:pt x="419" y="430"/>
                  <a:pt x="449" y="365"/>
                </a:cubicBezTo>
                <a:cubicBezTo>
                  <a:pt x="544" y="408"/>
                  <a:pt x="544" y="408"/>
                  <a:pt x="544" y="408"/>
                </a:cubicBezTo>
                <a:cubicBezTo>
                  <a:pt x="543" y="410"/>
                  <a:pt x="543" y="410"/>
                  <a:pt x="543" y="410"/>
                </a:cubicBezTo>
                <a:cubicBezTo>
                  <a:pt x="479" y="535"/>
                  <a:pt x="376" y="588"/>
                  <a:pt x="267" y="577"/>
                </a:cubicBezTo>
                <a:cubicBezTo>
                  <a:pt x="119" y="565"/>
                  <a:pt x="1" y="441"/>
                  <a:pt x="0" y="289"/>
                </a:cubicBezTo>
                <a:cubicBezTo>
                  <a:pt x="0" y="131"/>
                  <a:pt x="129" y="1"/>
                  <a:pt x="287" y="0"/>
                </a:cubicBezTo>
                <a:close/>
                <a:moveTo>
                  <a:pt x="287" y="0"/>
                </a:moveTo>
                <a:cubicBezTo>
                  <a:pt x="287" y="0"/>
                  <a:pt x="287" y="0"/>
                  <a:pt x="287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1440;p35"/>
          <p:cNvSpPr/>
          <p:nvPr/>
        </p:nvSpPr>
        <p:spPr>
          <a:xfrm>
            <a:off x="11162806" y="612143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622" h="493" extrusionOk="0">
                <a:moveTo>
                  <a:pt x="226" y="3"/>
                </a:moveTo>
                <a:cubicBezTo>
                  <a:pt x="220" y="0"/>
                  <a:pt x="212" y="2"/>
                  <a:pt x="207" y="7"/>
                </a:cubicBezTo>
                <a:cubicBezTo>
                  <a:pt x="6" y="165"/>
                  <a:pt x="6" y="165"/>
                  <a:pt x="6" y="165"/>
                </a:cubicBezTo>
                <a:cubicBezTo>
                  <a:pt x="0" y="171"/>
                  <a:pt x="0" y="182"/>
                  <a:pt x="6" y="188"/>
                </a:cubicBezTo>
                <a:cubicBezTo>
                  <a:pt x="207" y="345"/>
                  <a:pt x="207" y="345"/>
                  <a:pt x="207" y="345"/>
                </a:cubicBezTo>
                <a:cubicBezTo>
                  <a:pt x="211" y="349"/>
                  <a:pt x="215" y="350"/>
                  <a:pt x="219" y="350"/>
                </a:cubicBezTo>
                <a:cubicBezTo>
                  <a:pt x="221" y="350"/>
                  <a:pt x="224" y="350"/>
                  <a:pt x="226" y="349"/>
                </a:cubicBezTo>
                <a:cubicBezTo>
                  <a:pt x="232" y="346"/>
                  <a:pt x="236" y="340"/>
                  <a:pt x="236" y="334"/>
                </a:cubicBezTo>
                <a:cubicBezTo>
                  <a:pt x="236" y="239"/>
                  <a:pt x="236" y="239"/>
                  <a:pt x="236" y="239"/>
                </a:cubicBezTo>
                <a:cubicBezTo>
                  <a:pt x="451" y="239"/>
                  <a:pt x="545" y="300"/>
                  <a:pt x="531" y="493"/>
                </a:cubicBezTo>
                <a:cubicBezTo>
                  <a:pt x="622" y="184"/>
                  <a:pt x="447" y="114"/>
                  <a:pt x="236" y="114"/>
                </a:cubicBezTo>
                <a:cubicBezTo>
                  <a:pt x="236" y="18"/>
                  <a:pt x="236" y="18"/>
                  <a:pt x="236" y="18"/>
                </a:cubicBezTo>
                <a:cubicBezTo>
                  <a:pt x="236" y="12"/>
                  <a:pt x="232" y="6"/>
                  <a:pt x="226" y="3"/>
                </a:cubicBezTo>
                <a:close/>
                <a:moveTo>
                  <a:pt x="226" y="3"/>
                </a:moveTo>
                <a:cubicBezTo>
                  <a:pt x="226" y="3"/>
                  <a:pt x="226" y="3"/>
                  <a:pt x="226" y="3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1" name="Google Shape;1441;p35"/>
          <p:cNvGrpSpPr/>
          <p:nvPr/>
        </p:nvGrpSpPr>
        <p:grpSpPr>
          <a:xfrm>
            <a:off x="10327596" y="5109895"/>
            <a:ext cx="438150" cy="428625"/>
            <a:chOff x="1745797" y="5737992"/>
            <a:chExt cx="438150" cy="428625"/>
          </a:xfrm>
          <a:solidFill>
            <a:schemeClr val="bg1">
              <a:lumMod val="85000"/>
            </a:schemeClr>
          </a:solidFill>
        </p:grpSpPr>
        <p:sp>
          <p:nvSpPr>
            <p:cNvPr id="52" name="Google Shape;1442;p35"/>
            <p:cNvSpPr/>
            <p:nvPr/>
          </p:nvSpPr>
          <p:spPr>
            <a:xfrm>
              <a:off x="1745797" y="5972942"/>
              <a:ext cx="182563" cy="155575"/>
            </a:xfrm>
            <a:custGeom>
              <a:avLst/>
              <a:gdLst/>
              <a:ahLst/>
              <a:cxnLst/>
              <a:rect l="l" t="t" r="r" b="b"/>
              <a:pathLst>
                <a:path w="115" h="98" extrusionOk="0">
                  <a:moveTo>
                    <a:pt x="0" y="0"/>
                  </a:moveTo>
                  <a:lnTo>
                    <a:pt x="0" y="81"/>
                  </a:lnTo>
                  <a:lnTo>
                    <a:pt x="115" y="98"/>
                  </a:lnTo>
                  <a:lnTo>
                    <a:pt x="115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" name="Google Shape;1443;p35"/>
            <p:cNvSpPr/>
            <p:nvPr/>
          </p:nvSpPr>
          <p:spPr>
            <a:xfrm>
              <a:off x="1745797" y="5972942"/>
              <a:ext cx="182563" cy="155575"/>
            </a:xfrm>
            <a:custGeom>
              <a:avLst/>
              <a:gdLst/>
              <a:ahLst/>
              <a:cxnLst/>
              <a:rect l="l" t="t" r="r" b="b"/>
              <a:pathLst>
                <a:path w="115" h="98" extrusionOk="0">
                  <a:moveTo>
                    <a:pt x="0" y="0"/>
                  </a:moveTo>
                  <a:lnTo>
                    <a:pt x="0" y="81"/>
                  </a:lnTo>
                  <a:lnTo>
                    <a:pt x="115" y="98"/>
                  </a:lnTo>
                  <a:lnTo>
                    <a:pt x="115" y="0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" name="Google Shape;1444;p35"/>
            <p:cNvSpPr/>
            <p:nvPr/>
          </p:nvSpPr>
          <p:spPr>
            <a:xfrm>
              <a:off x="1745797" y="5776092"/>
              <a:ext cx="182563" cy="155575"/>
            </a:xfrm>
            <a:custGeom>
              <a:avLst/>
              <a:gdLst/>
              <a:ahLst/>
              <a:cxnLst/>
              <a:rect l="l" t="t" r="r" b="b"/>
              <a:pathLst>
                <a:path w="115" h="98" extrusionOk="0">
                  <a:moveTo>
                    <a:pt x="115" y="0"/>
                  </a:moveTo>
                  <a:lnTo>
                    <a:pt x="0" y="17"/>
                  </a:lnTo>
                  <a:lnTo>
                    <a:pt x="0" y="98"/>
                  </a:lnTo>
                  <a:lnTo>
                    <a:pt x="115" y="98"/>
                  </a:lnTo>
                  <a:lnTo>
                    <a:pt x="115" y="0"/>
                  </a:lnTo>
                  <a:close/>
                  <a:moveTo>
                    <a:pt x="115" y="0"/>
                  </a:moveTo>
                  <a:lnTo>
                    <a:pt x="1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" name="Google Shape;1445;p35"/>
            <p:cNvSpPr/>
            <p:nvPr/>
          </p:nvSpPr>
          <p:spPr>
            <a:xfrm>
              <a:off x="1745797" y="5776092"/>
              <a:ext cx="182563" cy="155575"/>
            </a:xfrm>
            <a:custGeom>
              <a:avLst/>
              <a:gdLst/>
              <a:ahLst/>
              <a:cxnLst/>
              <a:rect l="l" t="t" r="r" b="b"/>
              <a:pathLst>
                <a:path w="115" h="98" extrusionOk="0">
                  <a:moveTo>
                    <a:pt x="115" y="0"/>
                  </a:moveTo>
                  <a:lnTo>
                    <a:pt x="0" y="17"/>
                  </a:lnTo>
                  <a:lnTo>
                    <a:pt x="0" y="98"/>
                  </a:lnTo>
                  <a:lnTo>
                    <a:pt x="115" y="98"/>
                  </a:lnTo>
                  <a:lnTo>
                    <a:pt x="115" y="0"/>
                  </a:lnTo>
                  <a:moveTo>
                    <a:pt x="115" y="0"/>
                  </a:moveTo>
                  <a:lnTo>
                    <a:pt x="115" y="0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" name="Google Shape;1446;p35"/>
            <p:cNvSpPr/>
            <p:nvPr/>
          </p:nvSpPr>
          <p:spPr>
            <a:xfrm>
              <a:off x="1971222" y="5737992"/>
              <a:ext cx="212725" cy="193675"/>
            </a:xfrm>
            <a:custGeom>
              <a:avLst/>
              <a:gdLst/>
              <a:ahLst/>
              <a:cxnLst/>
              <a:rect l="l" t="t" r="r" b="b"/>
              <a:pathLst>
                <a:path w="134" h="122" extrusionOk="0">
                  <a:moveTo>
                    <a:pt x="134" y="122"/>
                  </a:moveTo>
                  <a:lnTo>
                    <a:pt x="134" y="0"/>
                  </a:lnTo>
                  <a:lnTo>
                    <a:pt x="0" y="20"/>
                  </a:lnTo>
                  <a:lnTo>
                    <a:pt x="0" y="122"/>
                  </a:lnTo>
                  <a:lnTo>
                    <a:pt x="134" y="122"/>
                  </a:lnTo>
                  <a:close/>
                  <a:moveTo>
                    <a:pt x="134" y="122"/>
                  </a:moveTo>
                  <a:lnTo>
                    <a:pt x="134" y="1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" name="Google Shape;1447;p35"/>
            <p:cNvSpPr/>
            <p:nvPr/>
          </p:nvSpPr>
          <p:spPr>
            <a:xfrm>
              <a:off x="1971222" y="5737992"/>
              <a:ext cx="212725" cy="193675"/>
            </a:xfrm>
            <a:custGeom>
              <a:avLst/>
              <a:gdLst/>
              <a:ahLst/>
              <a:cxnLst/>
              <a:rect l="l" t="t" r="r" b="b"/>
              <a:pathLst>
                <a:path w="134" h="122" extrusionOk="0">
                  <a:moveTo>
                    <a:pt x="134" y="122"/>
                  </a:moveTo>
                  <a:lnTo>
                    <a:pt x="134" y="0"/>
                  </a:lnTo>
                  <a:lnTo>
                    <a:pt x="0" y="20"/>
                  </a:lnTo>
                  <a:lnTo>
                    <a:pt x="0" y="122"/>
                  </a:lnTo>
                  <a:lnTo>
                    <a:pt x="134" y="122"/>
                  </a:lnTo>
                  <a:moveTo>
                    <a:pt x="134" y="122"/>
                  </a:moveTo>
                  <a:lnTo>
                    <a:pt x="134" y="122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" name="Google Shape;1448;p35"/>
            <p:cNvSpPr/>
            <p:nvPr/>
          </p:nvSpPr>
          <p:spPr>
            <a:xfrm>
              <a:off x="1971222" y="5972942"/>
              <a:ext cx="212725" cy="193675"/>
            </a:xfrm>
            <a:custGeom>
              <a:avLst/>
              <a:gdLst/>
              <a:ahLst/>
              <a:cxnLst/>
              <a:rect l="l" t="t" r="r" b="b"/>
              <a:pathLst>
                <a:path w="134" h="122" extrusionOk="0">
                  <a:moveTo>
                    <a:pt x="0" y="103"/>
                  </a:moveTo>
                  <a:lnTo>
                    <a:pt x="134" y="122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3"/>
                  </a:lnTo>
                  <a:close/>
                  <a:moveTo>
                    <a:pt x="0" y="103"/>
                  </a:moveTo>
                  <a:lnTo>
                    <a:pt x="0" y="1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" name="Google Shape;1449;p35"/>
            <p:cNvSpPr/>
            <p:nvPr/>
          </p:nvSpPr>
          <p:spPr>
            <a:xfrm>
              <a:off x="1971222" y="5972942"/>
              <a:ext cx="212725" cy="193675"/>
            </a:xfrm>
            <a:custGeom>
              <a:avLst/>
              <a:gdLst/>
              <a:ahLst/>
              <a:cxnLst/>
              <a:rect l="l" t="t" r="r" b="b"/>
              <a:pathLst>
                <a:path w="134" h="122" extrusionOk="0">
                  <a:moveTo>
                    <a:pt x="0" y="103"/>
                  </a:moveTo>
                  <a:lnTo>
                    <a:pt x="134" y="122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103"/>
                  </a:lnTo>
                  <a:moveTo>
                    <a:pt x="0" y="103"/>
                  </a:moveTo>
                  <a:lnTo>
                    <a:pt x="0" y="103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0" name="Google Shape;1450;p35"/>
          <p:cNvGrpSpPr/>
          <p:nvPr/>
        </p:nvGrpSpPr>
        <p:grpSpPr>
          <a:xfrm>
            <a:off x="572802" y="5874226"/>
            <a:ext cx="439738" cy="438150"/>
            <a:chOff x="2380797" y="5766567"/>
            <a:chExt cx="439738" cy="438150"/>
          </a:xfrm>
          <a:solidFill>
            <a:schemeClr val="bg1">
              <a:lumMod val="85000"/>
            </a:schemeClr>
          </a:solidFill>
        </p:grpSpPr>
        <p:sp>
          <p:nvSpPr>
            <p:cNvPr id="61" name="Google Shape;1451;p35"/>
            <p:cNvSpPr/>
            <p:nvPr/>
          </p:nvSpPr>
          <p:spPr>
            <a:xfrm>
              <a:off x="2722110" y="5938017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17" y="0"/>
                  </a:moveTo>
                  <a:cubicBezTo>
                    <a:pt x="9" y="0"/>
                    <a:pt x="3" y="1"/>
                    <a:pt x="0" y="2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4" y="56"/>
                    <a:pt x="8" y="57"/>
                    <a:pt x="14" y="57"/>
                  </a:cubicBezTo>
                  <a:cubicBezTo>
                    <a:pt x="36" y="57"/>
                    <a:pt x="49" y="46"/>
                    <a:pt x="49" y="27"/>
                  </a:cubicBezTo>
                  <a:cubicBezTo>
                    <a:pt x="49" y="10"/>
                    <a:pt x="38" y="0"/>
                    <a:pt x="17" y="0"/>
                  </a:cubicBezTo>
                  <a:close/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" name="Google Shape;1452;p35"/>
            <p:cNvSpPr/>
            <p:nvPr/>
          </p:nvSpPr>
          <p:spPr>
            <a:xfrm>
              <a:off x="2380797" y="5766567"/>
              <a:ext cx="439738" cy="438150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531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7"/>
                    <a:pt x="0" y="36"/>
                  </a:cubicBezTo>
                  <a:cubicBezTo>
                    <a:pt x="0" y="531"/>
                    <a:pt x="0" y="531"/>
                    <a:pt x="0" y="531"/>
                  </a:cubicBezTo>
                  <a:cubicBezTo>
                    <a:pt x="0" y="551"/>
                    <a:pt x="16" y="567"/>
                    <a:pt x="36" y="567"/>
                  </a:cubicBezTo>
                  <a:cubicBezTo>
                    <a:pt x="531" y="567"/>
                    <a:pt x="531" y="567"/>
                    <a:pt x="531" y="567"/>
                  </a:cubicBezTo>
                  <a:cubicBezTo>
                    <a:pt x="551" y="567"/>
                    <a:pt x="567" y="551"/>
                    <a:pt x="567" y="531"/>
                  </a:cubicBezTo>
                  <a:cubicBezTo>
                    <a:pt x="567" y="36"/>
                    <a:pt x="567" y="36"/>
                    <a:pt x="567" y="36"/>
                  </a:cubicBezTo>
                  <a:cubicBezTo>
                    <a:pt x="567" y="17"/>
                    <a:pt x="551" y="0"/>
                    <a:pt x="531" y="0"/>
                  </a:cubicBezTo>
                  <a:close/>
                  <a:moveTo>
                    <a:pt x="172" y="292"/>
                  </a:moveTo>
                  <a:cubicBezTo>
                    <a:pt x="158" y="305"/>
                    <a:pt x="137" y="311"/>
                    <a:pt x="113" y="311"/>
                  </a:cubicBezTo>
                  <a:cubicBezTo>
                    <a:pt x="108" y="311"/>
                    <a:pt x="103" y="311"/>
                    <a:pt x="99" y="310"/>
                  </a:cubicBezTo>
                  <a:cubicBezTo>
                    <a:pt x="99" y="375"/>
                    <a:pt x="99" y="375"/>
                    <a:pt x="99" y="375"/>
                  </a:cubicBezTo>
                  <a:cubicBezTo>
                    <a:pt x="59" y="375"/>
                    <a:pt x="59" y="375"/>
                    <a:pt x="59" y="375"/>
                  </a:cubicBezTo>
                  <a:cubicBezTo>
                    <a:pt x="59" y="196"/>
                    <a:pt x="59" y="196"/>
                    <a:pt x="59" y="196"/>
                  </a:cubicBezTo>
                  <a:cubicBezTo>
                    <a:pt x="71" y="194"/>
                    <a:pt x="89" y="193"/>
                    <a:pt x="114" y="193"/>
                  </a:cubicBezTo>
                  <a:cubicBezTo>
                    <a:pt x="139" y="193"/>
                    <a:pt x="157" y="197"/>
                    <a:pt x="169" y="207"/>
                  </a:cubicBezTo>
                  <a:cubicBezTo>
                    <a:pt x="181" y="216"/>
                    <a:pt x="189" y="231"/>
                    <a:pt x="189" y="249"/>
                  </a:cubicBezTo>
                  <a:cubicBezTo>
                    <a:pt x="189" y="267"/>
                    <a:pt x="183" y="282"/>
                    <a:pt x="172" y="292"/>
                  </a:cubicBezTo>
                  <a:close/>
                  <a:moveTo>
                    <a:pt x="364" y="375"/>
                  </a:moveTo>
                  <a:cubicBezTo>
                    <a:pt x="323" y="375"/>
                    <a:pt x="323" y="375"/>
                    <a:pt x="323" y="375"/>
                  </a:cubicBezTo>
                  <a:cubicBezTo>
                    <a:pt x="323" y="299"/>
                    <a:pt x="323" y="299"/>
                    <a:pt x="323" y="299"/>
                  </a:cubicBezTo>
                  <a:cubicBezTo>
                    <a:pt x="256" y="299"/>
                    <a:pt x="256" y="299"/>
                    <a:pt x="256" y="299"/>
                  </a:cubicBezTo>
                  <a:cubicBezTo>
                    <a:pt x="256" y="375"/>
                    <a:pt x="256" y="375"/>
                    <a:pt x="256" y="375"/>
                  </a:cubicBezTo>
                  <a:cubicBezTo>
                    <a:pt x="215" y="375"/>
                    <a:pt x="215" y="375"/>
                    <a:pt x="215" y="375"/>
                  </a:cubicBezTo>
                  <a:cubicBezTo>
                    <a:pt x="215" y="194"/>
                    <a:pt x="215" y="194"/>
                    <a:pt x="215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6" y="264"/>
                    <a:pt x="256" y="264"/>
                    <a:pt x="256" y="264"/>
                  </a:cubicBezTo>
                  <a:cubicBezTo>
                    <a:pt x="323" y="264"/>
                    <a:pt x="323" y="264"/>
                    <a:pt x="323" y="26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64" y="194"/>
                    <a:pt x="364" y="194"/>
                    <a:pt x="364" y="194"/>
                  </a:cubicBezTo>
                  <a:lnTo>
                    <a:pt x="364" y="375"/>
                  </a:lnTo>
                  <a:close/>
                  <a:moveTo>
                    <a:pt x="513" y="292"/>
                  </a:moveTo>
                  <a:cubicBezTo>
                    <a:pt x="499" y="305"/>
                    <a:pt x="479" y="311"/>
                    <a:pt x="454" y="311"/>
                  </a:cubicBezTo>
                  <a:cubicBezTo>
                    <a:pt x="449" y="311"/>
                    <a:pt x="444" y="311"/>
                    <a:pt x="440" y="310"/>
                  </a:cubicBezTo>
                  <a:cubicBezTo>
                    <a:pt x="440" y="375"/>
                    <a:pt x="440" y="375"/>
                    <a:pt x="440" y="375"/>
                  </a:cubicBezTo>
                  <a:cubicBezTo>
                    <a:pt x="400" y="375"/>
                    <a:pt x="400" y="375"/>
                    <a:pt x="400" y="375"/>
                  </a:cubicBezTo>
                  <a:cubicBezTo>
                    <a:pt x="400" y="196"/>
                    <a:pt x="400" y="196"/>
                    <a:pt x="400" y="196"/>
                  </a:cubicBezTo>
                  <a:cubicBezTo>
                    <a:pt x="413" y="194"/>
                    <a:pt x="430" y="193"/>
                    <a:pt x="455" y="193"/>
                  </a:cubicBezTo>
                  <a:cubicBezTo>
                    <a:pt x="480" y="193"/>
                    <a:pt x="498" y="197"/>
                    <a:pt x="511" y="207"/>
                  </a:cubicBezTo>
                  <a:cubicBezTo>
                    <a:pt x="522" y="216"/>
                    <a:pt x="530" y="231"/>
                    <a:pt x="530" y="249"/>
                  </a:cubicBezTo>
                  <a:cubicBezTo>
                    <a:pt x="530" y="267"/>
                    <a:pt x="524" y="282"/>
                    <a:pt x="513" y="292"/>
                  </a:cubicBezTo>
                  <a:close/>
                  <a:moveTo>
                    <a:pt x="513" y="292"/>
                  </a:moveTo>
                  <a:cubicBezTo>
                    <a:pt x="513" y="292"/>
                    <a:pt x="513" y="292"/>
                    <a:pt x="513" y="29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" name="Google Shape;1453;p35"/>
            <p:cNvSpPr/>
            <p:nvPr/>
          </p:nvSpPr>
          <p:spPr>
            <a:xfrm>
              <a:off x="2458585" y="5938017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17" y="0"/>
                  </a:moveTo>
                  <a:cubicBezTo>
                    <a:pt x="9" y="0"/>
                    <a:pt x="3" y="1"/>
                    <a:pt x="0" y="2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4" y="56"/>
                    <a:pt x="8" y="57"/>
                    <a:pt x="14" y="57"/>
                  </a:cubicBezTo>
                  <a:cubicBezTo>
                    <a:pt x="36" y="57"/>
                    <a:pt x="49" y="46"/>
                    <a:pt x="49" y="27"/>
                  </a:cubicBezTo>
                  <a:cubicBezTo>
                    <a:pt x="49" y="10"/>
                    <a:pt x="38" y="0"/>
                    <a:pt x="17" y="0"/>
                  </a:cubicBezTo>
                  <a:close/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4" name="Google Shape;1454;p35"/>
          <p:cNvGrpSpPr/>
          <p:nvPr/>
        </p:nvGrpSpPr>
        <p:grpSpPr>
          <a:xfrm>
            <a:off x="1416848" y="5939314"/>
            <a:ext cx="439738" cy="307975"/>
            <a:chOff x="3082472" y="5822130"/>
            <a:chExt cx="439738" cy="307975"/>
          </a:xfrm>
          <a:solidFill>
            <a:schemeClr val="bg1">
              <a:lumMod val="85000"/>
            </a:schemeClr>
          </a:solidFill>
        </p:grpSpPr>
        <p:sp>
          <p:nvSpPr>
            <p:cNvPr id="65" name="Google Shape;1455;p35"/>
            <p:cNvSpPr/>
            <p:nvPr/>
          </p:nvSpPr>
          <p:spPr>
            <a:xfrm>
              <a:off x="3082472" y="5822130"/>
              <a:ext cx="439738" cy="307975"/>
            </a:xfrm>
            <a:custGeom>
              <a:avLst/>
              <a:gdLst/>
              <a:ahLst/>
              <a:cxnLst/>
              <a:rect l="l" t="t" r="r" b="b"/>
              <a:pathLst>
                <a:path w="567" h="397" extrusionOk="0">
                  <a:moveTo>
                    <a:pt x="534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5"/>
                    <a:pt x="0" y="33"/>
                  </a:cubicBezTo>
                  <a:cubicBezTo>
                    <a:pt x="0" y="365"/>
                    <a:pt x="0" y="365"/>
                    <a:pt x="0" y="365"/>
                  </a:cubicBezTo>
                  <a:cubicBezTo>
                    <a:pt x="0" y="383"/>
                    <a:pt x="14" y="397"/>
                    <a:pt x="32" y="397"/>
                  </a:cubicBezTo>
                  <a:cubicBezTo>
                    <a:pt x="534" y="397"/>
                    <a:pt x="534" y="397"/>
                    <a:pt x="534" y="397"/>
                  </a:cubicBezTo>
                  <a:cubicBezTo>
                    <a:pt x="552" y="397"/>
                    <a:pt x="567" y="383"/>
                    <a:pt x="567" y="365"/>
                  </a:cubicBezTo>
                  <a:cubicBezTo>
                    <a:pt x="567" y="33"/>
                    <a:pt x="567" y="33"/>
                    <a:pt x="567" y="33"/>
                  </a:cubicBezTo>
                  <a:cubicBezTo>
                    <a:pt x="567" y="15"/>
                    <a:pt x="552" y="0"/>
                    <a:pt x="534" y="0"/>
                  </a:cubicBezTo>
                  <a:close/>
                  <a:moveTo>
                    <a:pt x="534" y="364"/>
                  </a:moveTo>
                  <a:cubicBezTo>
                    <a:pt x="33" y="365"/>
                    <a:pt x="33" y="365"/>
                    <a:pt x="33" y="365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534" y="33"/>
                    <a:pt x="534" y="33"/>
                    <a:pt x="534" y="33"/>
                  </a:cubicBezTo>
                  <a:lnTo>
                    <a:pt x="534" y="364"/>
                  </a:lnTo>
                  <a:close/>
                  <a:moveTo>
                    <a:pt x="534" y="364"/>
                  </a:moveTo>
                  <a:cubicBezTo>
                    <a:pt x="534" y="364"/>
                    <a:pt x="534" y="364"/>
                    <a:pt x="534" y="36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" name="Google Shape;1456;p35"/>
            <p:cNvSpPr/>
            <p:nvPr/>
          </p:nvSpPr>
          <p:spPr>
            <a:xfrm>
              <a:off x="3122160" y="5918967"/>
              <a:ext cx="127000" cy="115887"/>
            </a:xfrm>
            <a:custGeom>
              <a:avLst/>
              <a:gdLst/>
              <a:ahLst/>
              <a:cxnLst/>
              <a:rect l="l" t="t" r="r" b="b"/>
              <a:pathLst>
                <a:path w="164" h="149" extrusionOk="0">
                  <a:moveTo>
                    <a:pt x="28" y="29"/>
                  </a:moveTo>
                  <a:cubicBezTo>
                    <a:pt x="45" y="149"/>
                    <a:pt x="45" y="149"/>
                    <a:pt x="45" y="149"/>
                  </a:cubicBezTo>
                  <a:cubicBezTo>
                    <a:pt x="86" y="149"/>
                    <a:pt x="86" y="149"/>
                    <a:pt x="86" y="149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3" y="79"/>
                    <a:pt x="79" y="88"/>
                    <a:pt x="75" y="96"/>
                  </a:cubicBezTo>
                  <a:cubicBezTo>
                    <a:pt x="75" y="88"/>
                    <a:pt x="74" y="79"/>
                    <a:pt x="73" y="71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" y="54"/>
                    <a:pt x="69" y="54"/>
                    <a:pt x="69" y="54"/>
                  </a:cubicBezTo>
                  <a:lnTo>
                    <a:pt x="28" y="29"/>
                  </a:lnTo>
                  <a:close/>
                  <a:moveTo>
                    <a:pt x="28" y="29"/>
                  </a:moveTo>
                  <a:cubicBezTo>
                    <a:pt x="28" y="29"/>
                    <a:pt x="28" y="29"/>
                    <a:pt x="28" y="29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" name="Google Shape;1457;p35"/>
            <p:cNvSpPr/>
            <p:nvPr/>
          </p:nvSpPr>
          <p:spPr>
            <a:xfrm>
              <a:off x="3242810" y="5918967"/>
              <a:ext cx="50800" cy="115887"/>
            </a:xfrm>
            <a:custGeom>
              <a:avLst/>
              <a:gdLst/>
              <a:ahLst/>
              <a:cxnLst/>
              <a:rect l="l" t="t" r="r" b="b"/>
              <a:pathLst>
                <a:path w="32" h="73" extrusionOk="0">
                  <a:moveTo>
                    <a:pt x="19" y="73"/>
                  </a:moveTo>
                  <a:lnTo>
                    <a:pt x="32" y="0"/>
                  </a:lnTo>
                  <a:lnTo>
                    <a:pt x="14" y="0"/>
                  </a:lnTo>
                  <a:lnTo>
                    <a:pt x="0" y="73"/>
                  </a:lnTo>
                  <a:lnTo>
                    <a:pt x="19" y="73"/>
                  </a:lnTo>
                  <a:close/>
                  <a:moveTo>
                    <a:pt x="19" y="73"/>
                  </a:moveTo>
                  <a:lnTo>
                    <a:pt x="19" y="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" name="Google Shape;1458;p35"/>
            <p:cNvSpPr/>
            <p:nvPr/>
          </p:nvSpPr>
          <p:spPr>
            <a:xfrm>
              <a:off x="3242810" y="5918967"/>
              <a:ext cx="50800" cy="115887"/>
            </a:xfrm>
            <a:custGeom>
              <a:avLst/>
              <a:gdLst/>
              <a:ahLst/>
              <a:cxnLst/>
              <a:rect l="l" t="t" r="r" b="b"/>
              <a:pathLst>
                <a:path w="32" h="73" extrusionOk="0">
                  <a:moveTo>
                    <a:pt x="19" y="73"/>
                  </a:moveTo>
                  <a:lnTo>
                    <a:pt x="32" y="0"/>
                  </a:lnTo>
                  <a:lnTo>
                    <a:pt x="14" y="0"/>
                  </a:lnTo>
                  <a:lnTo>
                    <a:pt x="0" y="73"/>
                  </a:lnTo>
                  <a:lnTo>
                    <a:pt x="19" y="73"/>
                  </a:lnTo>
                  <a:moveTo>
                    <a:pt x="19" y="73"/>
                  </a:moveTo>
                  <a:lnTo>
                    <a:pt x="19" y="73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" name="Google Shape;1459;p35"/>
            <p:cNvSpPr/>
            <p:nvPr/>
          </p:nvSpPr>
          <p:spPr>
            <a:xfrm>
              <a:off x="3287260" y="5917380"/>
              <a:ext cx="90488" cy="119062"/>
            </a:xfrm>
            <a:custGeom>
              <a:avLst/>
              <a:gdLst/>
              <a:ahLst/>
              <a:cxnLst/>
              <a:rect l="l" t="t" r="r" b="b"/>
              <a:pathLst>
                <a:path w="117" h="154" extrusionOk="0">
                  <a:moveTo>
                    <a:pt x="3" y="143"/>
                  </a:moveTo>
                  <a:cubicBezTo>
                    <a:pt x="12" y="149"/>
                    <a:pt x="28" y="154"/>
                    <a:pt x="46" y="154"/>
                  </a:cubicBezTo>
                  <a:cubicBezTo>
                    <a:pt x="83" y="154"/>
                    <a:pt x="107" y="133"/>
                    <a:pt x="107" y="102"/>
                  </a:cubicBezTo>
                  <a:cubicBezTo>
                    <a:pt x="107" y="85"/>
                    <a:pt x="97" y="71"/>
                    <a:pt x="77" y="61"/>
                  </a:cubicBezTo>
                  <a:cubicBezTo>
                    <a:pt x="66" y="55"/>
                    <a:pt x="59" y="50"/>
                    <a:pt x="59" y="45"/>
                  </a:cubicBezTo>
                  <a:cubicBezTo>
                    <a:pt x="59" y="40"/>
                    <a:pt x="64" y="34"/>
                    <a:pt x="77" y="34"/>
                  </a:cubicBezTo>
                  <a:cubicBezTo>
                    <a:pt x="89" y="34"/>
                    <a:pt x="98" y="39"/>
                    <a:pt x="100" y="40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04" y="2"/>
                    <a:pt x="93" y="0"/>
                    <a:pt x="78" y="0"/>
                  </a:cubicBezTo>
                  <a:cubicBezTo>
                    <a:pt x="43" y="0"/>
                    <a:pt x="19" y="21"/>
                    <a:pt x="19" y="50"/>
                  </a:cubicBezTo>
                  <a:cubicBezTo>
                    <a:pt x="19" y="71"/>
                    <a:pt x="35" y="83"/>
                    <a:pt x="50" y="91"/>
                  </a:cubicBezTo>
                  <a:cubicBezTo>
                    <a:pt x="64" y="98"/>
                    <a:pt x="67" y="102"/>
                    <a:pt x="67" y="107"/>
                  </a:cubicBezTo>
                  <a:cubicBezTo>
                    <a:pt x="67" y="116"/>
                    <a:pt x="57" y="119"/>
                    <a:pt x="49" y="119"/>
                  </a:cubicBezTo>
                  <a:cubicBezTo>
                    <a:pt x="38" y="119"/>
                    <a:pt x="27" y="116"/>
                    <a:pt x="18" y="111"/>
                  </a:cubicBezTo>
                  <a:cubicBezTo>
                    <a:pt x="13" y="108"/>
                    <a:pt x="13" y="108"/>
                    <a:pt x="13" y="108"/>
                  </a:cubicBezTo>
                  <a:cubicBezTo>
                    <a:pt x="0" y="141"/>
                    <a:pt x="0" y="141"/>
                    <a:pt x="0" y="141"/>
                  </a:cubicBezTo>
                  <a:lnTo>
                    <a:pt x="3" y="143"/>
                  </a:lnTo>
                  <a:close/>
                  <a:moveTo>
                    <a:pt x="3" y="143"/>
                  </a:moveTo>
                  <a:cubicBezTo>
                    <a:pt x="3" y="143"/>
                    <a:pt x="3" y="143"/>
                    <a:pt x="3" y="14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" name="Google Shape;1460;p35"/>
            <p:cNvSpPr/>
            <p:nvPr/>
          </p:nvSpPr>
          <p:spPr>
            <a:xfrm>
              <a:off x="3368222" y="5918967"/>
              <a:ext cx="104775" cy="115887"/>
            </a:xfrm>
            <a:custGeom>
              <a:avLst/>
              <a:gdLst/>
              <a:ahLst/>
              <a:cxnLst/>
              <a:rect l="l" t="t" r="r" b="b"/>
              <a:pathLst>
                <a:path w="136" h="149" extrusionOk="0">
                  <a:moveTo>
                    <a:pt x="42" y="149"/>
                  </a:moveTo>
                  <a:cubicBezTo>
                    <a:pt x="59" y="113"/>
                    <a:pt x="59" y="113"/>
                    <a:pt x="59" y="113"/>
                  </a:cubicBezTo>
                  <a:cubicBezTo>
                    <a:pt x="92" y="113"/>
                    <a:pt x="92" y="113"/>
                    <a:pt x="92" y="113"/>
                  </a:cubicBezTo>
                  <a:cubicBezTo>
                    <a:pt x="95" y="149"/>
                    <a:pt x="95" y="149"/>
                    <a:pt x="95" y="149"/>
                  </a:cubicBezTo>
                  <a:cubicBezTo>
                    <a:pt x="136" y="149"/>
                    <a:pt x="136" y="149"/>
                    <a:pt x="136" y="149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0" y="149"/>
                    <a:pt x="0" y="149"/>
                    <a:pt x="0" y="149"/>
                  </a:cubicBezTo>
                  <a:lnTo>
                    <a:pt x="42" y="149"/>
                  </a:lnTo>
                  <a:close/>
                  <a:moveTo>
                    <a:pt x="82" y="57"/>
                  </a:moveTo>
                  <a:cubicBezTo>
                    <a:pt x="84" y="54"/>
                    <a:pt x="86" y="50"/>
                    <a:pt x="87" y="46"/>
                  </a:cubicBezTo>
                  <a:cubicBezTo>
                    <a:pt x="87" y="50"/>
                    <a:pt x="88" y="53"/>
                    <a:pt x="88" y="56"/>
                  </a:cubicBezTo>
                  <a:cubicBezTo>
                    <a:pt x="90" y="81"/>
                    <a:pt x="90" y="81"/>
                    <a:pt x="90" y="81"/>
                  </a:cubicBezTo>
                  <a:cubicBezTo>
                    <a:pt x="71" y="81"/>
                    <a:pt x="71" y="81"/>
                    <a:pt x="71" y="81"/>
                  </a:cubicBezTo>
                  <a:lnTo>
                    <a:pt x="82" y="57"/>
                  </a:lnTo>
                  <a:close/>
                  <a:moveTo>
                    <a:pt x="82" y="57"/>
                  </a:moveTo>
                  <a:cubicBezTo>
                    <a:pt x="82" y="57"/>
                    <a:pt x="82" y="57"/>
                    <a:pt x="82" y="5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1" name="Google Shape;1461;p35"/>
          <p:cNvSpPr/>
          <p:nvPr/>
        </p:nvSpPr>
        <p:spPr>
          <a:xfrm>
            <a:off x="3859421" y="1343476"/>
            <a:ext cx="407988" cy="407987"/>
          </a:xfrm>
          <a:custGeom>
            <a:avLst/>
            <a:gdLst/>
            <a:ahLst/>
            <a:cxnLst/>
            <a:rect l="l" t="t" r="r" b="b"/>
            <a:pathLst>
              <a:path w="527" h="528" extrusionOk="0">
                <a:moveTo>
                  <a:pt x="516" y="422"/>
                </a:moveTo>
                <a:cubicBezTo>
                  <a:pt x="359" y="264"/>
                  <a:pt x="359" y="264"/>
                  <a:pt x="359" y="264"/>
                </a:cubicBezTo>
                <a:cubicBezTo>
                  <a:pt x="516" y="106"/>
                  <a:pt x="516" y="106"/>
                  <a:pt x="516" y="106"/>
                </a:cubicBezTo>
                <a:cubicBezTo>
                  <a:pt x="527" y="95"/>
                  <a:pt x="527" y="77"/>
                  <a:pt x="516" y="66"/>
                </a:cubicBezTo>
                <a:cubicBezTo>
                  <a:pt x="462" y="11"/>
                  <a:pt x="462" y="11"/>
                  <a:pt x="462" y="11"/>
                </a:cubicBezTo>
                <a:cubicBezTo>
                  <a:pt x="451" y="0"/>
                  <a:pt x="432" y="0"/>
                  <a:pt x="421" y="11"/>
                </a:cubicBezTo>
                <a:cubicBezTo>
                  <a:pt x="263" y="169"/>
                  <a:pt x="263" y="169"/>
                  <a:pt x="263" y="169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95" y="0"/>
                  <a:pt x="76" y="0"/>
                  <a:pt x="65" y="11"/>
                </a:cubicBezTo>
                <a:cubicBezTo>
                  <a:pt x="11" y="66"/>
                  <a:pt x="11" y="66"/>
                  <a:pt x="11" y="66"/>
                </a:cubicBezTo>
                <a:cubicBezTo>
                  <a:pt x="0" y="77"/>
                  <a:pt x="0" y="95"/>
                  <a:pt x="11" y="106"/>
                </a:cubicBezTo>
                <a:cubicBezTo>
                  <a:pt x="169" y="264"/>
                  <a:pt x="169" y="264"/>
                  <a:pt x="169" y="264"/>
                </a:cubicBezTo>
                <a:cubicBezTo>
                  <a:pt x="11" y="422"/>
                  <a:pt x="11" y="422"/>
                  <a:pt x="11" y="422"/>
                </a:cubicBezTo>
                <a:cubicBezTo>
                  <a:pt x="0" y="433"/>
                  <a:pt x="0" y="451"/>
                  <a:pt x="11" y="462"/>
                </a:cubicBezTo>
                <a:cubicBezTo>
                  <a:pt x="65" y="517"/>
                  <a:pt x="65" y="517"/>
                  <a:pt x="65" y="517"/>
                </a:cubicBezTo>
                <a:cubicBezTo>
                  <a:pt x="76" y="528"/>
                  <a:pt x="95" y="528"/>
                  <a:pt x="106" y="517"/>
                </a:cubicBezTo>
                <a:cubicBezTo>
                  <a:pt x="264" y="359"/>
                  <a:pt x="264" y="359"/>
                  <a:pt x="264" y="359"/>
                </a:cubicBezTo>
                <a:cubicBezTo>
                  <a:pt x="421" y="517"/>
                  <a:pt x="421" y="517"/>
                  <a:pt x="421" y="517"/>
                </a:cubicBezTo>
                <a:cubicBezTo>
                  <a:pt x="432" y="528"/>
                  <a:pt x="451" y="528"/>
                  <a:pt x="462" y="517"/>
                </a:cubicBezTo>
                <a:cubicBezTo>
                  <a:pt x="516" y="462"/>
                  <a:pt x="516" y="462"/>
                  <a:pt x="516" y="462"/>
                </a:cubicBezTo>
                <a:cubicBezTo>
                  <a:pt x="527" y="451"/>
                  <a:pt x="527" y="433"/>
                  <a:pt x="516" y="422"/>
                </a:cubicBezTo>
                <a:close/>
                <a:moveTo>
                  <a:pt x="516" y="422"/>
                </a:moveTo>
                <a:cubicBezTo>
                  <a:pt x="516" y="422"/>
                  <a:pt x="516" y="422"/>
                  <a:pt x="516" y="422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Google Shape;1462;p35"/>
          <p:cNvSpPr/>
          <p:nvPr/>
        </p:nvSpPr>
        <p:spPr>
          <a:xfrm>
            <a:off x="6261285" y="620595"/>
            <a:ext cx="441325" cy="341312"/>
          </a:xfrm>
          <a:custGeom>
            <a:avLst/>
            <a:gdLst/>
            <a:ahLst/>
            <a:cxnLst/>
            <a:rect l="l" t="t" r="r" b="b"/>
            <a:pathLst>
              <a:path w="570" h="441" extrusionOk="0">
                <a:moveTo>
                  <a:pt x="413" y="0"/>
                </a:moveTo>
                <a:cubicBezTo>
                  <a:pt x="255" y="0"/>
                  <a:pt x="255" y="0"/>
                  <a:pt x="255" y="0"/>
                </a:cubicBezTo>
                <a:cubicBezTo>
                  <a:pt x="255" y="63"/>
                  <a:pt x="255" y="63"/>
                  <a:pt x="255" y="63"/>
                </a:cubicBezTo>
                <a:cubicBezTo>
                  <a:pt x="413" y="63"/>
                  <a:pt x="413" y="63"/>
                  <a:pt x="413" y="63"/>
                </a:cubicBezTo>
                <a:cubicBezTo>
                  <a:pt x="465" y="63"/>
                  <a:pt x="507" y="106"/>
                  <a:pt x="507" y="158"/>
                </a:cubicBezTo>
                <a:cubicBezTo>
                  <a:pt x="507" y="210"/>
                  <a:pt x="465" y="252"/>
                  <a:pt x="413" y="252"/>
                </a:cubicBezTo>
                <a:cubicBezTo>
                  <a:pt x="111" y="252"/>
                  <a:pt x="111" y="252"/>
                  <a:pt x="111" y="252"/>
                </a:cubicBezTo>
                <a:cubicBezTo>
                  <a:pt x="192" y="171"/>
                  <a:pt x="192" y="171"/>
                  <a:pt x="192" y="171"/>
                </a:cubicBezTo>
                <a:cubicBezTo>
                  <a:pt x="148" y="126"/>
                  <a:pt x="148" y="126"/>
                  <a:pt x="148" y="126"/>
                </a:cubicBezTo>
                <a:cubicBezTo>
                  <a:pt x="13" y="261"/>
                  <a:pt x="13" y="261"/>
                  <a:pt x="13" y="261"/>
                </a:cubicBezTo>
                <a:cubicBezTo>
                  <a:pt x="0" y="274"/>
                  <a:pt x="0" y="294"/>
                  <a:pt x="13" y="306"/>
                </a:cubicBezTo>
                <a:cubicBezTo>
                  <a:pt x="148" y="441"/>
                  <a:pt x="148" y="441"/>
                  <a:pt x="148" y="441"/>
                </a:cubicBezTo>
                <a:cubicBezTo>
                  <a:pt x="192" y="397"/>
                  <a:pt x="192" y="397"/>
                  <a:pt x="192" y="397"/>
                </a:cubicBezTo>
                <a:cubicBezTo>
                  <a:pt x="111" y="315"/>
                  <a:pt x="111" y="315"/>
                  <a:pt x="111" y="315"/>
                </a:cubicBezTo>
                <a:cubicBezTo>
                  <a:pt x="413" y="315"/>
                  <a:pt x="413" y="315"/>
                  <a:pt x="413" y="315"/>
                </a:cubicBezTo>
                <a:cubicBezTo>
                  <a:pt x="500" y="315"/>
                  <a:pt x="570" y="245"/>
                  <a:pt x="570" y="158"/>
                </a:cubicBezTo>
                <a:cubicBezTo>
                  <a:pt x="570" y="71"/>
                  <a:pt x="500" y="0"/>
                  <a:pt x="41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1463;p35"/>
          <p:cNvSpPr/>
          <p:nvPr/>
        </p:nvSpPr>
        <p:spPr>
          <a:xfrm>
            <a:off x="10326802" y="2867983"/>
            <a:ext cx="439738" cy="439737"/>
          </a:xfrm>
          <a:custGeom>
            <a:avLst/>
            <a:gdLst/>
            <a:ahLst/>
            <a:cxnLst/>
            <a:rect l="l" t="t" r="r" b="b"/>
            <a:pathLst>
              <a:path w="567" h="567" extrusionOk="0">
                <a:moveTo>
                  <a:pt x="284" y="0"/>
                </a:moveTo>
                <a:cubicBezTo>
                  <a:pt x="127" y="0"/>
                  <a:pt x="0" y="127"/>
                  <a:pt x="0" y="284"/>
                </a:cubicBezTo>
                <a:cubicBezTo>
                  <a:pt x="0" y="440"/>
                  <a:pt x="127" y="567"/>
                  <a:pt x="284" y="567"/>
                </a:cubicBezTo>
                <a:cubicBezTo>
                  <a:pt x="440" y="567"/>
                  <a:pt x="567" y="440"/>
                  <a:pt x="567" y="284"/>
                </a:cubicBezTo>
                <a:cubicBezTo>
                  <a:pt x="567" y="127"/>
                  <a:pt x="440" y="0"/>
                  <a:pt x="284" y="0"/>
                </a:cubicBezTo>
                <a:close/>
                <a:moveTo>
                  <a:pt x="178" y="425"/>
                </a:moveTo>
                <a:cubicBezTo>
                  <a:pt x="178" y="142"/>
                  <a:pt x="178" y="142"/>
                  <a:pt x="178" y="142"/>
                </a:cubicBezTo>
                <a:cubicBezTo>
                  <a:pt x="461" y="284"/>
                  <a:pt x="461" y="284"/>
                  <a:pt x="461" y="284"/>
                </a:cubicBezTo>
                <a:lnTo>
                  <a:pt x="178" y="425"/>
                </a:lnTo>
                <a:close/>
                <a:moveTo>
                  <a:pt x="178" y="425"/>
                </a:moveTo>
                <a:cubicBezTo>
                  <a:pt x="178" y="425"/>
                  <a:pt x="178" y="425"/>
                  <a:pt x="178" y="425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4" name="Google Shape;1464;p35"/>
          <p:cNvGrpSpPr/>
          <p:nvPr/>
        </p:nvGrpSpPr>
        <p:grpSpPr>
          <a:xfrm>
            <a:off x="637548" y="2085460"/>
            <a:ext cx="439738" cy="439737"/>
            <a:chOff x="5916613" y="-5568951"/>
            <a:chExt cx="439738" cy="439737"/>
          </a:xfrm>
          <a:solidFill>
            <a:schemeClr val="bg1">
              <a:lumMod val="85000"/>
            </a:schemeClr>
          </a:solidFill>
        </p:grpSpPr>
        <p:sp>
          <p:nvSpPr>
            <p:cNvPr id="75" name="Google Shape;1465;p35"/>
            <p:cNvSpPr/>
            <p:nvPr/>
          </p:nvSpPr>
          <p:spPr>
            <a:xfrm>
              <a:off x="5916613" y="-5568951"/>
              <a:ext cx="439738" cy="439737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3" y="0"/>
                  </a:moveTo>
                  <a:cubicBezTo>
                    <a:pt x="127" y="0"/>
                    <a:pt x="0" y="127"/>
                    <a:pt x="0" y="283"/>
                  </a:cubicBezTo>
                  <a:cubicBezTo>
                    <a:pt x="0" y="440"/>
                    <a:pt x="127" y="567"/>
                    <a:pt x="283" y="567"/>
                  </a:cubicBezTo>
                  <a:cubicBezTo>
                    <a:pt x="440" y="567"/>
                    <a:pt x="567" y="440"/>
                    <a:pt x="567" y="283"/>
                  </a:cubicBezTo>
                  <a:cubicBezTo>
                    <a:pt x="567" y="127"/>
                    <a:pt x="440" y="0"/>
                    <a:pt x="283" y="0"/>
                  </a:cubicBezTo>
                  <a:close/>
                  <a:moveTo>
                    <a:pt x="283" y="538"/>
                  </a:moveTo>
                  <a:cubicBezTo>
                    <a:pt x="143" y="538"/>
                    <a:pt x="29" y="424"/>
                    <a:pt x="29" y="283"/>
                  </a:cubicBezTo>
                  <a:cubicBezTo>
                    <a:pt x="29" y="143"/>
                    <a:pt x="143" y="29"/>
                    <a:pt x="283" y="29"/>
                  </a:cubicBezTo>
                  <a:cubicBezTo>
                    <a:pt x="424" y="29"/>
                    <a:pt x="538" y="143"/>
                    <a:pt x="538" y="283"/>
                  </a:cubicBezTo>
                  <a:cubicBezTo>
                    <a:pt x="538" y="424"/>
                    <a:pt x="424" y="538"/>
                    <a:pt x="283" y="538"/>
                  </a:cubicBezTo>
                  <a:close/>
                  <a:moveTo>
                    <a:pt x="283" y="538"/>
                  </a:moveTo>
                  <a:cubicBezTo>
                    <a:pt x="283" y="538"/>
                    <a:pt x="283" y="538"/>
                    <a:pt x="283" y="53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" name="Google Shape;1466;p35"/>
            <p:cNvSpPr/>
            <p:nvPr/>
          </p:nvSpPr>
          <p:spPr>
            <a:xfrm>
              <a:off x="6003925" y="-5470526"/>
              <a:ext cx="142875" cy="244475"/>
            </a:xfrm>
            <a:custGeom>
              <a:avLst/>
              <a:gdLst/>
              <a:ahLst/>
              <a:cxnLst/>
              <a:rect l="l" t="t" r="r" b="b"/>
              <a:pathLst>
                <a:path w="183" h="317" extrusionOk="0">
                  <a:moveTo>
                    <a:pt x="166" y="13"/>
                  </a:moveTo>
                  <a:cubicBezTo>
                    <a:pt x="56" y="94"/>
                    <a:pt x="56" y="94"/>
                    <a:pt x="56" y="9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56" y="221"/>
                    <a:pt x="56" y="221"/>
                    <a:pt x="56" y="221"/>
                  </a:cubicBezTo>
                  <a:cubicBezTo>
                    <a:pt x="164" y="300"/>
                    <a:pt x="164" y="300"/>
                    <a:pt x="164" y="300"/>
                  </a:cubicBezTo>
                  <a:cubicBezTo>
                    <a:pt x="164" y="300"/>
                    <a:pt x="183" y="317"/>
                    <a:pt x="183" y="300"/>
                  </a:cubicBezTo>
                  <a:cubicBezTo>
                    <a:pt x="183" y="13"/>
                    <a:pt x="183" y="13"/>
                    <a:pt x="183" y="13"/>
                  </a:cubicBezTo>
                  <a:cubicBezTo>
                    <a:pt x="183" y="0"/>
                    <a:pt x="166" y="13"/>
                    <a:pt x="166" y="13"/>
                  </a:cubicBezTo>
                  <a:close/>
                  <a:moveTo>
                    <a:pt x="166" y="13"/>
                  </a:moveTo>
                  <a:cubicBezTo>
                    <a:pt x="166" y="13"/>
                    <a:pt x="166" y="13"/>
                    <a:pt x="166" y="1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" name="Google Shape;1467;p35"/>
            <p:cNvSpPr/>
            <p:nvPr/>
          </p:nvSpPr>
          <p:spPr>
            <a:xfrm>
              <a:off x="6173788" y="-5421313"/>
              <a:ext cx="49213" cy="142875"/>
            </a:xfrm>
            <a:custGeom>
              <a:avLst/>
              <a:gdLst/>
              <a:ahLst/>
              <a:cxnLst/>
              <a:rect l="l" t="t" r="r" b="b"/>
              <a:pathLst>
                <a:path w="63" h="185" extrusionOk="0">
                  <a:moveTo>
                    <a:pt x="26" y="6"/>
                  </a:moveTo>
                  <a:cubicBezTo>
                    <a:pt x="21" y="0"/>
                    <a:pt x="12" y="0"/>
                    <a:pt x="6" y="6"/>
                  </a:cubicBezTo>
                  <a:cubicBezTo>
                    <a:pt x="0" y="12"/>
                    <a:pt x="0" y="21"/>
                    <a:pt x="6" y="26"/>
                  </a:cubicBezTo>
                  <a:cubicBezTo>
                    <a:pt x="24" y="45"/>
                    <a:pt x="34" y="69"/>
                    <a:pt x="34" y="93"/>
                  </a:cubicBezTo>
                  <a:cubicBezTo>
                    <a:pt x="34" y="118"/>
                    <a:pt x="24" y="142"/>
                    <a:pt x="6" y="161"/>
                  </a:cubicBezTo>
                  <a:cubicBezTo>
                    <a:pt x="0" y="166"/>
                    <a:pt x="0" y="175"/>
                    <a:pt x="6" y="181"/>
                  </a:cubicBezTo>
                  <a:cubicBezTo>
                    <a:pt x="9" y="184"/>
                    <a:pt x="12" y="185"/>
                    <a:pt x="16" y="185"/>
                  </a:cubicBezTo>
                  <a:cubicBezTo>
                    <a:pt x="20" y="185"/>
                    <a:pt x="24" y="184"/>
                    <a:pt x="26" y="181"/>
                  </a:cubicBezTo>
                  <a:cubicBezTo>
                    <a:pt x="50" y="157"/>
                    <a:pt x="63" y="125"/>
                    <a:pt x="63" y="93"/>
                  </a:cubicBezTo>
                  <a:cubicBezTo>
                    <a:pt x="63" y="62"/>
                    <a:pt x="50" y="30"/>
                    <a:pt x="26" y="6"/>
                  </a:cubicBezTo>
                  <a:close/>
                  <a:moveTo>
                    <a:pt x="26" y="6"/>
                  </a:moveTo>
                  <a:cubicBezTo>
                    <a:pt x="26" y="6"/>
                    <a:pt x="26" y="6"/>
                    <a:pt x="26" y="6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" name="Google Shape;1468;p35"/>
            <p:cNvSpPr/>
            <p:nvPr/>
          </p:nvSpPr>
          <p:spPr>
            <a:xfrm>
              <a:off x="6203950" y="-5456238"/>
              <a:ext cx="63500" cy="214312"/>
            </a:xfrm>
            <a:custGeom>
              <a:avLst/>
              <a:gdLst/>
              <a:ahLst/>
              <a:cxnLst/>
              <a:rect l="l" t="t" r="r" b="b"/>
              <a:pathLst>
                <a:path w="82" h="276" extrusionOk="0">
                  <a:moveTo>
                    <a:pt x="6" y="6"/>
                  </a:moveTo>
                  <a:cubicBezTo>
                    <a:pt x="0" y="11"/>
                    <a:pt x="0" y="20"/>
                    <a:pt x="6" y="26"/>
                  </a:cubicBezTo>
                  <a:cubicBezTo>
                    <a:pt x="37" y="57"/>
                    <a:pt x="53" y="98"/>
                    <a:pt x="53" y="138"/>
                  </a:cubicBezTo>
                  <a:cubicBezTo>
                    <a:pt x="53" y="179"/>
                    <a:pt x="37" y="220"/>
                    <a:pt x="6" y="252"/>
                  </a:cubicBezTo>
                  <a:cubicBezTo>
                    <a:pt x="0" y="257"/>
                    <a:pt x="0" y="266"/>
                    <a:pt x="6" y="272"/>
                  </a:cubicBezTo>
                  <a:cubicBezTo>
                    <a:pt x="9" y="275"/>
                    <a:pt x="13" y="276"/>
                    <a:pt x="16" y="276"/>
                  </a:cubicBezTo>
                  <a:cubicBezTo>
                    <a:pt x="20" y="276"/>
                    <a:pt x="24" y="275"/>
                    <a:pt x="26" y="272"/>
                  </a:cubicBezTo>
                  <a:cubicBezTo>
                    <a:pt x="63" y="235"/>
                    <a:pt x="82" y="187"/>
                    <a:pt x="82" y="138"/>
                  </a:cubicBezTo>
                  <a:cubicBezTo>
                    <a:pt x="82" y="90"/>
                    <a:pt x="63" y="42"/>
                    <a:pt x="26" y="6"/>
                  </a:cubicBezTo>
                  <a:cubicBezTo>
                    <a:pt x="21" y="0"/>
                    <a:pt x="12" y="0"/>
                    <a:pt x="6" y="6"/>
                  </a:cubicBezTo>
                  <a:close/>
                  <a:moveTo>
                    <a:pt x="6" y="6"/>
                  </a:moveTo>
                  <a:cubicBezTo>
                    <a:pt x="6" y="6"/>
                    <a:pt x="6" y="6"/>
                    <a:pt x="6" y="6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9" name="Google Shape;1469;p35"/>
          <p:cNvGrpSpPr/>
          <p:nvPr/>
        </p:nvGrpSpPr>
        <p:grpSpPr>
          <a:xfrm>
            <a:off x="9499075" y="2189110"/>
            <a:ext cx="438151" cy="238125"/>
            <a:chOff x="3040062" y="-3360738"/>
            <a:chExt cx="438151" cy="238125"/>
          </a:xfrm>
          <a:solidFill>
            <a:schemeClr val="bg1">
              <a:lumMod val="85000"/>
            </a:schemeClr>
          </a:solidFill>
        </p:grpSpPr>
        <p:sp>
          <p:nvSpPr>
            <p:cNvPr id="80" name="Google Shape;1470;p35"/>
            <p:cNvSpPr/>
            <p:nvPr/>
          </p:nvSpPr>
          <p:spPr>
            <a:xfrm>
              <a:off x="3040062" y="-3335338"/>
              <a:ext cx="133350" cy="187325"/>
            </a:xfrm>
            <a:custGeom>
              <a:avLst/>
              <a:gdLst/>
              <a:ahLst/>
              <a:cxnLst/>
              <a:rect l="l" t="t" r="r" b="b"/>
              <a:pathLst>
                <a:path w="84" h="118" extrusionOk="0">
                  <a:moveTo>
                    <a:pt x="84" y="118"/>
                  </a:moveTo>
                  <a:lnTo>
                    <a:pt x="0" y="72"/>
                  </a:lnTo>
                  <a:lnTo>
                    <a:pt x="0" y="46"/>
                  </a:lnTo>
                  <a:lnTo>
                    <a:pt x="84" y="0"/>
                  </a:lnTo>
                  <a:lnTo>
                    <a:pt x="84" y="30"/>
                  </a:lnTo>
                  <a:lnTo>
                    <a:pt x="25" y="59"/>
                  </a:lnTo>
                  <a:lnTo>
                    <a:pt x="84" y="88"/>
                  </a:lnTo>
                  <a:lnTo>
                    <a:pt x="84" y="118"/>
                  </a:lnTo>
                  <a:close/>
                  <a:moveTo>
                    <a:pt x="84" y="118"/>
                  </a:moveTo>
                  <a:lnTo>
                    <a:pt x="84" y="1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" name="Google Shape;1471;p35"/>
            <p:cNvSpPr/>
            <p:nvPr/>
          </p:nvSpPr>
          <p:spPr>
            <a:xfrm>
              <a:off x="3040062" y="-3335338"/>
              <a:ext cx="133350" cy="187325"/>
            </a:xfrm>
            <a:custGeom>
              <a:avLst/>
              <a:gdLst/>
              <a:ahLst/>
              <a:cxnLst/>
              <a:rect l="l" t="t" r="r" b="b"/>
              <a:pathLst>
                <a:path w="84" h="118" extrusionOk="0">
                  <a:moveTo>
                    <a:pt x="84" y="118"/>
                  </a:moveTo>
                  <a:lnTo>
                    <a:pt x="0" y="72"/>
                  </a:lnTo>
                  <a:lnTo>
                    <a:pt x="0" y="46"/>
                  </a:lnTo>
                  <a:lnTo>
                    <a:pt x="84" y="0"/>
                  </a:lnTo>
                  <a:lnTo>
                    <a:pt x="84" y="30"/>
                  </a:lnTo>
                  <a:lnTo>
                    <a:pt x="25" y="59"/>
                  </a:lnTo>
                  <a:lnTo>
                    <a:pt x="84" y="88"/>
                  </a:lnTo>
                  <a:lnTo>
                    <a:pt x="84" y="118"/>
                  </a:lnTo>
                  <a:moveTo>
                    <a:pt x="84" y="118"/>
                  </a:moveTo>
                  <a:lnTo>
                    <a:pt x="84" y="118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" name="Google Shape;1472;p35"/>
            <p:cNvSpPr/>
            <p:nvPr/>
          </p:nvSpPr>
          <p:spPr>
            <a:xfrm>
              <a:off x="3197225" y="-3360738"/>
              <a:ext cx="115888" cy="238125"/>
            </a:xfrm>
            <a:custGeom>
              <a:avLst/>
              <a:gdLst/>
              <a:ahLst/>
              <a:cxnLst/>
              <a:rect l="l" t="t" r="r" b="b"/>
              <a:pathLst>
                <a:path w="73" h="150" extrusionOk="0">
                  <a:moveTo>
                    <a:pt x="0" y="150"/>
                  </a:moveTo>
                  <a:lnTo>
                    <a:pt x="56" y="0"/>
                  </a:lnTo>
                  <a:lnTo>
                    <a:pt x="73" y="0"/>
                  </a:lnTo>
                  <a:lnTo>
                    <a:pt x="17" y="150"/>
                  </a:lnTo>
                  <a:lnTo>
                    <a:pt x="0" y="150"/>
                  </a:lnTo>
                  <a:close/>
                  <a:moveTo>
                    <a:pt x="0" y="150"/>
                  </a:moveTo>
                  <a:lnTo>
                    <a:pt x="0" y="15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" name="Google Shape;1473;p35"/>
            <p:cNvSpPr/>
            <p:nvPr/>
          </p:nvSpPr>
          <p:spPr>
            <a:xfrm>
              <a:off x="3197225" y="-3360738"/>
              <a:ext cx="115888" cy="238125"/>
            </a:xfrm>
            <a:custGeom>
              <a:avLst/>
              <a:gdLst/>
              <a:ahLst/>
              <a:cxnLst/>
              <a:rect l="l" t="t" r="r" b="b"/>
              <a:pathLst>
                <a:path w="73" h="150" extrusionOk="0">
                  <a:moveTo>
                    <a:pt x="0" y="150"/>
                  </a:moveTo>
                  <a:lnTo>
                    <a:pt x="56" y="0"/>
                  </a:lnTo>
                  <a:lnTo>
                    <a:pt x="73" y="0"/>
                  </a:lnTo>
                  <a:lnTo>
                    <a:pt x="17" y="150"/>
                  </a:lnTo>
                  <a:lnTo>
                    <a:pt x="0" y="150"/>
                  </a:lnTo>
                  <a:moveTo>
                    <a:pt x="0" y="150"/>
                  </a:moveTo>
                  <a:lnTo>
                    <a:pt x="0" y="150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" name="Google Shape;1474;p35"/>
            <p:cNvSpPr/>
            <p:nvPr/>
          </p:nvSpPr>
          <p:spPr>
            <a:xfrm>
              <a:off x="3343275" y="-3335338"/>
              <a:ext cx="134938" cy="187325"/>
            </a:xfrm>
            <a:custGeom>
              <a:avLst/>
              <a:gdLst/>
              <a:ahLst/>
              <a:cxnLst/>
              <a:rect l="l" t="t" r="r" b="b"/>
              <a:pathLst>
                <a:path w="85" h="118" extrusionOk="0">
                  <a:moveTo>
                    <a:pt x="0" y="118"/>
                  </a:moveTo>
                  <a:lnTo>
                    <a:pt x="0" y="88"/>
                  </a:lnTo>
                  <a:lnTo>
                    <a:pt x="59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85" y="46"/>
                  </a:lnTo>
                  <a:lnTo>
                    <a:pt x="85" y="71"/>
                  </a:lnTo>
                  <a:lnTo>
                    <a:pt x="0" y="118"/>
                  </a:lnTo>
                  <a:close/>
                  <a:moveTo>
                    <a:pt x="0" y="118"/>
                  </a:moveTo>
                  <a:lnTo>
                    <a:pt x="0" y="1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" name="Google Shape;1475;p35"/>
            <p:cNvSpPr/>
            <p:nvPr/>
          </p:nvSpPr>
          <p:spPr>
            <a:xfrm>
              <a:off x="3343275" y="-3335338"/>
              <a:ext cx="134938" cy="187325"/>
            </a:xfrm>
            <a:custGeom>
              <a:avLst/>
              <a:gdLst/>
              <a:ahLst/>
              <a:cxnLst/>
              <a:rect l="l" t="t" r="r" b="b"/>
              <a:pathLst>
                <a:path w="85" h="118" extrusionOk="0">
                  <a:moveTo>
                    <a:pt x="0" y="118"/>
                  </a:moveTo>
                  <a:lnTo>
                    <a:pt x="0" y="88"/>
                  </a:lnTo>
                  <a:lnTo>
                    <a:pt x="59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85" y="46"/>
                  </a:lnTo>
                  <a:lnTo>
                    <a:pt x="85" y="71"/>
                  </a:lnTo>
                  <a:lnTo>
                    <a:pt x="0" y="118"/>
                  </a:lnTo>
                  <a:moveTo>
                    <a:pt x="0" y="118"/>
                  </a:moveTo>
                  <a:lnTo>
                    <a:pt x="0" y="118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6" name="Google Shape;1476;p35"/>
          <p:cNvSpPr/>
          <p:nvPr/>
        </p:nvSpPr>
        <p:spPr>
          <a:xfrm>
            <a:off x="9457054" y="3630999"/>
            <a:ext cx="520410" cy="414049"/>
          </a:xfrm>
          <a:custGeom>
            <a:avLst/>
            <a:gdLst/>
            <a:ahLst/>
            <a:cxnLst/>
            <a:rect l="l" t="t" r="r" b="b"/>
            <a:pathLst>
              <a:path w="561" h="445" extrusionOk="0">
                <a:moveTo>
                  <a:pt x="489" y="38"/>
                </a:moveTo>
                <a:cubicBezTo>
                  <a:pt x="485" y="33"/>
                  <a:pt x="480" y="31"/>
                  <a:pt x="475" y="32"/>
                </a:cubicBezTo>
                <a:cubicBezTo>
                  <a:pt x="475" y="32"/>
                  <a:pt x="474" y="32"/>
                  <a:pt x="474" y="32"/>
                </a:cubicBezTo>
                <a:cubicBezTo>
                  <a:pt x="261" y="1"/>
                  <a:pt x="261" y="1"/>
                  <a:pt x="261" y="1"/>
                </a:cubicBezTo>
                <a:cubicBezTo>
                  <a:pt x="258" y="0"/>
                  <a:pt x="256" y="1"/>
                  <a:pt x="254" y="1"/>
                </a:cubicBezTo>
                <a:cubicBezTo>
                  <a:pt x="83" y="64"/>
                  <a:pt x="83" y="64"/>
                  <a:pt x="83" y="64"/>
                </a:cubicBezTo>
                <a:cubicBezTo>
                  <a:pt x="83" y="64"/>
                  <a:pt x="83" y="64"/>
                  <a:pt x="82" y="64"/>
                </a:cubicBezTo>
                <a:cubicBezTo>
                  <a:pt x="82" y="64"/>
                  <a:pt x="82" y="64"/>
                  <a:pt x="82" y="64"/>
                </a:cubicBezTo>
                <a:cubicBezTo>
                  <a:pt x="81" y="65"/>
                  <a:pt x="80" y="65"/>
                  <a:pt x="79" y="66"/>
                </a:cubicBezTo>
                <a:cubicBezTo>
                  <a:pt x="79" y="66"/>
                  <a:pt x="79" y="66"/>
                  <a:pt x="79" y="67"/>
                </a:cubicBezTo>
                <a:cubicBezTo>
                  <a:pt x="78" y="67"/>
                  <a:pt x="77" y="68"/>
                  <a:pt x="76" y="69"/>
                </a:cubicBezTo>
                <a:cubicBezTo>
                  <a:pt x="76" y="69"/>
                  <a:pt x="76" y="69"/>
                  <a:pt x="76" y="69"/>
                </a:cubicBezTo>
                <a:cubicBezTo>
                  <a:pt x="4" y="168"/>
                  <a:pt x="4" y="168"/>
                  <a:pt x="4" y="168"/>
                </a:cubicBezTo>
                <a:cubicBezTo>
                  <a:pt x="1" y="172"/>
                  <a:pt x="0" y="177"/>
                  <a:pt x="2" y="181"/>
                </a:cubicBezTo>
                <a:cubicBezTo>
                  <a:pt x="4" y="185"/>
                  <a:pt x="7" y="189"/>
                  <a:pt x="12" y="190"/>
                </a:cubicBezTo>
                <a:cubicBezTo>
                  <a:pt x="74" y="206"/>
                  <a:pt x="74" y="206"/>
                  <a:pt x="74" y="206"/>
                </a:cubicBezTo>
                <a:cubicBezTo>
                  <a:pt x="74" y="361"/>
                  <a:pt x="74" y="361"/>
                  <a:pt x="74" y="361"/>
                </a:cubicBezTo>
                <a:cubicBezTo>
                  <a:pt x="74" y="367"/>
                  <a:pt x="78" y="373"/>
                  <a:pt x="84" y="375"/>
                </a:cubicBezTo>
                <a:cubicBezTo>
                  <a:pt x="314" y="445"/>
                  <a:pt x="314" y="445"/>
                  <a:pt x="314" y="445"/>
                </a:cubicBezTo>
                <a:cubicBezTo>
                  <a:pt x="314" y="445"/>
                  <a:pt x="314" y="445"/>
                  <a:pt x="314" y="445"/>
                </a:cubicBezTo>
                <a:cubicBezTo>
                  <a:pt x="315" y="445"/>
                  <a:pt x="317" y="445"/>
                  <a:pt x="318" y="445"/>
                </a:cubicBezTo>
                <a:cubicBezTo>
                  <a:pt x="318" y="445"/>
                  <a:pt x="318" y="445"/>
                  <a:pt x="318" y="445"/>
                </a:cubicBezTo>
                <a:cubicBezTo>
                  <a:pt x="319" y="445"/>
                  <a:pt x="321" y="445"/>
                  <a:pt x="322" y="445"/>
                </a:cubicBezTo>
                <a:cubicBezTo>
                  <a:pt x="323" y="445"/>
                  <a:pt x="323" y="444"/>
                  <a:pt x="323" y="444"/>
                </a:cubicBezTo>
                <a:cubicBezTo>
                  <a:pt x="324" y="444"/>
                  <a:pt x="324" y="444"/>
                  <a:pt x="325" y="444"/>
                </a:cubicBezTo>
                <a:cubicBezTo>
                  <a:pt x="490" y="352"/>
                  <a:pt x="490" y="352"/>
                  <a:pt x="490" y="352"/>
                </a:cubicBezTo>
                <a:cubicBezTo>
                  <a:pt x="494" y="350"/>
                  <a:pt x="497" y="345"/>
                  <a:pt x="497" y="340"/>
                </a:cubicBezTo>
                <a:cubicBezTo>
                  <a:pt x="497" y="185"/>
                  <a:pt x="497" y="185"/>
                  <a:pt x="497" y="185"/>
                </a:cubicBezTo>
                <a:cubicBezTo>
                  <a:pt x="553" y="158"/>
                  <a:pt x="553" y="158"/>
                  <a:pt x="553" y="158"/>
                </a:cubicBezTo>
                <a:cubicBezTo>
                  <a:pt x="556" y="156"/>
                  <a:pt x="559" y="153"/>
                  <a:pt x="560" y="149"/>
                </a:cubicBezTo>
                <a:cubicBezTo>
                  <a:pt x="561" y="145"/>
                  <a:pt x="561" y="141"/>
                  <a:pt x="558" y="137"/>
                </a:cubicBezTo>
                <a:lnTo>
                  <a:pt x="489" y="38"/>
                </a:lnTo>
                <a:close/>
                <a:moveTo>
                  <a:pt x="260" y="29"/>
                </a:moveTo>
                <a:cubicBezTo>
                  <a:pt x="427" y="54"/>
                  <a:pt x="427" y="54"/>
                  <a:pt x="427" y="54"/>
                </a:cubicBezTo>
                <a:cubicBezTo>
                  <a:pt x="316" y="105"/>
                  <a:pt x="316" y="105"/>
                  <a:pt x="316" y="105"/>
                </a:cubicBezTo>
                <a:cubicBezTo>
                  <a:pt x="141" y="73"/>
                  <a:pt x="141" y="73"/>
                  <a:pt x="141" y="73"/>
                </a:cubicBezTo>
                <a:lnTo>
                  <a:pt x="260" y="29"/>
                </a:lnTo>
                <a:close/>
                <a:moveTo>
                  <a:pt x="94" y="93"/>
                </a:moveTo>
                <a:cubicBezTo>
                  <a:pt x="294" y="130"/>
                  <a:pt x="294" y="130"/>
                  <a:pt x="294" y="130"/>
                </a:cubicBezTo>
                <a:cubicBezTo>
                  <a:pt x="235" y="218"/>
                  <a:pt x="235" y="218"/>
                  <a:pt x="235" y="218"/>
                </a:cubicBezTo>
                <a:cubicBezTo>
                  <a:pt x="39" y="168"/>
                  <a:pt x="39" y="168"/>
                  <a:pt x="39" y="168"/>
                </a:cubicBezTo>
                <a:lnTo>
                  <a:pt x="94" y="93"/>
                </a:lnTo>
                <a:close/>
                <a:moveTo>
                  <a:pt x="103" y="351"/>
                </a:moveTo>
                <a:cubicBezTo>
                  <a:pt x="103" y="213"/>
                  <a:pt x="103" y="213"/>
                  <a:pt x="103" y="213"/>
                </a:cubicBezTo>
                <a:cubicBezTo>
                  <a:pt x="238" y="248"/>
                  <a:pt x="238" y="248"/>
                  <a:pt x="238" y="248"/>
                </a:cubicBezTo>
                <a:cubicBezTo>
                  <a:pt x="239" y="249"/>
                  <a:pt x="240" y="249"/>
                  <a:pt x="242" y="249"/>
                </a:cubicBezTo>
                <a:cubicBezTo>
                  <a:pt x="246" y="249"/>
                  <a:pt x="251" y="247"/>
                  <a:pt x="253" y="243"/>
                </a:cubicBezTo>
                <a:cubicBezTo>
                  <a:pt x="304" y="167"/>
                  <a:pt x="304" y="167"/>
                  <a:pt x="304" y="167"/>
                </a:cubicBezTo>
                <a:cubicBezTo>
                  <a:pt x="304" y="412"/>
                  <a:pt x="304" y="412"/>
                  <a:pt x="304" y="412"/>
                </a:cubicBezTo>
                <a:lnTo>
                  <a:pt x="103" y="351"/>
                </a:lnTo>
                <a:close/>
                <a:moveTo>
                  <a:pt x="469" y="332"/>
                </a:moveTo>
                <a:cubicBezTo>
                  <a:pt x="332" y="407"/>
                  <a:pt x="332" y="407"/>
                  <a:pt x="332" y="407"/>
                </a:cubicBezTo>
                <a:cubicBezTo>
                  <a:pt x="332" y="183"/>
                  <a:pt x="332" y="183"/>
                  <a:pt x="332" y="183"/>
                </a:cubicBezTo>
                <a:cubicBezTo>
                  <a:pt x="357" y="236"/>
                  <a:pt x="357" y="236"/>
                  <a:pt x="357" y="236"/>
                </a:cubicBezTo>
                <a:cubicBezTo>
                  <a:pt x="359" y="240"/>
                  <a:pt x="362" y="242"/>
                  <a:pt x="365" y="243"/>
                </a:cubicBezTo>
                <a:cubicBezTo>
                  <a:pt x="367" y="244"/>
                  <a:pt x="368" y="244"/>
                  <a:pt x="370" y="244"/>
                </a:cubicBezTo>
                <a:cubicBezTo>
                  <a:pt x="372" y="244"/>
                  <a:pt x="374" y="244"/>
                  <a:pt x="376" y="243"/>
                </a:cubicBezTo>
                <a:cubicBezTo>
                  <a:pt x="469" y="199"/>
                  <a:pt x="469" y="199"/>
                  <a:pt x="469" y="199"/>
                </a:cubicBezTo>
                <a:lnTo>
                  <a:pt x="469" y="332"/>
                </a:lnTo>
                <a:close/>
                <a:moveTo>
                  <a:pt x="377" y="211"/>
                </a:moveTo>
                <a:cubicBezTo>
                  <a:pt x="337" y="127"/>
                  <a:pt x="337" y="127"/>
                  <a:pt x="337" y="127"/>
                </a:cubicBezTo>
                <a:cubicBezTo>
                  <a:pt x="472" y="64"/>
                  <a:pt x="472" y="64"/>
                  <a:pt x="472" y="64"/>
                </a:cubicBezTo>
                <a:cubicBezTo>
                  <a:pt x="525" y="140"/>
                  <a:pt x="525" y="140"/>
                  <a:pt x="525" y="140"/>
                </a:cubicBezTo>
                <a:lnTo>
                  <a:pt x="377" y="211"/>
                </a:lnTo>
                <a:close/>
                <a:moveTo>
                  <a:pt x="377" y="211"/>
                </a:moveTo>
                <a:cubicBezTo>
                  <a:pt x="377" y="211"/>
                  <a:pt x="377" y="211"/>
                  <a:pt x="377" y="211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7" name="Google Shape;1477;p35"/>
          <p:cNvGrpSpPr/>
          <p:nvPr/>
        </p:nvGrpSpPr>
        <p:grpSpPr>
          <a:xfrm>
            <a:off x="7898371" y="2121752"/>
            <a:ext cx="438150" cy="354012"/>
            <a:chOff x="5224463" y="-4911726"/>
            <a:chExt cx="438150" cy="354012"/>
          </a:xfrm>
          <a:solidFill>
            <a:schemeClr val="bg1">
              <a:lumMod val="85000"/>
            </a:schemeClr>
          </a:solidFill>
        </p:grpSpPr>
        <p:sp>
          <p:nvSpPr>
            <p:cNvPr id="88" name="Google Shape;1478;p35"/>
            <p:cNvSpPr/>
            <p:nvPr/>
          </p:nvSpPr>
          <p:spPr>
            <a:xfrm>
              <a:off x="5224463" y="-4911726"/>
              <a:ext cx="438150" cy="234950"/>
            </a:xfrm>
            <a:custGeom>
              <a:avLst/>
              <a:gdLst/>
              <a:ahLst/>
              <a:cxnLst/>
              <a:rect l="l" t="t" r="r" b="b"/>
              <a:pathLst>
                <a:path w="566" h="304" extrusionOk="0">
                  <a:moveTo>
                    <a:pt x="558" y="269"/>
                  </a:moveTo>
                  <a:cubicBezTo>
                    <a:pt x="428" y="138"/>
                    <a:pt x="428" y="138"/>
                    <a:pt x="428" y="138"/>
                  </a:cubicBezTo>
                  <a:cubicBezTo>
                    <a:pt x="428" y="52"/>
                    <a:pt x="428" y="52"/>
                    <a:pt x="428" y="52"/>
                  </a:cubicBezTo>
                  <a:cubicBezTo>
                    <a:pt x="428" y="41"/>
                    <a:pt x="419" y="33"/>
                    <a:pt x="408" y="33"/>
                  </a:cubicBezTo>
                  <a:cubicBezTo>
                    <a:pt x="398" y="33"/>
                    <a:pt x="389" y="41"/>
                    <a:pt x="389" y="52"/>
                  </a:cubicBezTo>
                  <a:cubicBezTo>
                    <a:pt x="389" y="99"/>
                    <a:pt x="389" y="99"/>
                    <a:pt x="389" y="99"/>
                  </a:cubicBezTo>
                  <a:cubicBezTo>
                    <a:pt x="297" y="7"/>
                    <a:pt x="297" y="7"/>
                    <a:pt x="297" y="7"/>
                  </a:cubicBezTo>
                  <a:cubicBezTo>
                    <a:pt x="289" y="0"/>
                    <a:pt x="277" y="0"/>
                    <a:pt x="269" y="7"/>
                  </a:cubicBezTo>
                  <a:cubicBezTo>
                    <a:pt x="8" y="269"/>
                    <a:pt x="8" y="269"/>
                    <a:pt x="8" y="269"/>
                  </a:cubicBezTo>
                  <a:cubicBezTo>
                    <a:pt x="0" y="276"/>
                    <a:pt x="0" y="288"/>
                    <a:pt x="8" y="296"/>
                  </a:cubicBezTo>
                  <a:cubicBezTo>
                    <a:pt x="15" y="304"/>
                    <a:pt x="28" y="304"/>
                    <a:pt x="35" y="296"/>
                  </a:cubicBezTo>
                  <a:cubicBezTo>
                    <a:pt x="283" y="48"/>
                    <a:pt x="283" y="48"/>
                    <a:pt x="283" y="48"/>
                  </a:cubicBezTo>
                  <a:cubicBezTo>
                    <a:pt x="531" y="296"/>
                    <a:pt x="531" y="296"/>
                    <a:pt x="531" y="296"/>
                  </a:cubicBezTo>
                  <a:cubicBezTo>
                    <a:pt x="535" y="300"/>
                    <a:pt x="540" y="302"/>
                    <a:pt x="545" y="302"/>
                  </a:cubicBezTo>
                  <a:cubicBezTo>
                    <a:pt x="550" y="302"/>
                    <a:pt x="554" y="300"/>
                    <a:pt x="558" y="296"/>
                  </a:cubicBezTo>
                  <a:cubicBezTo>
                    <a:pt x="566" y="288"/>
                    <a:pt x="566" y="276"/>
                    <a:pt x="558" y="269"/>
                  </a:cubicBezTo>
                  <a:close/>
                  <a:moveTo>
                    <a:pt x="558" y="269"/>
                  </a:moveTo>
                  <a:cubicBezTo>
                    <a:pt x="558" y="269"/>
                    <a:pt x="558" y="269"/>
                    <a:pt x="558" y="269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" name="Google Shape;1479;p35"/>
            <p:cNvSpPr/>
            <p:nvPr/>
          </p:nvSpPr>
          <p:spPr>
            <a:xfrm>
              <a:off x="5268913" y="-4851401"/>
              <a:ext cx="349250" cy="293687"/>
            </a:xfrm>
            <a:custGeom>
              <a:avLst/>
              <a:gdLst/>
              <a:ahLst/>
              <a:cxnLst/>
              <a:rect l="l" t="t" r="r" b="b"/>
              <a:pathLst>
                <a:path w="452" h="378" extrusionOk="0">
                  <a:moveTo>
                    <a:pt x="446" y="212"/>
                  </a:moveTo>
                  <a:cubicBezTo>
                    <a:pt x="240" y="6"/>
                    <a:pt x="240" y="6"/>
                    <a:pt x="240" y="6"/>
                  </a:cubicBezTo>
                  <a:cubicBezTo>
                    <a:pt x="236" y="2"/>
                    <a:pt x="231" y="0"/>
                    <a:pt x="226" y="0"/>
                  </a:cubicBezTo>
                  <a:cubicBezTo>
                    <a:pt x="221" y="0"/>
                    <a:pt x="216" y="2"/>
                    <a:pt x="212" y="6"/>
                  </a:cubicBezTo>
                  <a:cubicBezTo>
                    <a:pt x="6" y="212"/>
                    <a:pt x="6" y="212"/>
                    <a:pt x="6" y="212"/>
                  </a:cubicBezTo>
                  <a:cubicBezTo>
                    <a:pt x="4" y="215"/>
                    <a:pt x="2" y="218"/>
                    <a:pt x="1" y="222"/>
                  </a:cubicBezTo>
                  <a:cubicBezTo>
                    <a:pt x="0" y="225"/>
                    <a:pt x="0" y="228"/>
                    <a:pt x="0" y="231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57"/>
                    <a:pt x="21" y="378"/>
                    <a:pt x="47" y="378"/>
                  </a:cubicBezTo>
                  <a:cubicBezTo>
                    <a:pt x="148" y="378"/>
                    <a:pt x="148" y="378"/>
                    <a:pt x="148" y="378"/>
                  </a:cubicBezTo>
                  <a:cubicBezTo>
                    <a:pt x="161" y="378"/>
                    <a:pt x="173" y="373"/>
                    <a:pt x="182" y="363"/>
                  </a:cubicBezTo>
                  <a:cubicBezTo>
                    <a:pt x="190" y="354"/>
                    <a:pt x="195" y="343"/>
                    <a:pt x="195" y="331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40"/>
                    <a:pt x="208" y="225"/>
                    <a:pt x="226" y="223"/>
                  </a:cubicBezTo>
                  <a:cubicBezTo>
                    <a:pt x="244" y="225"/>
                    <a:pt x="258" y="240"/>
                    <a:pt x="258" y="257"/>
                  </a:cubicBezTo>
                  <a:cubicBezTo>
                    <a:pt x="258" y="331"/>
                    <a:pt x="258" y="331"/>
                    <a:pt x="258" y="331"/>
                  </a:cubicBezTo>
                  <a:cubicBezTo>
                    <a:pt x="258" y="343"/>
                    <a:pt x="262" y="354"/>
                    <a:pt x="270" y="363"/>
                  </a:cubicBezTo>
                  <a:cubicBezTo>
                    <a:pt x="279" y="373"/>
                    <a:pt x="291" y="378"/>
                    <a:pt x="304" y="378"/>
                  </a:cubicBezTo>
                  <a:cubicBezTo>
                    <a:pt x="405" y="378"/>
                    <a:pt x="405" y="378"/>
                    <a:pt x="405" y="378"/>
                  </a:cubicBezTo>
                  <a:cubicBezTo>
                    <a:pt x="431" y="378"/>
                    <a:pt x="452" y="357"/>
                    <a:pt x="452" y="331"/>
                  </a:cubicBezTo>
                  <a:cubicBezTo>
                    <a:pt x="452" y="231"/>
                    <a:pt x="452" y="231"/>
                    <a:pt x="452" y="231"/>
                  </a:cubicBezTo>
                  <a:cubicBezTo>
                    <a:pt x="452" y="228"/>
                    <a:pt x="452" y="225"/>
                    <a:pt x="451" y="222"/>
                  </a:cubicBezTo>
                  <a:cubicBezTo>
                    <a:pt x="450" y="218"/>
                    <a:pt x="448" y="215"/>
                    <a:pt x="446" y="212"/>
                  </a:cubicBezTo>
                  <a:close/>
                  <a:moveTo>
                    <a:pt x="446" y="212"/>
                  </a:moveTo>
                  <a:cubicBezTo>
                    <a:pt x="446" y="212"/>
                    <a:pt x="446" y="212"/>
                    <a:pt x="446" y="21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0" name="Google Shape;1480;p35"/>
          <p:cNvSpPr/>
          <p:nvPr/>
        </p:nvSpPr>
        <p:spPr>
          <a:xfrm>
            <a:off x="8712487" y="2175728"/>
            <a:ext cx="441325" cy="279400"/>
          </a:xfrm>
          <a:custGeom>
            <a:avLst/>
            <a:gdLst/>
            <a:ahLst/>
            <a:cxnLst/>
            <a:rect l="l" t="t" r="r" b="b"/>
            <a:pathLst>
              <a:path w="569" h="361" extrusionOk="0">
                <a:moveTo>
                  <a:pt x="543" y="19"/>
                </a:moveTo>
                <a:cubicBezTo>
                  <a:pt x="543" y="19"/>
                  <a:pt x="543" y="19"/>
                  <a:pt x="543" y="19"/>
                </a:cubicBezTo>
                <a:cubicBezTo>
                  <a:pt x="543" y="19"/>
                  <a:pt x="543" y="19"/>
                  <a:pt x="543" y="19"/>
                </a:cubicBezTo>
                <a:cubicBezTo>
                  <a:pt x="530" y="7"/>
                  <a:pt x="512" y="0"/>
                  <a:pt x="493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57" y="0"/>
                  <a:pt x="40" y="7"/>
                  <a:pt x="26" y="19"/>
                </a:cubicBezTo>
                <a:cubicBezTo>
                  <a:pt x="26" y="19"/>
                  <a:pt x="26" y="19"/>
                  <a:pt x="26" y="19"/>
                </a:cubicBezTo>
                <a:cubicBezTo>
                  <a:pt x="26" y="19"/>
                  <a:pt x="26" y="19"/>
                  <a:pt x="26" y="19"/>
                </a:cubicBezTo>
                <a:cubicBezTo>
                  <a:pt x="10" y="33"/>
                  <a:pt x="0" y="53"/>
                  <a:pt x="0" y="76"/>
                </a:cubicBezTo>
                <a:cubicBezTo>
                  <a:pt x="0" y="285"/>
                  <a:pt x="0" y="285"/>
                  <a:pt x="0" y="285"/>
                </a:cubicBezTo>
                <a:cubicBezTo>
                  <a:pt x="0" y="308"/>
                  <a:pt x="10" y="328"/>
                  <a:pt x="26" y="342"/>
                </a:cubicBezTo>
                <a:cubicBezTo>
                  <a:pt x="26" y="342"/>
                  <a:pt x="26" y="342"/>
                  <a:pt x="26" y="342"/>
                </a:cubicBezTo>
                <a:cubicBezTo>
                  <a:pt x="26" y="342"/>
                  <a:pt x="26" y="342"/>
                  <a:pt x="26" y="342"/>
                </a:cubicBezTo>
                <a:cubicBezTo>
                  <a:pt x="40" y="354"/>
                  <a:pt x="57" y="361"/>
                  <a:pt x="76" y="361"/>
                </a:cubicBezTo>
                <a:cubicBezTo>
                  <a:pt x="493" y="361"/>
                  <a:pt x="493" y="361"/>
                  <a:pt x="493" y="361"/>
                </a:cubicBezTo>
                <a:cubicBezTo>
                  <a:pt x="512" y="361"/>
                  <a:pt x="530" y="354"/>
                  <a:pt x="543" y="342"/>
                </a:cubicBezTo>
                <a:cubicBezTo>
                  <a:pt x="543" y="342"/>
                  <a:pt x="543" y="342"/>
                  <a:pt x="543" y="342"/>
                </a:cubicBezTo>
                <a:cubicBezTo>
                  <a:pt x="543" y="342"/>
                  <a:pt x="543" y="342"/>
                  <a:pt x="543" y="342"/>
                </a:cubicBezTo>
                <a:cubicBezTo>
                  <a:pt x="559" y="328"/>
                  <a:pt x="569" y="308"/>
                  <a:pt x="569" y="285"/>
                </a:cubicBezTo>
                <a:cubicBezTo>
                  <a:pt x="569" y="76"/>
                  <a:pt x="569" y="76"/>
                  <a:pt x="569" y="76"/>
                </a:cubicBezTo>
                <a:cubicBezTo>
                  <a:pt x="569" y="53"/>
                  <a:pt x="559" y="33"/>
                  <a:pt x="543" y="19"/>
                </a:cubicBezTo>
                <a:close/>
                <a:moveTo>
                  <a:pt x="493" y="23"/>
                </a:moveTo>
                <a:cubicBezTo>
                  <a:pt x="502" y="23"/>
                  <a:pt x="510" y="25"/>
                  <a:pt x="517" y="29"/>
                </a:cubicBezTo>
                <a:cubicBezTo>
                  <a:pt x="285" y="252"/>
                  <a:pt x="285" y="252"/>
                  <a:pt x="285" y="252"/>
                </a:cubicBezTo>
                <a:cubicBezTo>
                  <a:pt x="52" y="29"/>
                  <a:pt x="52" y="29"/>
                  <a:pt x="52" y="29"/>
                </a:cubicBezTo>
                <a:cubicBezTo>
                  <a:pt x="60" y="25"/>
                  <a:pt x="68" y="23"/>
                  <a:pt x="76" y="23"/>
                </a:cubicBezTo>
                <a:lnTo>
                  <a:pt x="493" y="23"/>
                </a:lnTo>
                <a:close/>
                <a:moveTo>
                  <a:pt x="23" y="76"/>
                </a:moveTo>
                <a:cubicBezTo>
                  <a:pt x="23" y="64"/>
                  <a:pt x="27" y="52"/>
                  <a:pt x="35" y="43"/>
                </a:cubicBezTo>
                <a:cubicBezTo>
                  <a:pt x="177" y="181"/>
                  <a:pt x="177" y="181"/>
                  <a:pt x="177" y="181"/>
                </a:cubicBezTo>
                <a:cubicBezTo>
                  <a:pt x="35" y="318"/>
                  <a:pt x="35" y="318"/>
                  <a:pt x="35" y="318"/>
                </a:cubicBezTo>
                <a:cubicBezTo>
                  <a:pt x="27" y="309"/>
                  <a:pt x="23" y="297"/>
                  <a:pt x="23" y="285"/>
                </a:cubicBezTo>
                <a:lnTo>
                  <a:pt x="23" y="76"/>
                </a:lnTo>
                <a:close/>
                <a:moveTo>
                  <a:pt x="76" y="338"/>
                </a:moveTo>
                <a:cubicBezTo>
                  <a:pt x="68" y="338"/>
                  <a:pt x="60" y="336"/>
                  <a:pt x="52" y="332"/>
                </a:cubicBezTo>
                <a:cubicBezTo>
                  <a:pt x="194" y="196"/>
                  <a:pt x="194" y="196"/>
                  <a:pt x="194" y="196"/>
                </a:cubicBezTo>
                <a:cubicBezTo>
                  <a:pt x="277" y="276"/>
                  <a:pt x="277" y="276"/>
                  <a:pt x="277" y="276"/>
                </a:cubicBezTo>
                <a:cubicBezTo>
                  <a:pt x="279" y="278"/>
                  <a:pt x="282" y="279"/>
                  <a:pt x="285" y="279"/>
                </a:cubicBezTo>
                <a:cubicBezTo>
                  <a:pt x="288" y="279"/>
                  <a:pt x="290" y="278"/>
                  <a:pt x="293" y="276"/>
                </a:cubicBezTo>
                <a:cubicBezTo>
                  <a:pt x="375" y="196"/>
                  <a:pt x="375" y="196"/>
                  <a:pt x="375" y="196"/>
                </a:cubicBezTo>
                <a:cubicBezTo>
                  <a:pt x="517" y="332"/>
                  <a:pt x="517" y="332"/>
                  <a:pt x="517" y="332"/>
                </a:cubicBezTo>
                <a:cubicBezTo>
                  <a:pt x="510" y="336"/>
                  <a:pt x="502" y="338"/>
                  <a:pt x="493" y="338"/>
                </a:cubicBezTo>
                <a:lnTo>
                  <a:pt x="76" y="338"/>
                </a:lnTo>
                <a:close/>
                <a:moveTo>
                  <a:pt x="547" y="285"/>
                </a:moveTo>
                <a:cubicBezTo>
                  <a:pt x="547" y="297"/>
                  <a:pt x="542" y="309"/>
                  <a:pt x="535" y="318"/>
                </a:cubicBezTo>
                <a:cubicBezTo>
                  <a:pt x="392" y="180"/>
                  <a:pt x="392" y="180"/>
                  <a:pt x="392" y="180"/>
                </a:cubicBezTo>
                <a:cubicBezTo>
                  <a:pt x="535" y="43"/>
                  <a:pt x="535" y="43"/>
                  <a:pt x="535" y="43"/>
                </a:cubicBezTo>
                <a:cubicBezTo>
                  <a:pt x="542" y="52"/>
                  <a:pt x="547" y="64"/>
                  <a:pt x="547" y="76"/>
                </a:cubicBezTo>
                <a:lnTo>
                  <a:pt x="547" y="285"/>
                </a:lnTo>
                <a:close/>
                <a:moveTo>
                  <a:pt x="547" y="285"/>
                </a:moveTo>
                <a:cubicBezTo>
                  <a:pt x="547" y="285"/>
                  <a:pt x="547" y="285"/>
                  <a:pt x="547" y="285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1481;p35"/>
          <p:cNvSpPr/>
          <p:nvPr/>
        </p:nvSpPr>
        <p:spPr>
          <a:xfrm>
            <a:off x="4657226" y="2871438"/>
            <a:ext cx="433388" cy="423862"/>
          </a:xfrm>
          <a:custGeom>
            <a:avLst/>
            <a:gdLst/>
            <a:ahLst/>
            <a:cxnLst/>
            <a:rect l="l" t="t" r="r" b="b"/>
            <a:pathLst>
              <a:path w="558" h="547" extrusionOk="0">
                <a:moveTo>
                  <a:pt x="558" y="532"/>
                </a:moveTo>
                <a:cubicBezTo>
                  <a:pt x="558" y="531"/>
                  <a:pt x="558" y="528"/>
                  <a:pt x="558" y="527"/>
                </a:cubicBezTo>
                <a:cubicBezTo>
                  <a:pt x="553" y="169"/>
                  <a:pt x="553" y="169"/>
                  <a:pt x="553" y="169"/>
                </a:cubicBezTo>
                <a:cubicBezTo>
                  <a:pt x="553" y="168"/>
                  <a:pt x="553" y="168"/>
                  <a:pt x="553" y="167"/>
                </a:cubicBezTo>
                <a:cubicBezTo>
                  <a:pt x="553" y="167"/>
                  <a:pt x="553" y="166"/>
                  <a:pt x="553" y="166"/>
                </a:cubicBezTo>
                <a:cubicBezTo>
                  <a:pt x="552" y="165"/>
                  <a:pt x="552" y="163"/>
                  <a:pt x="551" y="162"/>
                </a:cubicBezTo>
                <a:cubicBezTo>
                  <a:pt x="551" y="162"/>
                  <a:pt x="550" y="162"/>
                  <a:pt x="550" y="161"/>
                </a:cubicBezTo>
                <a:cubicBezTo>
                  <a:pt x="549" y="161"/>
                  <a:pt x="549" y="160"/>
                  <a:pt x="548" y="160"/>
                </a:cubicBezTo>
                <a:cubicBezTo>
                  <a:pt x="548" y="160"/>
                  <a:pt x="548" y="159"/>
                  <a:pt x="547" y="159"/>
                </a:cubicBezTo>
                <a:cubicBezTo>
                  <a:pt x="285" y="2"/>
                  <a:pt x="285" y="2"/>
                  <a:pt x="285" y="2"/>
                </a:cubicBezTo>
                <a:cubicBezTo>
                  <a:pt x="284" y="1"/>
                  <a:pt x="284" y="1"/>
                  <a:pt x="283" y="1"/>
                </a:cubicBezTo>
                <a:cubicBezTo>
                  <a:pt x="283" y="1"/>
                  <a:pt x="282" y="0"/>
                  <a:pt x="281" y="0"/>
                </a:cubicBezTo>
                <a:cubicBezTo>
                  <a:pt x="280" y="0"/>
                  <a:pt x="280" y="0"/>
                  <a:pt x="279" y="0"/>
                </a:cubicBezTo>
                <a:cubicBezTo>
                  <a:pt x="278" y="0"/>
                  <a:pt x="277" y="0"/>
                  <a:pt x="277" y="0"/>
                </a:cubicBezTo>
                <a:cubicBezTo>
                  <a:pt x="276" y="0"/>
                  <a:pt x="275" y="1"/>
                  <a:pt x="274" y="1"/>
                </a:cubicBezTo>
                <a:cubicBezTo>
                  <a:pt x="274" y="1"/>
                  <a:pt x="273" y="1"/>
                  <a:pt x="273" y="2"/>
                </a:cubicBezTo>
                <a:cubicBezTo>
                  <a:pt x="9" y="159"/>
                  <a:pt x="9" y="159"/>
                  <a:pt x="9" y="159"/>
                </a:cubicBezTo>
                <a:cubicBezTo>
                  <a:pt x="9" y="159"/>
                  <a:pt x="9" y="159"/>
                  <a:pt x="8" y="160"/>
                </a:cubicBezTo>
                <a:cubicBezTo>
                  <a:pt x="7" y="160"/>
                  <a:pt x="7" y="161"/>
                  <a:pt x="6" y="162"/>
                </a:cubicBezTo>
                <a:cubicBezTo>
                  <a:pt x="6" y="162"/>
                  <a:pt x="6" y="162"/>
                  <a:pt x="5" y="162"/>
                </a:cubicBezTo>
                <a:cubicBezTo>
                  <a:pt x="5" y="163"/>
                  <a:pt x="4" y="165"/>
                  <a:pt x="4" y="166"/>
                </a:cubicBezTo>
                <a:cubicBezTo>
                  <a:pt x="4" y="166"/>
                  <a:pt x="4" y="167"/>
                  <a:pt x="4" y="167"/>
                </a:cubicBezTo>
                <a:cubicBezTo>
                  <a:pt x="3" y="168"/>
                  <a:pt x="3" y="168"/>
                  <a:pt x="3" y="169"/>
                </a:cubicBezTo>
                <a:cubicBezTo>
                  <a:pt x="0" y="529"/>
                  <a:pt x="0" y="529"/>
                  <a:pt x="0" y="529"/>
                </a:cubicBezTo>
                <a:cubicBezTo>
                  <a:pt x="0" y="530"/>
                  <a:pt x="0" y="531"/>
                  <a:pt x="0" y="532"/>
                </a:cubicBezTo>
                <a:cubicBezTo>
                  <a:pt x="0" y="535"/>
                  <a:pt x="0" y="538"/>
                  <a:pt x="1" y="540"/>
                </a:cubicBezTo>
                <a:cubicBezTo>
                  <a:pt x="3" y="544"/>
                  <a:pt x="7" y="547"/>
                  <a:pt x="11" y="547"/>
                </a:cubicBezTo>
                <a:cubicBezTo>
                  <a:pt x="547" y="547"/>
                  <a:pt x="547" y="547"/>
                  <a:pt x="547" y="547"/>
                </a:cubicBezTo>
                <a:cubicBezTo>
                  <a:pt x="547" y="547"/>
                  <a:pt x="547" y="547"/>
                  <a:pt x="547" y="547"/>
                </a:cubicBezTo>
                <a:cubicBezTo>
                  <a:pt x="548" y="547"/>
                  <a:pt x="548" y="546"/>
                  <a:pt x="549" y="546"/>
                </a:cubicBezTo>
                <a:cubicBezTo>
                  <a:pt x="554" y="545"/>
                  <a:pt x="558" y="541"/>
                  <a:pt x="558" y="535"/>
                </a:cubicBezTo>
                <a:cubicBezTo>
                  <a:pt x="558" y="535"/>
                  <a:pt x="558" y="534"/>
                  <a:pt x="558" y="534"/>
                </a:cubicBezTo>
                <a:cubicBezTo>
                  <a:pt x="558" y="533"/>
                  <a:pt x="558" y="533"/>
                  <a:pt x="558" y="532"/>
                </a:cubicBezTo>
                <a:close/>
                <a:moveTo>
                  <a:pt x="192" y="337"/>
                </a:moveTo>
                <a:cubicBezTo>
                  <a:pt x="33" y="171"/>
                  <a:pt x="33" y="171"/>
                  <a:pt x="33" y="171"/>
                </a:cubicBezTo>
                <a:cubicBezTo>
                  <a:pt x="279" y="25"/>
                  <a:pt x="279" y="25"/>
                  <a:pt x="279" y="25"/>
                </a:cubicBezTo>
                <a:cubicBezTo>
                  <a:pt x="524" y="171"/>
                  <a:pt x="524" y="171"/>
                  <a:pt x="524" y="171"/>
                </a:cubicBezTo>
                <a:cubicBezTo>
                  <a:pt x="363" y="344"/>
                  <a:pt x="363" y="344"/>
                  <a:pt x="363" y="344"/>
                </a:cubicBezTo>
                <a:cubicBezTo>
                  <a:pt x="282" y="263"/>
                  <a:pt x="282" y="263"/>
                  <a:pt x="282" y="263"/>
                </a:cubicBezTo>
                <a:cubicBezTo>
                  <a:pt x="279" y="261"/>
                  <a:pt x="276" y="263"/>
                  <a:pt x="273" y="263"/>
                </a:cubicBezTo>
                <a:cubicBezTo>
                  <a:pt x="273" y="263"/>
                  <a:pt x="273" y="263"/>
                  <a:pt x="273" y="263"/>
                </a:cubicBezTo>
                <a:cubicBezTo>
                  <a:pt x="270" y="263"/>
                  <a:pt x="267" y="261"/>
                  <a:pt x="265" y="263"/>
                </a:cubicBezTo>
                <a:lnTo>
                  <a:pt x="192" y="337"/>
                </a:lnTo>
                <a:close/>
                <a:moveTo>
                  <a:pt x="26" y="197"/>
                </a:moveTo>
                <a:cubicBezTo>
                  <a:pt x="175" y="353"/>
                  <a:pt x="175" y="353"/>
                  <a:pt x="175" y="353"/>
                </a:cubicBezTo>
                <a:cubicBezTo>
                  <a:pt x="23" y="502"/>
                  <a:pt x="23" y="502"/>
                  <a:pt x="23" y="502"/>
                </a:cubicBezTo>
                <a:lnTo>
                  <a:pt x="26" y="197"/>
                </a:lnTo>
                <a:close/>
                <a:moveTo>
                  <a:pt x="379" y="359"/>
                </a:moveTo>
                <a:cubicBezTo>
                  <a:pt x="531" y="197"/>
                  <a:pt x="531" y="197"/>
                  <a:pt x="531" y="197"/>
                </a:cubicBezTo>
                <a:cubicBezTo>
                  <a:pt x="535" y="503"/>
                  <a:pt x="535" y="503"/>
                  <a:pt x="535" y="503"/>
                </a:cubicBezTo>
                <a:cubicBezTo>
                  <a:pt x="381" y="361"/>
                  <a:pt x="381" y="361"/>
                  <a:pt x="381" y="361"/>
                </a:cubicBezTo>
                <a:lnTo>
                  <a:pt x="379" y="359"/>
                </a:lnTo>
                <a:close/>
                <a:moveTo>
                  <a:pt x="39" y="524"/>
                </a:moveTo>
                <a:cubicBezTo>
                  <a:pt x="274" y="286"/>
                  <a:pt x="274" y="286"/>
                  <a:pt x="274" y="286"/>
                </a:cubicBezTo>
                <a:cubicBezTo>
                  <a:pt x="518" y="524"/>
                  <a:pt x="518" y="524"/>
                  <a:pt x="518" y="524"/>
                </a:cubicBezTo>
                <a:lnTo>
                  <a:pt x="39" y="524"/>
                </a:lnTo>
                <a:close/>
                <a:moveTo>
                  <a:pt x="39" y="524"/>
                </a:moveTo>
                <a:cubicBezTo>
                  <a:pt x="39" y="524"/>
                  <a:pt x="39" y="524"/>
                  <a:pt x="39" y="524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2" name="Google Shape;1482;p35"/>
          <p:cNvGrpSpPr/>
          <p:nvPr/>
        </p:nvGrpSpPr>
        <p:grpSpPr>
          <a:xfrm>
            <a:off x="7070538" y="2122853"/>
            <a:ext cx="434975" cy="393700"/>
            <a:chOff x="4554538" y="-4900613"/>
            <a:chExt cx="434975" cy="393700"/>
          </a:xfrm>
          <a:solidFill>
            <a:schemeClr val="bg1">
              <a:lumMod val="85000"/>
            </a:schemeClr>
          </a:solidFill>
        </p:grpSpPr>
        <p:sp>
          <p:nvSpPr>
            <p:cNvPr id="93" name="Google Shape;1483;p35"/>
            <p:cNvSpPr/>
            <p:nvPr/>
          </p:nvSpPr>
          <p:spPr>
            <a:xfrm>
              <a:off x="4616450" y="-4833938"/>
              <a:ext cx="312738" cy="327025"/>
            </a:xfrm>
            <a:custGeom>
              <a:avLst/>
              <a:gdLst/>
              <a:ahLst/>
              <a:cxnLst/>
              <a:rect l="l" t="t" r="r" b="b"/>
              <a:pathLst>
                <a:path w="402" h="422" extrusionOk="0">
                  <a:moveTo>
                    <a:pt x="207" y="5"/>
                  </a:moveTo>
                  <a:cubicBezTo>
                    <a:pt x="202" y="0"/>
                    <a:pt x="195" y="1"/>
                    <a:pt x="191" y="5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198"/>
                    <a:pt x="1" y="201"/>
                    <a:pt x="1" y="204"/>
                  </a:cubicBezTo>
                  <a:cubicBezTo>
                    <a:pt x="1" y="404"/>
                    <a:pt x="1" y="404"/>
                    <a:pt x="1" y="404"/>
                  </a:cubicBezTo>
                  <a:cubicBezTo>
                    <a:pt x="1" y="410"/>
                    <a:pt x="3" y="422"/>
                    <a:pt x="9" y="422"/>
                  </a:cubicBezTo>
                  <a:cubicBezTo>
                    <a:pt x="394" y="422"/>
                    <a:pt x="394" y="422"/>
                    <a:pt x="394" y="422"/>
                  </a:cubicBezTo>
                  <a:cubicBezTo>
                    <a:pt x="401" y="422"/>
                    <a:pt x="401" y="410"/>
                    <a:pt x="401" y="404"/>
                  </a:cubicBezTo>
                  <a:cubicBezTo>
                    <a:pt x="401" y="204"/>
                    <a:pt x="401" y="204"/>
                    <a:pt x="401" y="204"/>
                  </a:cubicBezTo>
                  <a:cubicBezTo>
                    <a:pt x="401" y="201"/>
                    <a:pt x="402" y="198"/>
                    <a:pt x="400" y="196"/>
                  </a:cubicBezTo>
                  <a:lnTo>
                    <a:pt x="207" y="5"/>
                  </a:lnTo>
                  <a:close/>
                  <a:moveTo>
                    <a:pt x="379" y="400"/>
                  </a:moveTo>
                  <a:cubicBezTo>
                    <a:pt x="23" y="400"/>
                    <a:pt x="23" y="400"/>
                    <a:pt x="23" y="400"/>
                  </a:cubicBezTo>
                  <a:cubicBezTo>
                    <a:pt x="23" y="208"/>
                    <a:pt x="23" y="208"/>
                    <a:pt x="23" y="208"/>
                  </a:cubicBezTo>
                  <a:cubicBezTo>
                    <a:pt x="198" y="28"/>
                    <a:pt x="198" y="28"/>
                    <a:pt x="198" y="28"/>
                  </a:cubicBezTo>
                  <a:cubicBezTo>
                    <a:pt x="379" y="208"/>
                    <a:pt x="379" y="208"/>
                    <a:pt x="379" y="208"/>
                  </a:cubicBezTo>
                  <a:lnTo>
                    <a:pt x="379" y="400"/>
                  </a:lnTo>
                  <a:close/>
                  <a:moveTo>
                    <a:pt x="379" y="400"/>
                  </a:moveTo>
                  <a:cubicBezTo>
                    <a:pt x="379" y="400"/>
                    <a:pt x="379" y="400"/>
                    <a:pt x="379" y="40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" name="Google Shape;1484;p35"/>
            <p:cNvSpPr/>
            <p:nvPr/>
          </p:nvSpPr>
          <p:spPr>
            <a:xfrm>
              <a:off x="4554538" y="-4900613"/>
              <a:ext cx="434975" cy="227012"/>
            </a:xfrm>
            <a:custGeom>
              <a:avLst/>
              <a:gdLst/>
              <a:ahLst/>
              <a:cxnLst/>
              <a:rect l="l" t="t" r="r" b="b"/>
              <a:pathLst>
                <a:path w="561" h="293" extrusionOk="0">
                  <a:moveTo>
                    <a:pt x="556" y="273"/>
                  </a:moveTo>
                  <a:cubicBezTo>
                    <a:pt x="287" y="3"/>
                    <a:pt x="287" y="3"/>
                    <a:pt x="287" y="3"/>
                  </a:cubicBezTo>
                  <a:cubicBezTo>
                    <a:pt x="285" y="1"/>
                    <a:pt x="282" y="0"/>
                    <a:pt x="279" y="0"/>
                  </a:cubicBezTo>
                  <a:cubicBezTo>
                    <a:pt x="276" y="0"/>
                    <a:pt x="272" y="1"/>
                    <a:pt x="270" y="3"/>
                  </a:cubicBezTo>
                  <a:cubicBezTo>
                    <a:pt x="170" y="104"/>
                    <a:pt x="170" y="104"/>
                    <a:pt x="170" y="104"/>
                  </a:cubicBezTo>
                  <a:cubicBezTo>
                    <a:pt x="170" y="45"/>
                    <a:pt x="170" y="45"/>
                    <a:pt x="170" y="45"/>
                  </a:cubicBezTo>
                  <a:cubicBezTo>
                    <a:pt x="170" y="39"/>
                    <a:pt x="166" y="43"/>
                    <a:pt x="160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87" y="43"/>
                    <a:pt x="81" y="39"/>
                    <a:pt x="81" y="45"/>
                  </a:cubicBezTo>
                  <a:cubicBezTo>
                    <a:pt x="81" y="195"/>
                    <a:pt x="81" y="195"/>
                    <a:pt x="81" y="195"/>
                  </a:cubicBezTo>
                  <a:cubicBezTo>
                    <a:pt x="4" y="273"/>
                    <a:pt x="4" y="273"/>
                    <a:pt x="4" y="273"/>
                  </a:cubicBezTo>
                  <a:cubicBezTo>
                    <a:pt x="0" y="278"/>
                    <a:pt x="1" y="285"/>
                    <a:pt x="5" y="289"/>
                  </a:cubicBezTo>
                  <a:cubicBezTo>
                    <a:pt x="9" y="293"/>
                    <a:pt x="17" y="293"/>
                    <a:pt x="21" y="289"/>
                  </a:cubicBezTo>
                  <a:cubicBezTo>
                    <a:pt x="101" y="207"/>
                    <a:pt x="101" y="207"/>
                    <a:pt x="101" y="207"/>
                  </a:cubicBezTo>
                  <a:cubicBezTo>
                    <a:pt x="101" y="207"/>
                    <a:pt x="101" y="207"/>
                    <a:pt x="101" y="207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541" y="289"/>
                    <a:pt x="541" y="289"/>
                    <a:pt x="541" y="289"/>
                  </a:cubicBezTo>
                  <a:cubicBezTo>
                    <a:pt x="543" y="291"/>
                    <a:pt x="546" y="292"/>
                    <a:pt x="549" y="292"/>
                  </a:cubicBezTo>
                  <a:cubicBezTo>
                    <a:pt x="551" y="292"/>
                    <a:pt x="554" y="291"/>
                    <a:pt x="556" y="289"/>
                  </a:cubicBezTo>
                  <a:cubicBezTo>
                    <a:pt x="561" y="285"/>
                    <a:pt x="561" y="278"/>
                    <a:pt x="556" y="273"/>
                  </a:cubicBezTo>
                  <a:close/>
                  <a:moveTo>
                    <a:pt x="103" y="65"/>
                  </a:moveTo>
                  <a:cubicBezTo>
                    <a:pt x="147" y="65"/>
                    <a:pt x="147" y="65"/>
                    <a:pt x="147" y="65"/>
                  </a:cubicBezTo>
                  <a:cubicBezTo>
                    <a:pt x="147" y="127"/>
                    <a:pt x="147" y="127"/>
                    <a:pt x="147" y="127"/>
                  </a:cubicBezTo>
                  <a:cubicBezTo>
                    <a:pt x="103" y="172"/>
                    <a:pt x="103" y="172"/>
                    <a:pt x="103" y="172"/>
                  </a:cubicBezTo>
                  <a:lnTo>
                    <a:pt x="103" y="65"/>
                  </a:lnTo>
                  <a:close/>
                  <a:moveTo>
                    <a:pt x="103" y="65"/>
                  </a:moveTo>
                  <a:cubicBezTo>
                    <a:pt x="103" y="65"/>
                    <a:pt x="103" y="65"/>
                    <a:pt x="103" y="65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5" name="Google Shape;1485;p35"/>
          <p:cNvSpPr/>
          <p:nvPr/>
        </p:nvSpPr>
        <p:spPr>
          <a:xfrm>
            <a:off x="3112328" y="2847692"/>
            <a:ext cx="300038" cy="436562"/>
          </a:xfrm>
          <a:custGeom>
            <a:avLst/>
            <a:gdLst/>
            <a:ahLst/>
            <a:cxnLst/>
            <a:rect l="l" t="t" r="r" b="b"/>
            <a:pathLst>
              <a:path w="387" h="562" extrusionOk="0">
                <a:moveTo>
                  <a:pt x="198" y="562"/>
                </a:moveTo>
                <a:cubicBezTo>
                  <a:pt x="217" y="562"/>
                  <a:pt x="232" y="547"/>
                  <a:pt x="232" y="529"/>
                </a:cubicBezTo>
                <a:cubicBezTo>
                  <a:pt x="232" y="497"/>
                  <a:pt x="232" y="497"/>
                  <a:pt x="232" y="497"/>
                </a:cubicBezTo>
                <a:cubicBezTo>
                  <a:pt x="325" y="489"/>
                  <a:pt x="387" y="440"/>
                  <a:pt x="387" y="360"/>
                </a:cubicBezTo>
                <a:cubicBezTo>
                  <a:pt x="387" y="358"/>
                  <a:pt x="387" y="358"/>
                  <a:pt x="387" y="358"/>
                </a:cubicBezTo>
                <a:cubicBezTo>
                  <a:pt x="387" y="277"/>
                  <a:pt x="334" y="240"/>
                  <a:pt x="230" y="215"/>
                </a:cubicBezTo>
                <a:cubicBezTo>
                  <a:pt x="230" y="139"/>
                  <a:pt x="230" y="139"/>
                  <a:pt x="230" y="139"/>
                </a:cubicBezTo>
                <a:cubicBezTo>
                  <a:pt x="245" y="143"/>
                  <a:pt x="261" y="148"/>
                  <a:pt x="276" y="155"/>
                </a:cubicBezTo>
                <a:cubicBezTo>
                  <a:pt x="300" y="166"/>
                  <a:pt x="330" y="159"/>
                  <a:pt x="345" y="135"/>
                </a:cubicBezTo>
                <a:cubicBezTo>
                  <a:pt x="360" y="111"/>
                  <a:pt x="352" y="77"/>
                  <a:pt x="324" y="64"/>
                </a:cubicBezTo>
                <a:cubicBezTo>
                  <a:pt x="297" y="52"/>
                  <a:pt x="267" y="43"/>
                  <a:pt x="233" y="40"/>
                </a:cubicBezTo>
                <a:cubicBezTo>
                  <a:pt x="233" y="20"/>
                  <a:pt x="233" y="20"/>
                  <a:pt x="233" y="20"/>
                </a:cubicBezTo>
                <a:cubicBezTo>
                  <a:pt x="233" y="9"/>
                  <a:pt x="218" y="0"/>
                  <a:pt x="199" y="0"/>
                </a:cubicBezTo>
                <a:cubicBezTo>
                  <a:pt x="181" y="0"/>
                  <a:pt x="165" y="9"/>
                  <a:pt x="165" y="19"/>
                </a:cubicBezTo>
                <a:cubicBezTo>
                  <a:pt x="165" y="38"/>
                  <a:pt x="165" y="38"/>
                  <a:pt x="165" y="38"/>
                </a:cubicBezTo>
                <a:cubicBezTo>
                  <a:pt x="65" y="45"/>
                  <a:pt x="9" y="99"/>
                  <a:pt x="9" y="176"/>
                </a:cubicBezTo>
                <a:cubicBezTo>
                  <a:pt x="9" y="177"/>
                  <a:pt x="9" y="177"/>
                  <a:pt x="9" y="177"/>
                </a:cubicBezTo>
                <a:cubicBezTo>
                  <a:pt x="9" y="259"/>
                  <a:pt x="62" y="295"/>
                  <a:pt x="168" y="319"/>
                </a:cubicBezTo>
                <a:cubicBezTo>
                  <a:pt x="168" y="398"/>
                  <a:pt x="168" y="398"/>
                  <a:pt x="168" y="398"/>
                </a:cubicBezTo>
                <a:cubicBezTo>
                  <a:pt x="143" y="394"/>
                  <a:pt x="118" y="385"/>
                  <a:pt x="93" y="372"/>
                </a:cubicBezTo>
                <a:cubicBezTo>
                  <a:pt x="66" y="359"/>
                  <a:pt x="33" y="363"/>
                  <a:pt x="16" y="388"/>
                </a:cubicBezTo>
                <a:cubicBezTo>
                  <a:pt x="0" y="412"/>
                  <a:pt x="7" y="446"/>
                  <a:pt x="34" y="459"/>
                </a:cubicBezTo>
                <a:cubicBezTo>
                  <a:pt x="74" y="479"/>
                  <a:pt x="119" y="491"/>
                  <a:pt x="164" y="496"/>
                </a:cubicBezTo>
                <a:cubicBezTo>
                  <a:pt x="164" y="529"/>
                  <a:pt x="164" y="529"/>
                  <a:pt x="164" y="529"/>
                </a:cubicBezTo>
                <a:cubicBezTo>
                  <a:pt x="164" y="547"/>
                  <a:pt x="179" y="562"/>
                  <a:pt x="198" y="562"/>
                </a:cubicBezTo>
                <a:close/>
                <a:moveTo>
                  <a:pt x="230" y="330"/>
                </a:moveTo>
                <a:cubicBezTo>
                  <a:pt x="264" y="339"/>
                  <a:pt x="273" y="349"/>
                  <a:pt x="273" y="367"/>
                </a:cubicBezTo>
                <a:cubicBezTo>
                  <a:pt x="273" y="368"/>
                  <a:pt x="273" y="368"/>
                  <a:pt x="273" y="368"/>
                </a:cubicBezTo>
                <a:cubicBezTo>
                  <a:pt x="273" y="387"/>
                  <a:pt x="260" y="398"/>
                  <a:pt x="230" y="402"/>
                </a:cubicBezTo>
                <a:lnTo>
                  <a:pt x="230" y="330"/>
                </a:lnTo>
                <a:close/>
                <a:moveTo>
                  <a:pt x="124" y="168"/>
                </a:moveTo>
                <a:cubicBezTo>
                  <a:pt x="124" y="166"/>
                  <a:pt x="124" y="166"/>
                  <a:pt x="124" y="166"/>
                </a:cubicBezTo>
                <a:cubicBezTo>
                  <a:pt x="124" y="149"/>
                  <a:pt x="136" y="136"/>
                  <a:pt x="169" y="134"/>
                </a:cubicBezTo>
                <a:cubicBezTo>
                  <a:pt x="169" y="204"/>
                  <a:pt x="169" y="204"/>
                  <a:pt x="169" y="204"/>
                </a:cubicBezTo>
                <a:cubicBezTo>
                  <a:pt x="133" y="194"/>
                  <a:pt x="124" y="185"/>
                  <a:pt x="124" y="168"/>
                </a:cubicBezTo>
                <a:close/>
                <a:moveTo>
                  <a:pt x="124" y="168"/>
                </a:moveTo>
                <a:cubicBezTo>
                  <a:pt x="124" y="168"/>
                  <a:pt x="124" y="168"/>
                  <a:pt x="124" y="168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6" name="Google Shape;1486;p35"/>
          <p:cNvGrpSpPr/>
          <p:nvPr/>
        </p:nvGrpSpPr>
        <p:grpSpPr>
          <a:xfrm>
            <a:off x="3847950" y="2846552"/>
            <a:ext cx="439738" cy="441325"/>
            <a:chOff x="3714750" y="2569141"/>
            <a:chExt cx="439738" cy="441325"/>
          </a:xfrm>
          <a:solidFill>
            <a:schemeClr val="bg1">
              <a:lumMod val="85000"/>
            </a:schemeClr>
          </a:solidFill>
        </p:grpSpPr>
        <p:sp>
          <p:nvSpPr>
            <p:cNvPr id="97" name="Google Shape;1487;p35"/>
            <p:cNvSpPr/>
            <p:nvPr/>
          </p:nvSpPr>
          <p:spPr>
            <a:xfrm>
              <a:off x="4025900" y="2750116"/>
              <a:ext cx="128588" cy="247650"/>
            </a:xfrm>
            <a:custGeom>
              <a:avLst/>
              <a:gdLst/>
              <a:ahLst/>
              <a:cxnLst/>
              <a:rect l="l" t="t" r="r" b="b"/>
              <a:pathLst>
                <a:path w="165" h="320" extrusionOk="0">
                  <a:moveTo>
                    <a:pt x="165" y="320"/>
                  </a:moveTo>
                  <a:cubicBezTo>
                    <a:pt x="131" y="287"/>
                    <a:pt x="62" y="221"/>
                    <a:pt x="0" y="162"/>
                  </a:cubicBezTo>
                  <a:cubicBezTo>
                    <a:pt x="165" y="0"/>
                    <a:pt x="165" y="0"/>
                    <a:pt x="165" y="0"/>
                  </a:cubicBezTo>
                  <a:lnTo>
                    <a:pt x="165" y="320"/>
                  </a:lnTo>
                  <a:close/>
                  <a:moveTo>
                    <a:pt x="165" y="320"/>
                  </a:moveTo>
                  <a:cubicBezTo>
                    <a:pt x="165" y="320"/>
                    <a:pt x="165" y="320"/>
                    <a:pt x="165" y="32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8" name="Google Shape;1488;p35"/>
            <p:cNvSpPr/>
            <p:nvPr/>
          </p:nvSpPr>
          <p:spPr>
            <a:xfrm>
              <a:off x="3714750" y="2750116"/>
              <a:ext cx="120650" cy="246062"/>
            </a:xfrm>
            <a:custGeom>
              <a:avLst/>
              <a:gdLst/>
              <a:ahLst/>
              <a:cxnLst/>
              <a:rect l="l" t="t" r="r" b="b"/>
              <a:pathLst>
                <a:path w="156" h="318" extrusionOk="0">
                  <a:moveTo>
                    <a:pt x="156" y="153"/>
                  </a:moveTo>
                  <a:cubicBezTo>
                    <a:pt x="98" y="213"/>
                    <a:pt x="33" y="282"/>
                    <a:pt x="0" y="318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56" y="153"/>
                  </a:lnTo>
                  <a:close/>
                  <a:moveTo>
                    <a:pt x="156" y="153"/>
                  </a:moveTo>
                  <a:cubicBezTo>
                    <a:pt x="156" y="153"/>
                    <a:pt x="156" y="153"/>
                    <a:pt x="156" y="15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9" name="Google Shape;1489;p35"/>
            <p:cNvSpPr/>
            <p:nvPr/>
          </p:nvSpPr>
          <p:spPr>
            <a:xfrm>
              <a:off x="3727450" y="2810441"/>
              <a:ext cx="412750" cy="200025"/>
            </a:xfrm>
            <a:custGeom>
              <a:avLst/>
              <a:gdLst/>
              <a:ahLst/>
              <a:cxnLst/>
              <a:rect l="l" t="t" r="r" b="b"/>
              <a:pathLst>
                <a:path w="533" h="259" extrusionOk="0">
                  <a:moveTo>
                    <a:pt x="243" y="10"/>
                  </a:moveTo>
                  <a:cubicBezTo>
                    <a:pt x="248" y="5"/>
                    <a:pt x="256" y="1"/>
                    <a:pt x="259" y="0"/>
                  </a:cubicBezTo>
                  <a:cubicBezTo>
                    <a:pt x="260" y="0"/>
                    <a:pt x="264" y="3"/>
                    <a:pt x="271" y="10"/>
                  </a:cubicBezTo>
                  <a:cubicBezTo>
                    <a:pt x="329" y="63"/>
                    <a:pt x="477" y="206"/>
                    <a:pt x="533" y="259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32" y="225"/>
                    <a:pt x="226" y="25"/>
                    <a:pt x="243" y="10"/>
                  </a:cubicBezTo>
                  <a:close/>
                  <a:moveTo>
                    <a:pt x="243" y="10"/>
                  </a:moveTo>
                  <a:cubicBezTo>
                    <a:pt x="243" y="10"/>
                    <a:pt x="243" y="10"/>
                    <a:pt x="243" y="1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" name="Google Shape;1490;p35"/>
            <p:cNvSpPr/>
            <p:nvPr/>
          </p:nvSpPr>
          <p:spPr>
            <a:xfrm>
              <a:off x="3719513" y="2569141"/>
              <a:ext cx="430213" cy="293687"/>
            </a:xfrm>
            <a:custGeom>
              <a:avLst/>
              <a:gdLst/>
              <a:ahLst/>
              <a:cxnLst/>
              <a:rect l="l" t="t" r="r" b="b"/>
              <a:pathLst>
                <a:path w="555" h="378" extrusionOk="0">
                  <a:moveTo>
                    <a:pt x="273" y="0"/>
                  </a:moveTo>
                  <a:cubicBezTo>
                    <a:pt x="555" y="205"/>
                    <a:pt x="555" y="205"/>
                    <a:pt x="555" y="205"/>
                  </a:cubicBezTo>
                  <a:cubicBezTo>
                    <a:pt x="378" y="378"/>
                    <a:pt x="378" y="378"/>
                    <a:pt x="378" y="378"/>
                  </a:cubicBezTo>
                  <a:cubicBezTo>
                    <a:pt x="346" y="347"/>
                    <a:pt x="317" y="319"/>
                    <a:pt x="298" y="302"/>
                  </a:cubicBezTo>
                  <a:cubicBezTo>
                    <a:pt x="286" y="291"/>
                    <a:pt x="277" y="286"/>
                    <a:pt x="270" y="285"/>
                  </a:cubicBezTo>
                  <a:cubicBezTo>
                    <a:pt x="256" y="285"/>
                    <a:pt x="240" y="299"/>
                    <a:pt x="237" y="302"/>
                  </a:cubicBezTo>
                  <a:cubicBezTo>
                    <a:pt x="219" y="317"/>
                    <a:pt x="195" y="341"/>
                    <a:pt x="167" y="369"/>
                  </a:cubicBezTo>
                  <a:cubicBezTo>
                    <a:pt x="0" y="205"/>
                    <a:pt x="0" y="205"/>
                    <a:pt x="0" y="205"/>
                  </a:cubicBezTo>
                  <a:lnTo>
                    <a:pt x="273" y="0"/>
                  </a:lnTo>
                  <a:close/>
                  <a:moveTo>
                    <a:pt x="273" y="0"/>
                  </a:moveTo>
                  <a:cubicBezTo>
                    <a:pt x="273" y="0"/>
                    <a:pt x="273" y="0"/>
                    <a:pt x="273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1" name="Google Shape;1491;p35"/>
          <p:cNvSpPr/>
          <p:nvPr/>
        </p:nvSpPr>
        <p:spPr>
          <a:xfrm>
            <a:off x="619540" y="552449"/>
            <a:ext cx="430213" cy="431800"/>
          </a:xfrm>
          <a:custGeom>
            <a:avLst/>
            <a:gdLst/>
            <a:ahLst/>
            <a:cxnLst/>
            <a:rect l="l" t="t" r="r" b="b"/>
            <a:pathLst>
              <a:path w="556" h="555" extrusionOk="0">
                <a:moveTo>
                  <a:pt x="538" y="245"/>
                </a:moveTo>
                <a:cubicBezTo>
                  <a:pt x="311" y="17"/>
                  <a:pt x="311" y="17"/>
                  <a:pt x="311" y="17"/>
                </a:cubicBezTo>
                <a:cubicBezTo>
                  <a:pt x="293" y="0"/>
                  <a:pt x="264" y="0"/>
                  <a:pt x="246" y="17"/>
                </a:cubicBezTo>
                <a:cubicBezTo>
                  <a:pt x="228" y="35"/>
                  <a:pt x="228" y="64"/>
                  <a:pt x="246" y="82"/>
                </a:cubicBezTo>
                <a:cubicBezTo>
                  <a:pt x="441" y="277"/>
                  <a:pt x="441" y="277"/>
                  <a:pt x="441" y="277"/>
                </a:cubicBezTo>
                <a:cubicBezTo>
                  <a:pt x="246" y="472"/>
                  <a:pt x="246" y="472"/>
                  <a:pt x="246" y="472"/>
                </a:cubicBezTo>
                <a:cubicBezTo>
                  <a:pt x="228" y="490"/>
                  <a:pt x="228" y="519"/>
                  <a:pt x="246" y="537"/>
                </a:cubicBezTo>
                <a:cubicBezTo>
                  <a:pt x="264" y="555"/>
                  <a:pt x="293" y="555"/>
                  <a:pt x="311" y="537"/>
                </a:cubicBezTo>
                <a:cubicBezTo>
                  <a:pt x="538" y="310"/>
                  <a:pt x="538" y="310"/>
                  <a:pt x="538" y="310"/>
                </a:cubicBezTo>
                <a:cubicBezTo>
                  <a:pt x="556" y="292"/>
                  <a:pt x="556" y="263"/>
                  <a:pt x="538" y="245"/>
                </a:cubicBezTo>
                <a:close/>
                <a:moveTo>
                  <a:pt x="265" y="231"/>
                </a:moveTo>
                <a:cubicBezTo>
                  <a:pt x="84" y="41"/>
                  <a:pt x="84" y="41"/>
                  <a:pt x="84" y="41"/>
                </a:cubicBezTo>
                <a:cubicBezTo>
                  <a:pt x="66" y="22"/>
                  <a:pt x="37" y="22"/>
                  <a:pt x="19" y="41"/>
                </a:cubicBezTo>
                <a:cubicBezTo>
                  <a:pt x="0" y="60"/>
                  <a:pt x="0" y="91"/>
                  <a:pt x="19" y="110"/>
                </a:cubicBezTo>
                <a:cubicBezTo>
                  <a:pt x="166" y="266"/>
                  <a:pt x="166" y="266"/>
                  <a:pt x="166" y="266"/>
                </a:cubicBezTo>
                <a:cubicBezTo>
                  <a:pt x="19" y="421"/>
                  <a:pt x="19" y="421"/>
                  <a:pt x="19" y="421"/>
                </a:cubicBezTo>
                <a:cubicBezTo>
                  <a:pt x="0" y="441"/>
                  <a:pt x="0" y="472"/>
                  <a:pt x="19" y="491"/>
                </a:cubicBezTo>
                <a:cubicBezTo>
                  <a:pt x="37" y="510"/>
                  <a:pt x="66" y="510"/>
                  <a:pt x="84" y="491"/>
                </a:cubicBezTo>
                <a:cubicBezTo>
                  <a:pt x="265" y="300"/>
                  <a:pt x="265" y="300"/>
                  <a:pt x="265" y="300"/>
                </a:cubicBezTo>
                <a:cubicBezTo>
                  <a:pt x="283" y="281"/>
                  <a:pt x="283" y="250"/>
                  <a:pt x="265" y="231"/>
                </a:cubicBezTo>
                <a:close/>
                <a:moveTo>
                  <a:pt x="265" y="231"/>
                </a:moveTo>
                <a:cubicBezTo>
                  <a:pt x="265" y="231"/>
                  <a:pt x="265" y="231"/>
                  <a:pt x="265" y="231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2" name="Google Shape;1492;p35"/>
          <p:cNvGrpSpPr/>
          <p:nvPr/>
        </p:nvGrpSpPr>
        <p:grpSpPr>
          <a:xfrm>
            <a:off x="2164946" y="583948"/>
            <a:ext cx="528638" cy="344487"/>
            <a:chOff x="2247900" y="-6288088"/>
            <a:chExt cx="528638" cy="344487"/>
          </a:xfrm>
          <a:solidFill>
            <a:schemeClr val="bg1">
              <a:lumMod val="85000"/>
            </a:schemeClr>
          </a:solidFill>
        </p:grpSpPr>
        <p:sp>
          <p:nvSpPr>
            <p:cNvPr id="103" name="Google Shape;1493;p35"/>
            <p:cNvSpPr/>
            <p:nvPr/>
          </p:nvSpPr>
          <p:spPr>
            <a:xfrm>
              <a:off x="2247900" y="-6288088"/>
              <a:ext cx="220663" cy="344487"/>
            </a:xfrm>
            <a:custGeom>
              <a:avLst/>
              <a:gdLst/>
              <a:ahLst/>
              <a:cxnLst/>
              <a:rect l="l" t="t" r="r" b="b"/>
              <a:pathLst>
                <a:path w="284" h="444" extrusionOk="0">
                  <a:moveTo>
                    <a:pt x="240" y="444"/>
                  </a:moveTo>
                  <a:cubicBezTo>
                    <a:pt x="229" y="444"/>
                    <a:pt x="218" y="440"/>
                    <a:pt x="210" y="432"/>
                  </a:cubicBezTo>
                  <a:cubicBezTo>
                    <a:pt x="5" y="234"/>
                    <a:pt x="5" y="234"/>
                    <a:pt x="5" y="234"/>
                  </a:cubicBezTo>
                  <a:cubicBezTo>
                    <a:pt x="2" y="232"/>
                    <a:pt x="0" y="228"/>
                    <a:pt x="0" y="224"/>
                  </a:cubicBezTo>
                  <a:cubicBezTo>
                    <a:pt x="0" y="220"/>
                    <a:pt x="2" y="217"/>
                    <a:pt x="5" y="214"/>
                  </a:cubicBezTo>
                  <a:cubicBezTo>
                    <a:pt x="210" y="17"/>
                    <a:pt x="210" y="17"/>
                    <a:pt x="210" y="17"/>
                  </a:cubicBezTo>
                  <a:cubicBezTo>
                    <a:pt x="227" y="0"/>
                    <a:pt x="254" y="0"/>
                    <a:pt x="271" y="17"/>
                  </a:cubicBezTo>
                  <a:cubicBezTo>
                    <a:pt x="279" y="24"/>
                    <a:pt x="284" y="35"/>
                    <a:pt x="284" y="46"/>
                  </a:cubicBezTo>
                  <a:cubicBezTo>
                    <a:pt x="284" y="58"/>
                    <a:pt x="279" y="68"/>
                    <a:pt x="271" y="76"/>
                  </a:cubicBezTo>
                  <a:cubicBezTo>
                    <a:pt x="117" y="224"/>
                    <a:pt x="117" y="224"/>
                    <a:pt x="117" y="224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9" y="380"/>
                    <a:pt x="284" y="390"/>
                    <a:pt x="284" y="402"/>
                  </a:cubicBezTo>
                  <a:cubicBezTo>
                    <a:pt x="284" y="413"/>
                    <a:pt x="279" y="424"/>
                    <a:pt x="271" y="432"/>
                  </a:cubicBezTo>
                  <a:cubicBezTo>
                    <a:pt x="262" y="440"/>
                    <a:pt x="251" y="444"/>
                    <a:pt x="240" y="444"/>
                  </a:cubicBezTo>
                  <a:close/>
                  <a:moveTo>
                    <a:pt x="35" y="224"/>
                  </a:moveTo>
                  <a:cubicBezTo>
                    <a:pt x="230" y="411"/>
                    <a:pt x="230" y="411"/>
                    <a:pt x="230" y="411"/>
                  </a:cubicBezTo>
                  <a:cubicBezTo>
                    <a:pt x="236" y="417"/>
                    <a:pt x="245" y="417"/>
                    <a:pt x="251" y="411"/>
                  </a:cubicBezTo>
                  <a:cubicBezTo>
                    <a:pt x="254" y="409"/>
                    <a:pt x="255" y="405"/>
                    <a:pt x="255" y="402"/>
                  </a:cubicBezTo>
                  <a:cubicBezTo>
                    <a:pt x="255" y="398"/>
                    <a:pt x="254" y="395"/>
                    <a:pt x="251" y="392"/>
                  </a:cubicBezTo>
                  <a:cubicBezTo>
                    <a:pt x="87" y="234"/>
                    <a:pt x="87" y="234"/>
                    <a:pt x="87" y="234"/>
                  </a:cubicBezTo>
                  <a:cubicBezTo>
                    <a:pt x="84" y="232"/>
                    <a:pt x="82" y="228"/>
                    <a:pt x="82" y="224"/>
                  </a:cubicBezTo>
                  <a:cubicBezTo>
                    <a:pt x="82" y="220"/>
                    <a:pt x="84" y="217"/>
                    <a:pt x="87" y="214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4" y="53"/>
                    <a:pt x="255" y="50"/>
                    <a:pt x="255" y="46"/>
                  </a:cubicBezTo>
                  <a:cubicBezTo>
                    <a:pt x="255" y="43"/>
                    <a:pt x="254" y="40"/>
                    <a:pt x="251" y="37"/>
                  </a:cubicBezTo>
                  <a:cubicBezTo>
                    <a:pt x="245" y="31"/>
                    <a:pt x="236" y="31"/>
                    <a:pt x="230" y="37"/>
                  </a:cubicBezTo>
                  <a:lnTo>
                    <a:pt x="35" y="2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4" name="Google Shape;1494;p35"/>
            <p:cNvSpPr/>
            <p:nvPr/>
          </p:nvSpPr>
          <p:spPr>
            <a:xfrm>
              <a:off x="2401887" y="-6288088"/>
              <a:ext cx="219075" cy="344487"/>
            </a:xfrm>
            <a:custGeom>
              <a:avLst/>
              <a:gdLst/>
              <a:ahLst/>
              <a:cxnLst/>
              <a:rect l="l" t="t" r="r" b="b"/>
              <a:pathLst>
                <a:path w="283" h="444" extrusionOk="0">
                  <a:moveTo>
                    <a:pt x="240" y="444"/>
                  </a:moveTo>
                  <a:cubicBezTo>
                    <a:pt x="229" y="444"/>
                    <a:pt x="218" y="440"/>
                    <a:pt x="210" y="432"/>
                  </a:cubicBezTo>
                  <a:cubicBezTo>
                    <a:pt x="4" y="234"/>
                    <a:pt x="4" y="234"/>
                    <a:pt x="4" y="234"/>
                  </a:cubicBezTo>
                  <a:cubicBezTo>
                    <a:pt x="1" y="232"/>
                    <a:pt x="0" y="228"/>
                    <a:pt x="0" y="224"/>
                  </a:cubicBezTo>
                  <a:cubicBezTo>
                    <a:pt x="0" y="220"/>
                    <a:pt x="1" y="217"/>
                    <a:pt x="4" y="214"/>
                  </a:cubicBezTo>
                  <a:cubicBezTo>
                    <a:pt x="210" y="17"/>
                    <a:pt x="210" y="17"/>
                    <a:pt x="210" y="17"/>
                  </a:cubicBezTo>
                  <a:cubicBezTo>
                    <a:pt x="226" y="0"/>
                    <a:pt x="254" y="0"/>
                    <a:pt x="270" y="17"/>
                  </a:cubicBezTo>
                  <a:cubicBezTo>
                    <a:pt x="279" y="24"/>
                    <a:pt x="283" y="35"/>
                    <a:pt x="283" y="46"/>
                  </a:cubicBezTo>
                  <a:cubicBezTo>
                    <a:pt x="283" y="58"/>
                    <a:pt x="279" y="68"/>
                    <a:pt x="270" y="76"/>
                  </a:cubicBezTo>
                  <a:cubicBezTo>
                    <a:pt x="117" y="224"/>
                    <a:pt x="117" y="224"/>
                    <a:pt x="117" y="224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9" y="380"/>
                    <a:pt x="283" y="390"/>
                    <a:pt x="283" y="402"/>
                  </a:cubicBezTo>
                  <a:cubicBezTo>
                    <a:pt x="283" y="413"/>
                    <a:pt x="279" y="424"/>
                    <a:pt x="270" y="432"/>
                  </a:cubicBezTo>
                  <a:cubicBezTo>
                    <a:pt x="262" y="440"/>
                    <a:pt x="251" y="444"/>
                    <a:pt x="240" y="444"/>
                  </a:cubicBezTo>
                  <a:close/>
                  <a:moveTo>
                    <a:pt x="34" y="224"/>
                  </a:moveTo>
                  <a:cubicBezTo>
                    <a:pt x="229" y="411"/>
                    <a:pt x="229" y="411"/>
                    <a:pt x="229" y="411"/>
                  </a:cubicBezTo>
                  <a:cubicBezTo>
                    <a:pt x="235" y="417"/>
                    <a:pt x="245" y="417"/>
                    <a:pt x="251" y="411"/>
                  </a:cubicBezTo>
                  <a:cubicBezTo>
                    <a:pt x="253" y="409"/>
                    <a:pt x="255" y="405"/>
                    <a:pt x="255" y="402"/>
                  </a:cubicBezTo>
                  <a:cubicBezTo>
                    <a:pt x="255" y="398"/>
                    <a:pt x="253" y="395"/>
                    <a:pt x="251" y="392"/>
                  </a:cubicBezTo>
                  <a:cubicBezTo>
                    <a:pt x="86" y="234"/>
                    <a:pt x="86" y="234"/>
                    <a:pt x="86" y="234"/>
                  </a:cubicBezTo>
                  <a:cubicBezTo>
                    <a:pt x="83" y="232"/>
                    <a:pt x="82" y="228"/>
                    <a:pt x="82" y="224"/>
                  </a:cubicBezTo>
                  <a:cubicBezTo>
                    <a:pt x="82" y="220"/>
                    <a:pt x="83" y="217"/>
                    <a:pt x="86" y="214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3" y="53"/>
                    <a:pt x="255" y="50"/>
                    <a:pt x="255" y="46"/>
                  </a:cubicBezTo>
                  <a:cubicBezTo>
                    <a:pt x="255" y="43"/>
                    <a:pt x="253" y="40"/>
                    <a:pt x="251" y="37"/>
                  </a:cubicBezTo>
                  <a:cubicBezTo>
                    <a:pt x="245" y="31"/>
                    <a:pt x="235" y="31"/>
                    <a:pt x="229" y="37"/>
                  </a:cubicBezTo>
                  <a:lnTo>
                    <a:pt x="34" y="2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5" name="Google Shape;1495;p35"/>
            <p:cNvSpPr/>
            <p:nvPr/>
          </p:nvSpPr>
          <p:spPr>
            <a:xfrm>
              <a:off x="2555875" y="-6288088"/>
              <a:ext cx="220663" cy="344487"/>
            </a:xfrm>
            <a:custGeom>
              <a:avLst/>
              <a:gdLst/>
              <a:ahLst/>
              <a:cxnLst/>
              <a:rect l="l" t="t" r="r" b="b"/>
              <a:pathLst>
                <a:path w="284" h="444" extrusionOk="0">
                  <a:moveTo>
                    <a:pt x="240" y="444"/>
                  </a:moveTo>
                  <a:cubicBezTo>
                    <a:pt x="229" y="444"/>
                    <a:pt x="218" y="440"/>
                    <a:pt x="210" y="432"/>
                  </a:cubicBezTo>
                  <a:cubicBezTo>
                    <a:pt x="4" y="234"/>
                    <a:pt x="4" y="234"/>
                    <a:pt x="4" y="234"/>
                  </a:cubicBezTo>
                  <a:cubicBezTo>
                    <a:pt x="2" y="232"/>
                    <a:pt x="0" y="228"/>
                    <a:pt x="0" y="224"/>
                  </a:cubicBezTo>
                  <a:cubicBezTo>
                    <a:pt x="0" y="220"/>
                    <a:pt x="2" y="217"/>
                    <a:pt x="4" y="214"/>
                  </a:cubicBezTo>
                  <a:cubicBezTo>
                    <a:pt x="210" y="17"/>
                    <a:pt x="210" y="17"/>
                    <a:pt x="210" y="17"/>
                  </a:cubicBezTo>
                  <a:cubicBezTo>
                    <a:pt x="227" y="0"/>
                    <a:pt x="254" y="0"/>
                    <a:pt x="271" y="17"/>
                  </a:cubicBezTo>
                  <a:cubicBezTo>
                    <a:pt x="279" y="24"/>
                    <a:pt x="284" y="35"/>
                    <a:pt x="284" y="46"/>
                  </a:cubicBezTo>
                  <a:cubicBezTo>
                    <a:pt x="284" y="58"/>
                    <a:pt x="279" y="68"/>
                    <a:pt x="271" y="76"/>
                  </a:cubicBezTo>
                  <a:cubicBezTo>
                    <a:pt x="117" y="224"/>
                    <a:pt x="117" y="224"/>
                    <a:pt x="117" y="224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9" y="380"/>
                    <a:pt x="284" y="390"/>
                    <a:pt x="284" y="402"/>
                  </a:cubicBezTo>
                  <a:cubicBezTo>
                    <a:pt x="284" y="413"/>
                    <a:pt x="279" y="424"/>
                    <a:pt x="271" y="432"/>
                  </a:cubicBezTo>
                  <a:cubicBezTo>
                    <a:pt x="262" y="440"/>
                    <a:pt x="251" y="444"/>
                    <a:pt x="240" y="444"/>
                  </a:cubicBezTo>
                  <a:close/>
                  <a:moveTo>
                    <a:pt x="35" y="224"/>
                  </a:moveTo>
                  <a:cubicBezTo>
                    <a:pt x="230" y="411"/>
                    <a:pt x="230" y="411"/>
                    <a:pt x="230" y="411"/>
                  </a:cubicBezTo>
                  <a:cubicBezTo>
                    <a:pt x="236" y="417"/>
                    <a:pt x="245" y="417"/>
                    <a:pt x="251" y="411"/>
                  </a:cubicBezTo>
                  <a:cubicBezTo>
                    <a:pt x="254" y="409"/>
                    <a:pt x="255" y="405"/>
                    <a:pt x="255" y="402"/>
                  </a:cubicBezTo>
                  <a:cubicBezTo>
                    <a:pt x="255" y="398"/>
                    <a:pt x="254" y="395"/>
                    <a:pt x="251" y="392"/>
                  </a:cubicBezTo>
                  <a:cubicBezTo>
                    <a:pt x="87" y="234"/>
                    <a:pt x="87" y="234"/>
                    <a:pt x="87" y="234"/>
                  </a:cubicBezTo>
                  <a:cubicBezTo>
                    <a:pt x="84" y="232"/>
                    <a:pt x="82" y="228"/>
                    <a:pt x="82" y="224"/>
                  </a:cubicBezTo>
                  <a:cubicBezTo>
                    <a:pt x="82" y="220"/>
                    <a:pt x="84" y="217"/>
                    <a:pt x="87" y="214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4" y="53"/>
                    <a:pt x="255" y="50"/>
                    <a:pt x="255" y="46"/>
                  </a:cubicBezTo>
                  <a:cubicBezTo>
                    <a:pt x="255" y="43"/>
                    <a:pt x="254" y="40"/>
                    <a:pt x="251" y="37"/>
                  </a:cubicBezTo>
                  <a:cubicBezTo>
                    <a:pt x="245" y="31"/>
                    <a:pt x="236" y="31"/>
                    <a:pt x="230" y="37"/>
                  </a:cubicBezTo>
                  <a:lnTo>
                    <a:pt x="35" y="2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6" name="Google Shape;1496;p35"/>
          <p:cNvSpPr/>
          <p:nvPr/>
        </p:nvSpPr>
        <p:spPr>
          <a:xfrm>
            <a:off x="7086586" y="541102"/>
            <a:ext cx="442913" cy="444500"/>
          </a:xfrm>
          <a:custGeom>
            <a:avLst/>
            <a:gdLst/>
            <a:ahLst/>
            <a:cxnLst/>
            <a:rect l="l" t="t" r="r" b="b"/>
            <a:pathLst>
              <a:path w="572" h="572" extrusionOk="0">
                <a:moveTo>
                  <a:pt x="38" y="572"/>
                </a:moveTo>
                <a:cubicBezTo>
                  <a:pt x="17" y="572"/>
                  <a:pt x="0" y="555"/>
                  <a:pt x="0" y="534"/>
                </a:cubicBezTo>
                <a:cubicBezTo>
                  <a:pt x="0" y="304"/>
                  <a:pt x="186" y="118"/>
                  <a:pt x="415" y="118"/>
                </a:cubicBezTo>
                <a:cubicBezTo>
                  <a:pt x="416" y="118"/>
                  <a:pt x="416" y="118"/>
                  <a:pt x="416" y="118"/>
                </a:cubicBezTo>
                <a:cubicBezTo>
                  <a:pt x="355" y="73"/>
                  <a:pt x="355" y="73"/>
                  <a:pt x="355" y="73"/>
                </a:cubicBezTo>
                <a:cubicBezTo>
                  <a:pt x="339" y="60"/>
                  <a:pt x="335" y="37"/>
                  <a:pt x="348" y="20"/>
                </a:cubicBezTo>
                <a:cubicBezTo>
                  <a:pt x="360" y="3"/>
                  <a:pt x="384" y="0"/>
                  <a:pt x="401" y="12"/>
                </a:cubicBezTo>
                <a:cubicBezTo>
                  <a:pt x="401" y="12"/>
                  <a:pt x="401" y="12"/>
                  <a:pt x="401" y="12"/>
                </a:cubicBezTo>
                <a:cubicBezTo>
                  <a:pt x="552" y="126"/>
                  <a:pt x="552" y="126"/>
                  <a:pt x="552" y="126"/>
                </a:cubicBezTo>
                <a:cubicBezTo>
                  <a:pt x="569" y="138"/>
                  <a:pt x="572" y="162"/>
                  <a:pt x="559" y="179"/>
                </a:cubicBezTo>
                <a:cubicBezTo>
                  <a:pt x="557" y="181"/>
                  <a:pt x="555" y="184"/>
                  <a:pt x="552" y="186"/>
                </a:cubicBezTo>
                <a:cubicBezTo>
                  <a:pt x="401" y="300"/>
                  <a:pt x="401" y="300"/>
                  <a:pt x="401" y="300"/>
                </a:cubicBezTo>
                <a:cubicBezTo>
                  <a:pt x="394" y="304"/>
                  <a:pt x="386" y="307"/>
                  <a:pt x="378" y="307"/>
                </a:cubicBezTo>
                <a:cubicBezTo>
                  <a:pt x="357" y="307"/>
                  <a:pt x="340" y="290"/>
                  <a:pt x="340" y="269"/>
                </a:cubicBezTo>
                <a:cubicBezTo>
                  <a:pt x="340" y="257"/>
                  <a:pt x="346" y="246"/>
                  <a:pt x="355" y="239"/>
                </a:cubicBezTo>
                <a:cubicBezTo>
                  <a:pt x="416" y="194"/>
                  <a:pt x="416" y="194"/>
                  <a:pt x="416" y="194"/>
                </a:cubicBezTo>
                <a:cubicBezTo>
                  <a:pt x="228" y="194"/>
                  <a:pt x="76" y="346"/>
                  <a:pt x="76" y="534"/>
                </a:cubicBezTo>
                <a:cubicBezTo>
                  <a:pt x="76" y="555"/>
                  <a:pt x="59" y="572"/>
                  <a:pt x="38" y="572"/>
                </a:cubicBezTo>
                <a:close/>
                <a:moveTo>
                  <a:pt x="416" y="137"/>
                </a:moveTo>
                <a:cubicBezTo>
                  <a:pt x="197" y="137"/>
                  <a:pt x="19" y="314"/>
                  <a:pt x="19" y="533"/>
                </a:cubicBezTo>
                <a:cubicBezTo>
                  <a:pt x="19" y="534"/>
                  <a:pt x="19" y="534"/>
                  <a:pt x="19" y="534"/>
                </a:cubicBezTo>
                <a:cubicBezTo>
                  <a:pt x="19" y="544"/>
                  <a:pt x="27" y="553"/>
                  <a:pt x="38" y="553"/>
                </a:cubicBezTo>
                <a:cubicBezTo>
                  <a:pt x="48" y="553"/>
                  <a:pt x="57" y="544"/>
                  <a:pt x="57" y="534"/>
                </a:cubicBezTo>
                <a:cubicBezTo>
                  <a:pt x="57" y="336"/>
                  <a:pt x="218" y="175"/>
                  <a:pt x="416" y="175"/>
                </a:cubicBezTo>
                <a:cubicBezTo>
                  <a:pt x="444" y="175"/>
                  <a:pt x="444" y="175"/>
                  <a:pt x="444" y="175"/>
                </a:cubicBezTo>
                <a:cubicBezTo>
                  <a:pt x="449" y="175"/>
                  <a:pt x="454" y="179"/>
                  <a:pt x="454" y="184"/>
                </a:cubicBezTo>
                <a:cubicBezTo>
                  <a:pt x="454" y="187"/>
                  <a:pt x="452" y="190"/>
                  <a:pt x="450" y="192"/>
                </a:cubicBezTo>
                <a:cubicBezTo>
                  <a:pt x="367" y="254"/>
                  <a:pt x="367" y="254"/>
                  <a:pt x="367" y="254"/>
                </a:cubicBezTo>
                <a:cubicBezTo>
                  <a:pt x="358" y="260"/>
                  <a:pt x="357" y="272"/>
                  <a:pt x="363" y="281"/>
                </a:cubicBezTo>
                <a:cubicBezTo>
                  <a:pt x="369" y="289"/>
                  <a:pt x="381" y="291"/>
                  <a:pt x="389" y="284"/>
                </a:cubicBezTo>
                <a:cubicBezTo>
                  <a:pt x="541" y="171"/>
                  <a:pt x="541" y="171"/>
                  <a:pt x="541" y="171"/>
                </a:cubicBezTo>
                <a:cubicBezTo>
                  <a:pt x="549" y="165"/>
                  <a:pt x="551" y="153"/>
                  <a:pt x="544" y="145"/>
                </a:cubicBezTo>
                <a:cubicBezTo>
                  <a:pt x="543" y="143"/>
                  <a:pt x="542" y="142"/>
                  <a:pt x="541" y="141"/>
                </a:cubicBezTo>
                <a:cubicBezTo>
                  <a:pt x="389" y="27"/>
                  <a:pt x="389" y="27"/>
                  <a:pt x="389" y="27"/>
                </a:cubicBezTo>
                <a:cubicBezTo>
                  <a:pt x="381" y="21"/>
                  <a:pt x="369" y="23"/>
                  <a:pt x="363" y="31"/>
                </a:cubicBezTo>
                <a:cubicBezTo>
                  <a:pt x="357" y="40"/>
                  <a:pt x="358" y="51"/>
                  <a:pt x="367" y="58"/>
                </a:cubicBezTo>
                <a:cubicBezTo>
                  <a:pt x="450" y="120"/>
                  <a:pt x="450" y="120"/>
                  <a:pt x="450" y="120"/>
                </a:cubicBezTo>
                <a:cubicBezTo>
                  <a:pt x="454" y="123"/>
                  <a:pt x="455" y="129"/>
                  <a:pt x="452" y="133"/>
                </a:cubicBezTo>
                <a:cubicBezTo>
                  <a:pt x="450" y="136"/>
                  <a:pt x="447" y="137"/>
                  <a:pt x="444" y="137"/>
                </a:cubicBezTo>
                <a:lnTo>
                  <a:pt x="416" y="137"/>
                </a:lnTo>
                <a:close/>
                <a:moveTo>
                  <a:pt x="416" y="137"/>
                </a:moveTo>
                <a:cubicBezTo>
                  <a:pt x="416" y="137"/>
                  <a:pt x="416" y="137"/>
                  <a:pt x="416" y="137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497;p35"/>
          <p:cNvSpPr/>
          <p:nvPr/>
        </p:nvSpPr>
        <p:spPr>
          <a:xfrm>
            <a:off x="7903367" y="593608"/>
            <a:ext cx="439738" cy="365125"/>
          </a:xfrm>
          <a:custGeom>
            <a:avLst/>
            <a:gdLst/>
            <a:ahLst/>
            <a:cxnLst/>
            <a:rect l="l" t="t" r="r" b="b"/>
            <a:pathLst>
              <a:path w="567" h="471" extrusionOk="0">
                <a:moveTo>
                  <a:pt x="536" y="191"/>
                </a:moveTo>
                <a:cubicBezTo>
                  <a:pt x="156" y="191"/>
                  <a:pt x="156" y="191"/>
                  <a:pt x="156" y="191"/>
                </a:cubicBezTo>
                <a:cubicBezTo>
                  <a:pt x="276" y="72"/>
                  <a:pt x="276" y="72"/>
                  <a:pt x="276" y="72"/>
                </a:cubicBezTo>
                <a:cubicBezTo>
                  <a:pt x="281" y="66"/>
                  <a:pt x="285" y="58"/>
                  <a:pt x="285" y="50"/>
                </a:cubicBezTo>
                <a:cubicBezTo>
                  <a:pt x="285" y="42"/>
                  <a:pt x="281" y="34"/>
                  <a:pt x="276" y="28"/>
                </a:cubicBezTo>
                <a:cubicBezTo>
                  <a:pt x="257" y="9"/>
                  <a:pt x="257" y="9"/>
                  <a:pt x="257" y="9"/>
                </a:cubicBezTo>
                <a:cubicBezTo>
                  <a:pt x="251" y="4"/>
                  <a:pt x="243" y="0"/>
                  <a:pt x="235" y="0"/>
                </a:cubicBezTo>
                <a:cubicBezTo>
                  <a:pt x="227" y="0"/>
                  <a:pt x="219" y="3"/>
                  <a:pt x="213" y="9"/>
                </a:cubicBezTo>
                <a:cubicBezTo>
                  <a:pt x="9" y="214"/>
                  <a:pt x="9" y="214"/>
                  <a:pt x="9" y="214"/>
                </a:cubicBezTo>
                <a:cubicBezTo>
                  <a:pt x="3" y="220"/>
                  <a:pt x="0" y="227"/>
                  <a:pt x="0" y="236"/>
                </a:cubicBezTo>
                <a:cubicBezTo>
                  <a:pt x="0" y="244"/>
                  <a:pt x="3" y="252"/>
                  <a:pt x="9" y="258"/>
                </a:cubicBezTo>
                <a:cubicBezTo>
                  <a:pt x="213" y="462"/>
                  <a:pt x="213" y="462"/>
                  <a:pt x="213" y="462"/>
                </a:cubicBezTo>
                <a:cubicBezTo>
                  <a:pt x="219" y="468"/>
                  <a:pt x="227" y="471"/>
                  <a:pt x="235" y="471"/>
                </a:cubicBezTo>
                <a:cubicBezTo>
                  <a:pt x="243" y="471"/>
                  <a:pt x="251" y="468"/>
                  <a:pt x="257" y="462"/>
                </a:cubicBezTo>
                <a:cubicBezTo>
                  <a:pt x="276" y="444"/>
                  <a:pt x="276" y="444"/>
                  <a:pt x="276" y="444"/>
                </a:cubicBezTo>
                <a:cubicBezTo>
                  <a:pt x="281" y="438"/>
                  <a:pt x="285" y="430"/>
                  <a:pt x="285" y="422"/>
                </a:cubicBezTo>
                <a:cubicBezTo>
                  <a:pt x="285" y="413"/>
                  <a:pt x="281" y="406"/>
                  <a:pt x="276" y="400"/>
                </a:cubicBezTo>
                <a:cubicBezTo>
                  <a:pt x="155" y="280"/>
                  <a:pt x="155" y="280"/>
                  <a:pt x="155" y="280"/>
                </a:cubicBezTo>
                <a:cubicBezTo>
                  <a:pt x="535" y="280"/>
                  <a:pt x="535" y="280"/>
                  <a:pt x="535" y="280"/>
                </a:cubicBezTo>
                <a:cubicBezTo>
                  <a:pt x="552" y="280"/>
                  <a:pt x="567" y="265"/>
                  <a:pt x="567" y="248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7" y="205"/>
                  <a:pt x="552" y="191"/>
                  <a:pt x="535" y="191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8" name="Google Shape;1498;p35"/>
          <p:cNvGrpSpPr/>
          <p:nvPr/>
        </p:nvGrpSpPr>
        <p:grpSpPr>
          <a:xfrm>
            <a:off x="1416030" y="613966"/>
            <a:ext cx="441325" cy="322262"/>
            <a:chOff x="1641475" y="-6289676"/>
            <a:chExt cx="441325" cy="322262"/>
          </a:xfrm>
          <a:solidFill>
            <a:schemeClr val="bg1">
              <a:lumMod val="85000"/>
            </a:schemeClr>
          </a:solidFill>
        </p:grpSpPr>
        <p:sp>
          <p:nvSpPr>
            <p:cNvPr id="109" name="Google Shape;1499;p35"/>
            <p:cNvSpPr/>
            <p:nvPr/>
          </p:nvSpPr>
          <p:spPr>
            <a:xfrm>
              <a:off x="1830387" y="-6289676"/>
              <a:ext cx="252413" cy="322262"/>
            </a:xfrm>
            <a:custGeom>
              <a:avLst/>
              <a:gdLst/>
              <a:ahLst/>
              <a:cxnLst/>
              <a:rect l="l" t="t" r="r" b="b"/>
              <a:pathLst>
                <a:path w="325" h="416" extrusionOk="0">
                  <a:moveTo>
                    <a:pt x="318" y="196"/>
                  </a:moveTo>
                  <a:cubicBezTo>
                    <a:pt x="148" y="7"/>
                    <a:pt x="148" y="7"/>
                    <a:pt x="148" y="7"/>
                  </a:cubicBezTo>
                  <a:cubicBezTo>
                    <a:pt x="145" y="3"/>
                    <a:pt x="139" y="0"/>
                    <a:pt x="134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3" y="0"/>
                    <a:pt x="7" y="5"/>
                    <a:pt x="3" y="12"/>
                  </a:cubicBezTo>
                  <a:cubicBezTo>
                    <a:pt x="0" y="18"/>
                    <a:pt x="2" y="26"/>
                    <a:pt x="7" y="32"/>
                  </a:cubicBezTo>
                  <a:cubicBezTo>
                    <a:pt x="165" y="208"/>
                    <a:pt x="165" y="208"/>
                    <a:pt x="165" y="208"/>
                  </a:cubicBezTo>
                  <a:cubicBezTo>
                    <a:pt x="7" y="385"/>
                    <a:pt x="7" y="385"/>
                    <a:pt x="7" y="385"/>
                  </a:cubicBezTo>
                  <a:cubicBezTo>
                    <a:pt x="2" y="390"/>
                    <a:pt x="0" y="398"/>
                    <a:pt x="3" y="405"/>
                  </a:cubicBezTo>
                  <a:cubicBezTo>
                    <a:pt x="7" y="412"/>
                    <a:pt x="13" y="416"/>
                    <a:pt x="21" y="416"/>
                  </a:cubicBezTo>
                  <a:cubicBezTo>
                    <a:pt x="134" y="416"/>
                    <a:pt x="134" y="416"/>
                    <a:pt x="134" y="416"/>
                  </a:cubicBezTo>
                  <a:cubicBezTo>
                    <a:pt x="139" y="416"/>
                    <a:pt x="145" y="414"/>
                    <a:pt x="148" y="410"/>
                  </a:cubicBezTo>
                  <a:cubicBezTo>
                    <a:pt x="318" y="221"/>
                    <a:pt x="318" y="221"/>
                    <a:pt x="318" y="221"/>
                  </a:cubicBezTo>
                  <a:cubicBezTo>
                    <a:pt x="325" y="214"/>
                    <a:pt x="325" y="203"/>
                    <a:pt x="318" y="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" name="Google Shape;1500;p35"/>
            <p:cNvSpPr/>
            <p:nvPr/>
          </p:nvSpPr>
          <p:spPr>
            <a:xfrm>
              <a:off x="1641475" y="-6289676"/>
              <a:ext cx="250825" cy="322262"/>
            </a:xfrm>
            <a:custGeom>
              <a:avLst/>
              <a:gdLst/>
              <a:ahLst/>
              <a:cxnLst/>
              <a:rect l="l" t="t" r="r" b="b"/>
              <a:pathLst>
                <a:path w="324" h="416" extrusionOk="0">
                  <a:moveTo>
                    <a:pt x="318" y="196"/>
                  </a:moveTo>
                  <a:cubicBezTo>
                    <a:pt x="147" y="7"/>
                    <a:pt x="147" y="7"/>
                    <a:pt x="147" y="7"/>
                  </a:cubicBezTo>
                  <a:cubicBezTo>
                    <a:pt x="144" y="3"/>
                    <a:pt x="139" y="0"/>
                    <a:pt x="133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3" y="0"/>
                    <a:pt x="6" y="5"/>
                    <a:pt x="3" y="12"/>
                  </a:cubicBezTo>
                  <a:cubicBezTo>
                    <a:pt x="0" y="18"/>
                    <a:pt x="1" y="26"/>
                    <a:pt x="6" y="32"/>
                  </a:cubicBezTo>
                  <a:cubicBezTo>
                    <a:pt x="165" y="208"/>
                    <a:pt x="165" y="208"/>
                    <a:pt x="165" y="208"/>
                  </a:cubicBezTo>
                  <a:cubicBezTo>
                    <a:pt x="6" y="385"/>
                    <a:pt x="6" y="385"/>
                    <a:pt x="6" y="385"/>
                  </a:cubicBezTo>
                  <a:cubicBezTo>
                    <a:pt x="1" y="390"/>
                    <a:pt x="0" y="398"/>
                    <a:pt x="3" y="405"/>
                  </a:cubicBezTo>
                  <a:cubicBezTo>
                    <a:pt x="6" y="412"/>
                    <a:pt x="13" y="416"/>
                    <a:pt x="20" y="416"/>
                  </a:cubicBezTo>
                  <a:cubicBezTo>
                    <a:pt x="133" y="416"/>
                    <a:pt x="133" y="416"/>
                    <a:pt x="133" y="416"/>
                  </a:cubicBezTo>
                  <a:cubicBezTo>
                    <a:pt x="139" y="416"/>
                    <a:pt x="144" y="414"/>
                    <a:pt x="147" y="410"/>
                  </a:cubicBezTo>
                  <a:cubicBezTo>
                    <a:pt x="318" y="221"/>
                    <a:pt x="318" y="221"/>
                    <a:pt x="318" y="221"/>
                  </a:cubicBezTo>
                  <a:cubicBezTo>
                    <a:pt x="324" y="214"/>
                    <a:pt x="324" y="203"/>
                    <a:pt x="318" y="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1" name="Google Shape;1501;p35"/>
          <p:cNvGrpSpPr/>
          <p:nvPr/>
        </p:nvGrpSpPr>
        <p:grpSpPr>
          <a:xfrm>
            <a:off x="8712487" y="545847"/>
            <a:ext cx="438150" cy="439737"/>
            <a:chOff x="4592638" y="-6359526"/>
            <a:chExt cx="438150" cy="439737"/>
          </a:xfrm>
          <a:solidFill>
            <a:schemeClr val="bg1">
              <a:lumMod val="85000"/>
            </a:schemeClr>
          </a:solidFill>
        </p:grpSpPr>
        <p:sp>
          <p:nvSpPr>
            <p:cNvPr id="112" name="Google Shape;1502;p35"/>
            <p:cNvSpPr/>
            <p:nvPr/>
          </p:nvSpPr>
          <p:spPr>
            <a:xfrm>
              <a:off x="4592638" y="-6359526"/>
              <a:ext cx="438150" cy="439737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4" y="567"/>
                  </a:moveTo>
                  <a:cubicBezTo>
                    <a:pt x="127" y="567"/>
                    <a:pt x="0" y="440"/>
                    <a:pt x="0" y="283"/>
                  </a:cubicBezTo>
                  <a:cubicBezTo>
                    <a:pt x="0" y="127"/>
                    <a:pt x="127" y="0"/>
                    <a:pt x="284" y="0"/>
                  </a:cubicBezTo>
                  <a:cubicBezTo>
                    <a:pt x="440" y="0"/>
                    <a:pt x="567" y="127"/>
                    <a:pt x="567" y="283"/>
                  </a:cubicBezTo>
                  <a:cubicBezTo>
                    <a:pt x="567" y="440"/>
                    <a:pt x="440" y="567"/>
                    <a:pt x="284" y="567"/>
                  </a:cubicBezTo>
                  <a:close/>
                  <a:moveTo>
                    <a:pt x="284" y="35"/>
                  </a:moveTo>
                  <a:cubicBezTo>
                    <a:pt x="147" y="35"/>
                    <a:pt x="36" y="146"/>
                    <a:pt x="36" y="283"/>
                  </a:cubicBezTo>
                  <a:cubicBezTo>
                    <a:pt x="36" y="420"/>
                    <a:pt x="147" y="531"/>
                    <a:pt x="284" y="531"/>
                  </a:cubicBezTo>
                  <a:cubicBezTo>
                    <a:pt x="421" y="531"/>
                    <a:pt x="532" y="420"/>
                    <a:pt x="532" y="283"/>
                  </a:cubicBezTo>
                  <a:cubicBezTo>
                    <a:pt x="532" y="146"/>
                    <a:pt x="421" y="35"/>
                    <a:pt x="284" y="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" name="Google Shape;1503;p35"/>
            <p:cNvSpPr/>
            <p:nvPr/>
          </p:nvSpPr>
          <p:spPr>
            <a:xfrm>
              <a:off x="4729163" y="-6259513"/>
              <a:ext cx="133350" cy="238125"/>
            </a:xfrm>
            <a:custGeom>
              <a:avLst/>
              <a:gdLst/>
              <a:ahLst/>
              <a:cxnLst/>
              <a:rect l="l" t="t" r="r" b="b"/>
              <a:pathLst>
                <a:path w="173" h="308" extrusionOk="0">
                  <a:moveTo>
                    <a:pt x="148" y="308"/>
                  </a:moveTo>
                  <a:cubicBezTo>
                    <a:pt x="7" y="167"/>
                    <a:pt x="7" y="167"/>
                    <a:pt x="7" y="167"/>
                  </a:cubicBezTo>
                  <a:cubicBezTo>
                    <a:pt x="0" y="160"/>
                    <a:pt x="0" y="149"/>
                    <a:pt x="7" y="142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73" y="25"/>
                    <a:pt x="173" y="25"/>
                    <a:pt x="173" y="25"/>
                  </a:cubicBezTo>
                  <a:cubicBezTo>
                    <a:pt x="44" y="154"/>
                    <a:pt x="44" y="154"/>
                    <a:pt x="44" y="154"/>
                  </a:cubicBezTo>
                  <a:cubicBezTo>
                    <a:pt x="173" y="283"/>
                    <a:pt x="173" y="283"/>
                    <a:pt x="173" y="283"/>
                  </a:cubicBezTo>
                  <a:lnTo>
                    <a:pt x="148" y="3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4" name="Google Shape;1504;p35"/>
          <p:cNvSpPr/>
          <p:nvPr/>
        </p:nvSpPr>
        <p:spPr>
          <a:xfrm>
            <a:off x="9541668" y="542129"/>
            <a:ext cx="438150" cy="439737"/>
          </a:xfrm>
          <a:custGeom>
            <a:avLst/>
            <a:gdLst/>
            <a:ahLst/>
            <a:cxnLst/>
            <a:rect l="l" t="t" r="r" b="b"/>
            <a:pathLst>
              <a:path w="566" h="567" extrusionOk="0">
                <a:moveTo>
                  <a:pt x="284" y="0"/>
                </a:moveTo>
                <a:cubicBezTo>
                  <a:pt x="128" y="0"/>
                  <a:pt x="0" y="126"/>
                  <a:pt x="0" y="282"/>
                </a:cubicBezTo>
                <a:cubicBezTo>
                  <a:pt x="0" y="438"/>
                  <a:pt x="128" y="567"/>
                  <a:pt x="284" y="567"/>
                </a:cubicBezTo>
                <a:cubicBezTo>
                  <a:pt x="440" y="567"/>
                  <a:pt x="566" y="438"/>
                  <a:pt x="566" y="282"/>
                </a:cubicBezTo>
                <a:cubicBezTo>
                  <a:pt x="566" y="126"/>
                  <a:pt x="440" y="0"/>
                  <a:pt x="284" y="0"/>
                </a:cubicBezTo>
                <a:close/>
                <a:moveTo>
                  <a:pt x="209" y="448"/>
                </a:moveTo>
                <a:cubicBezTo>
                  <a:pt x="188" y="427"/>
                  <a:pt x="188" y="427"/>
                  <a:pt x="188" y="427"/>
                </a:cubicBezTo>
                <a:cubicBezTo>
                  <a:pt x="181" y="420"/>
                  <a:pt x="181" y="408"/>
                  <a:pt x="188" y="401"/>
                </a:cubicBezTo>
                <a:cubicBezTo>
                  <a:pt x="292" y="297"/>
                  <a:pt x="292" y="297"/>
                  <a:pt x="292" y="297"/>
                </a:cubicBezTo>
                <a:cubicBezTo>
                  <a:pt x="300" y="289"/>
                  <a:pt x="300" y="276"/>
                  <a:pt x="292" y="268"/>
                </a:cubicBezTo>
                <a:cubicBezTo>
                  <a:pt x="188" y="166"/>
                  <a:pt x="188" y="166"/>
                  <a:pt x="188" y="166"/>
                </a:cubicBezTo>
                <a:cubicBezTo>
                  <a:pt x="181" y="159"/>
                  <a:pt x="181" y="147"/>
                  <a:pt x="188" y="139"/>
                </a:cubicBezTo>
                <a:cubicBezTo>
                  <a:pt x="209" y="119"/>
                  <a:pt x="209" y="119"/>
                  <a:pt x="209" y="119"/>
                </a:cubicBezTo>
                <a:cubicBezTo>
                  <a:pt x="216" y="112"/>
                  <a:pt x="228" y="112"/>
                  <a:pt x="235" y="119"/>
                </a:cubicBezTo>
                <a:cubicBezTo>
                  <a:pt x="386" y="268"/>
                  <a:pt x="386" y="268"/>
                  <a:pt x="386" y="268"/>
                </a:cubicBezTo>
                <a:cubicBezTo>
                  <a:pt x="394" y="276"/>
                  <a:pt x="394" y="289"/>
                  <a:pt x="386" y="297"/>
                </a:cubicBezTo>
                <a:cubicBezTo>
                  <a:pt x="235" y="448"/>
                  <a:pt x="235" y="448"/>
                  <a:pt x="235" y="448"/>
                </a:cubicBezTo>
                <a:cubicBezTo>
                  <a:pt x="228" y="455"/>
                  <a:pt x="216" y="455"/>
                  <a:pt x="209" y="448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505;p35"/>
          <p:cNvSpPr/>
          <p:nvPr/>
        </p:nvSpPr>
        <p:spPr>
          <a:xfrm>
            <a:off x="10355274" y="556301"/>
            <a:ext cx="439738" cy="439737"/>
          </a:xfrm>
          <a:custGeom>
            <a:avLst/>
            <a:gdLst/>
            <a:ahLst/>
            <a:cxnLst/>
            <a:rect l="l" t="t" r="r" b="b"/>
            <a:pathLst>
              <a:path w="567" h="567" extrusionOk="0">
                <a:moveTo>
                  <a:pt x="0" y="283"/>
                </a:moveTo>
                <a:cubicBezTo>
                  <a:pt x="0" y="127"/>
                  <a:pt x="127" y="0"/>
                  <a:pt x="284" y="0"/>
                </a:cubicBezTo>
                <a:cubicBezTo>
                  <a:pt x="440" y="0"/>
                  <a:pt x="567" y="127"/>
                  <a:pt x="567" y="283"/>
                </a:cubicBezTo>
                <a:cubicBezTo>
                  <a:pt x="567" y="440"/>
                  <a:pt x="440" y="567"/>
                  <a:pt x="284" y="567"/>
                </a:cubicBezTo>
                <a:cubicBezTo>
                  <a:pt x="127" y="567"/>
                  <a:pt x="0" y="440"/>
                  <a:pt x="0" y="283"/>
                </a:cubicBezTo>
                <a:close/>
                <a:moveTo>
                  <a:pt x="324" y="164"/>
                </a:moveTo>
                <a:cubicBezTo>
                  <a:pt x="316" y="156"/>
                  <a:pt x="304" y="156"/>
                  <a:pt x="296" y="164"/>
                </a:cubicBezTo>
                <a:cubicBezTo>
                  <a:pt x="289" y="171"/>
                  <a:pt x="289" y="184"/>
                  <a:pt x="296" y="192"/>
                </a:cubicBezTo>
                <a:cubicBezTo>
                  <a:pt x="355" y="250"/>
                  <a:pt x="355" y="250"/>
                  <a:pt x="355" y="250"/>
                </a:cubicBezTo>
                <a:cubicBezTo>
                  <a:pt x="152" y="250"/>
                  <a:pt x="152" y="250"/>
                  <a:pt x="152" y="250"/>
                </a:cubicBezTo>
                <a:cubicBezTo>
                  <a:pt x="141" y="250"/>
                  <a:pt x="132" y="259"/>
                  <a:pt x="132" y="270"/>
                </a:cubicBezTo>
                <a:cubicBezTo>
                  <a:pt x="132" y="281"/>
                  <a:pt x="141" y="290"/>
                  <a:pt x="152" y="290"/>
                </a:cubicBezTo>
                <a:cubicBezTo>
                  <a:pt x="359" y="290"/>
                  <a:pt x="359" y="290"/>
                  <a:pt x="359" y="290"/>
                </a:cubicBezTo>
                <a:cubicBezTo>
                  <a:pt x="295" y="362"/>
                  <a:pt x="295" y="362"/>
                  <a:pt x="295" y="362"/>
                </a:cubicBezTo>
                <a:cubicBezTo>
                  <a:pt x="288" y="371"/>
                  <a:pt x="289" y="383"/>
                  <a:pt x="297" y="390"/>
                </a:cubicBezTo>
                <a:cubicBezTo>
                  <a:pt x="305" y="398"/>
                  <a:pt x="318" y="397"/>
                  <a:pt x="325" y="388"/>
                </a:cubicBezTo>
                <a:cubicBezTo>
                  <a:pt x="417" y="283"/>
                  <a:pt x="417" y="283"/>
                  <a:pt x="417" y="283"/>
                </a:cubicBezTo>
                <a:cubicBezTo>
                  <a:pt x="424" y="275"/>
                  <a:pt x="424" y="263"/>
                  <a:pt x="416" y="256"/>
                </a:cubicBezTo>
                <a:lnTo>
                  <a:pt x="324" y="164"/>
                </a:lnTo>
                <a:close/>
                <a:moveTo>
                  <a:pt x="324" y="164"/>
                </a:moveTo>
                <a:cubicBezTo>
                  <a:pt x="324" y="164"/>
                  <a:pt x="324" y="164"/>
                  <a:pt x="324" y="164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6" name="Google Shape;1506;p35"/>
          <p:cNvGrpSpPr/>
          <p:nvPr/>
        </p:nvGrpSpPr>
        <p:grpSpPr>
          <a:xfrm>
            <a:off x="3034148" y="538162"/>
            <a:ext cx="438151" cy="446087"/>
            <a:chOff x="6708775" y="-6361113"/>
            <a:chExt cx="438151" cy="446087"/>
          </a:xfrm>
          <a:solidFill>
            <a:schemeClr val="bg1">
              <a:lumMod val="85000"/>
            </a:schemeClr>
          </a:solidFill>
        </p:grpSpPr>
        <p:sp>
          <p:nvSpPr>
            <p:cNvPr id="117" name="Google Shape;1507;p35"/>
            <p:cNvSpPr/>
            <p:nvPr/>
          </p:nvSpPr>
          <p:spPr>
            <a:xfrm>
              <a:off x="6708775" y="-6361113"/>
              <a:ext cx="398463" cy="236537"/>
            </a:xfrm>
            <a:custGeom>
              <a:avLst/>
              <a:gdLst/>
              <a:ahLst/>
              <a:cxnLst/>
              <a:rect l="l" t="t" r="r" b="b"/>
              <a:pathLst>
                <a:path w="515" h="306" extrusionOk="0">
                  <a:moveTo>
                    <a:pt x="80" y="305"/>
                  </a:moveTo>
                  <a:cubicBezTo>
                    <a:pt x="14" y="296"/>
                    <a:pt x="14" y="296"/>
                    <a:pt x="14" y="296"/>
                  </a:cubicBezTo>
                  <a:cubicBezTo>
                    <a:pt x="6" y="294"/>
                    <a:pt x="0" y="287"/>
                    <a:pt x="0" y="279"/>
                  </a:cubicBezTo>
                  <a:cubicBezTo>
                    <a:pt x="4" y="124"/>
                    <a:pt x="128" y="3"/>
                    <a:pt x="282" y="3"/>
                  </a:cubicBezTo>
                  <a:cubicBezTo>
                    <a:pt x="333" y="3"/>
                    <a:pt x="383" y="17"/>
                    <a:pt x="427" y="44"/>
                  </a:cubicBezTo>
                  <a:cubicBezTo>
                    <a:pt x="461" y="10"/>
                    <a:pt x="461" y="10"/>
                    <a:pt x="461" y="10"/>
                  </a:cubicBezTo>
                  <a:cubicBezTo>
                    <a:pt x="471" y="0"/>
                    <a:pt x="488" y="6"/>
                    <a:pt x="490" y="19"/>
                  </a:cubicBezTo>
                  <a:cubicBezTo>
                    <a:pt x="513" y="184"/>
                    <a:pt x="513" y="184"/>
                    <a:pt x="513" y="184"/>
                  </a:cubicBezTo>
                  <a:cubicBezTo>
                    <a:pt x="515" y="195"/>
                    <a:pt x="505" y="204"/>
                    <a:pt x="494" y="202"/>
                  </a:cubicBezTo>
                  <a:cubicBezTo>
                    <a:pt x="330" y="179"/>
                    <a:pt x="330" y="179"/>
                    <a:pt x="330" y="179"/>
                  </a:cubicBezTo>
                  <a:cubicBezTo>
                    <a:pt x="316" y="177"/>
                    <a:pt x="311" y="160"/>
                    <a:pt x="321" y="151"/>
                  </a:cubicBezTo>
                  <a:cubicBezTo>
                    <a:pt x="354" y="118"/>
                    <a:pt x="354" y="118"/>
                    <a:pt x="354" y="118"/>
                  </a:cubicBezTo>
                  <a:cubicBezTo>
                    <a:pt x="331" y="108"/>
                    <a:pt x="307" y="103"/>
                    <a:pt x="282" y="103"/>
                  </a:cubicBezTo>
                  <a:cubicBezTo>
                    <a:pt x="180" y="103"/>
                    <a:pt x="98" y="186"/>
                    <a:pt x="99" y="288"/>
                  </a:cubicBezTo>
                  <a:cubicBezTo>
                    <a:pt x="99" y="299"/>
                    <a:pt x="90" y="306"/>
                    <a:pt x="80" y="30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8" name="Google Shape;1508;p35"/>
            <p:cNvSpPr/>
            <p:nvPr/>
          </p:nvSpPr>
          <p:spPr>
            <a:xfrm>
              <a:off x="6748463" y="-6153151"/>
              <a:ext cx="398463" cy="238125"/>
            </a:xfrm>
            <a:custGeom>
              <a:avLst/>
              <a:gdLst/>
              <a:ahLst/>
              <a:cxnLst/>
              <a:rect l="l" t="t" r="r" b="b"/>
              <a:pathLst>
                <a:path w="516" h="306" extrusionOk="0">
                  <a:moveTo>
                    <a:pt x="233" y="301"/>
                  </a:moveTo>
                  <a:cubicBezTo>
                    <a:pt x="182" y="301"/>
                    <a:pt x="132" y="288"/>
                    <a:pt x="88" y="261"/>
                  </a:cubicBezTo>
                  <a:cubicBezTo>
                    <a:pt x="53" y="296"/>
                    <a:pt x="53" y="296"/>
                    <a:pt x="53" y="296"/>
                  </a:cubicBezTo>
                  <a:cubicBezTo>
                    <a:pt x="43" y="306"/>
                    <a:pt x="27" y="300"/>
                    <a:pt x="25" y="287"/>
                  </a:cubicBezTo>
                  <a:cubicBezTo>
                    <a:pt x="1" y="122"/>
                    <a:pt x="1" y="122"/>
                    <a:pt x="1" y="122"/>
                  </a:cubicBezTo>
                  <a:cubicBezTo>
                    <a:pt x="0" y="111"/>
                    <a:pt x="9" y="102"/>
                    <a:pt x="20" y="104"/>
                  </a:cubicBezTo>
                  <a:cubicBezTo>
                    <a:pt x="185" y="127"/>
                    <a:pt x="185" y="127"/>
                    <a:pt x="185" y="127"/>
                  </a:cubicBezTo>
                  <a:cubicBezTo>
                    <a:pt x="198" y="129"/>
                    <a:pt x="204" y="146"/>
                    <a:pt x="194" y="155"/>
                  </a:cubicBezTo>
                  <a:cubicBezTo>
                    <a:pt x="162" y="187"/>
                    <a:pt x="162" y="187"/>
                    <a:pt x="162" y="187"/>
                  </a:cubicBezTo>
                  <a:cubicBezTo>
                    <a:pt x="185" y="197"/>
                    <a:pt x="209" y="202"/>
                    <a:pt x="233" y="202"/>
                  </a:cubicBezTo>
                  <a:cubicBezTo>
                    <a:pt x="334" y="202"/>
                    <a:pt x="416" y="120"/>
                    <a:pt x="416" y="19"/>
                  </a:cubicBezTo>
                  <a:cubicBezTo>
                    <a:pt x="416" y="7"/>
                    <a:pt x="426" y="0"/>
                    <a:pt x="435" y="1"/>
                  </a:cubicBezTo>
                  <a:cubicBezTo>
                    <a:pt x="501" y="11"/>
                    <a:pt x="501" y="11"/>
                    <a:pt x="501" y="11"/>
                  </a:cubicBezTo>
                  <a:cubicBezTo>
                    <a:pt x="510" y="12"/>
                    <a:pt x="516" y="19"/>
                    <a:pt x="516" y="28"/>
                  </a:cubicBezTo>
                  <a:cubicBezTo>
                    <a:pt x="511" y="181"/>
                    <a:pt x="387" y="301"/>
                    <a:pt x="233" y="3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9" name="Google Shape;1509;p35"/>
          <p:cNvGrpSpPr/>
          <p:nvPr/>
        </p:nvGrpSpPr>
        <p:grpSpPr>
          <a:xfrm>
            <a:off x="4624657" y="547452"/>
            <a:ext cx="474663" cy="438150"/>
            <a:chOff x="7458075" y="-6346826"/>
            <a:chExt cx="474663" cy="438150"/>
          </a:xfrm>
          <a:solidFill>
            <a:schemeClr val="bg1">
              <a:lumMod val="85000"/>
            </a:schemeClr>
          </a:solidFill>
        </p:grpSpPr>
        <p:sp>
          <p:nvSpPr>
            <p:cNvPr id="120" name="Google Shape;1510;p35"/>
            <p:cNvSpPr/>
            <p:nvPr/>
          </p:nvSpPr>
          <p:spPr>
            <a:xfrm>
              <a:off x="7458075" y="-6346826"/>
              <a:ext cx="244475" cy="431800"/>
            </a:xfrm>
            <a:custGeom>
              <a:avLst/>
              <a:gdLst/>
              <a:ahLst/>
              <a:cxnLst/>
              <a:rect l="l" t="t" r="r" b="b"/>
              <a:pathLst>
                <a:path w="315" h="558" extrusionOk="0">
                  <a:moveTo>
                    <a:pt x="164" y="430"/>
                  </a:moveTo>
                  <a:cubicBezTo>
                    <a:pt x="141" y="409"/>
                    <a:pt x="124" y="384"/>
                    <a:pt x="114" y="357"/>
                  </a:cubicBezTo>
                  <a:cubicBezTo>
                    <a:pt x="85" y="286"/>
                    <a:pt x="98" y="202"/>
                    <a:pt x="155" y="144"/>
                  </a:cubicBezTo>
                  <a:cubicBezTo>
                    <a:pt x="207" y="196"/>
                    <a:pt x="207" y="196"/>
                    <a:pt x="207" y="196"/>
                  </a:cubicBezTo>
                  <a:cubicBezTo>
                    <a:pt x="210" y="199"/>
                    <a:pt x="215" y="197"/>
                    <a:pt x="216" y="192"/>
                  </a:cubicBezTo>
                  <a:cubicBezTo>
                    <a:pt x="244" y="6"/>
                    <a:pt x="244" y="6"/>
                    <a:pt x="244" y="6"/>
                  </a:cubicBezTo>
                  <a:cubicBezTo>
                    <a:pt x="245" y="3"/>
                    <a:pt x="242" y="0"/>
                    <a:pt x="239" y="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48" y="30"/>
                    <a:pt x="46" y="35"/>
                    <a:pt x="49" y="38"/>
                  </a:cubicBezTo>
                  <a:cubicBezTo>
                    <a:pt x="101" y="90"/>
                    <a:pt x="101" y="90"/>
                    <a:pt x="101" y="90"/>
                  </a:cubicBezTo>
                  <a:cubicBezTo>
                    <a:pt x="15" y="178"/>
                    <a:pt x="0" y="311"/>
                    <a:pt x="57" y="414"/>
                  </a:cubicBezTo>
                  <a:cubicBezTo>
                    <a:pt x="74" y="445"/>
                    <a:pt x="97" y="474"/>
                    <a:pt x="127" y="498"/>
                  </a:cubicBezTo>
                  <a:cubicBezTo>
                    <a:pt x="178" y="538"/>
                    <a:pt x="241" y="558"/>
                    <a:pt x="303" y="556"/>
                  </a:cubicBezTo>
                  <a:cubicBezTo>
                    <a:pt x="315" y="480"/>
                    <a:pt x="315" y="480"/>
                    <a:pt x="315" y="480"/>
                  </a:cubicBezTo>
                  <a:cubicBezTo>
                    <a:pt x="261" y="484"/>
                    <a:pt x="206" y="468"/>
                    <a:pt x="164" y="430"/>
                  </a:cubicBezTo>
                  <a:close/>
                  <a:moveTo>
                    <a:pt x="164" y="430"/>
                  </a:moveTo>
                  <a:cubicBezTo>
                    <a:pt x="164" y="430"/>
                    <a:pt x="164" y="430"/>
                    <a:pt x="164" y="43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1" name="Google Shape;1511;p35"/>
            <p:cNvSpPr/>
            <p:nvPr/>
          </p:nvSpPr>
          <p:spPr>
            <a:xfrm>
              <a:off x="7688263" y="-6340476"/>
              <a:ext cx="244475" cy="431800"/>
            </a:xfrm>
            <a:custGeom>
              <a:avLst/>
              <a:gdLst/>
              <a:ahLst/>
              <a:cxnLst/>
              <a:rect l="l" t="t" r="r" b="b"/>
              <a:pathLst>
                <a:path w="315" h="558" extrusionOk="0">
                  <a:moveTo>
                    <a:pt x="214" y="468"/>
                  </a:moveTo>
                  <a:cubicBezTo>
                    <a:pt x="301" y="380"/>
                    <a:pt x="315" y="247"/>
                    <a:pt x="259" y="144"/>
                  </a:cubicBezTo>
                  <a:cubicBezTo>
                    <a:pt x="242" y="113"/>
                    <a:pt x="218" y="84"/>
                    <a:pt x="188" y="60"/>
                  </a:cubicBezTo>
                  <a:cubicBezTo>
                    <a:pt x="137" y="20"/>
                    <a:pt x="74" y="0"/>
                    <a:pt x="12" y="2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54" y="74"/>
                    <a:pt x="109" y="90"/>
                    <a:pt x="151" y="128"/>
                  </a:cubicBezTo>
                  <a:cubicBezTo>
                    <a:pt x="174" y="149"/>
                    <a:pt x="191" y="174"/>
                    <a:pt x="202" y="201"/>
                  </a:cubicBezTo>
                  <a:cubicBezTo>
                    <a:pt x="231" y="272"/>
                    <a:pt x="217" y="356"/>
                    <a:pt x="161" y="414"/>
                  </a:cubicBezTo>
                  <a:cubicBezTo>
                    <a:pt x="108" y="362"/>
                    <a:pt x="108" y="362"/>
                    <a:pt x="108" y="362"/>
                  </a:cubicBezTo>
                  <a:cubicBezTo>
                    <a:pt x="106" y="359"/>
                    <a:pt x="100" y="361"/>
                    <a:pt x="100" y="366"/>
                  </a:cubicBezTo>
                  <a:cubicBezTo>
                    <a:pt x="71" y="552"/>
                    <a:pt x="71" y="552"/>
                    <a:pt x="71" y="552"/>
                  </a:cubicBezTo>
                  <a:cubicBezTo>
                    <a:pt x="71" y="555"/>
                    <a:pt x="73" y="558"/>
                    <a:pt x="76" y="557"/>
                  </a:cubicBezTo>
                  <a:cubicBezTo>
                    <a:pt x="263" y="529"/>
                    <a:pt x="263" y="529"/>
                    <a:pt x="263" y="529"/>
                  </a:cubicBezTo>
                  <a:cubicBezTo>
                    <a:pt x="267" y="528"/>
                    <a:pt x="269" y="523"/>
                    <a:pt x="267" y="520"/>
                  </a:cubicBezTo>
                  <a:lnTo>
                    <a:pt x="214" y="468"/>
                  </a:lnTo>
                  <a:close/>
                  <a:moveTo>
                    <a:pt x="214" y="468"/>
                  </a:moveTo>
                  <a:cubicBezTo>
                    <a:pt x="214" y="468"/>
                    <a:pt x="214" y="468"/>
                    <a:pt x="214" y="46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2" name="Google Shape;1512;p35"/>
          <p:cNvGrpSpPr/>
          <p:nvPr/>
        </p:nvGrpSpPr>
        <p:grpSpPr>
          <a:xfrm>
            <a:off x="5451857" y="538162"/>
            <a:ext cx="476250" cy="446087"/>
            <a:chOff x="8037513" y="-6384926"/>
            <a:chExt cx="476250" cy="446087"/>
          </a:xfrm>
          <a:solidFill>
            <a:schemeClr val="bg1">
              <a:lumMod val="85000"/>
            </a:schemeClr>
          </a:solidFill>
        </p:grpSpPr>
        <p:sp>
          <p:nvSpPr>
            <p:cNvPr id="123" name="Google Shape;1513;p35"/>
            <p:cNvSpPr/>
            <p:nvPr/>
          </p:nvSpPr>
          <p:spPr>
            <a:xfrm>
              <a:off x="8037513" y="-6378576"/>
              <a:ext cx="273050" cy="439737"/>
            </a:xfrm>
            <a:custGeom>
              <a:avLst/>
              <a:gdLst/>
              <a:ahLst/>
              <a:cxnLst/>
              <a:rect l="l" t="t" r="r" b="b"/>
              <a:pathLst>
                <a:path w="352" h="567" extrusionOk="0">
                  <a:moveTo>
                    <a:pt x="351" y="541"/>
                  </a:moveTo>
                  <a:cubicBezTo>
                    <a:pt x="350" y="528"/>
                    <a:pt x="339" y="518"/>
                    <a:pt x="325" y="520"/>
                  </a:cubicBezTo>
                  <a:cubicBezTo>
                    <a:pt x="218" y="527"/>
                    <a:pt x="118" y="461"/>
                    <a:pt x="85" y="358"/>
                  </a:cubicBezTo>
                  <a:cubicBezTo>
                    <a:pt x="51" y="260"/>
                    <a:pt x="87" y="154"/>
                    <a:pt x="167" y="94"/>
                  </a:cubicBezTo>
                  <a:cubicBezTo>
                    <a:pt x="166" y="145"/>
                    <a:pt x="166" y="145"/>
                    <a:pt x="166" y="145"/>
                  </a:cubicBezTo>
                  <a:cubicBezTo>
                    <a:pt x="166" y="158"/>
                    <a:pt x="177" y="169"/>
                    <a:pt x="191" y="169"/>
                  </a:cubicBezTo>
                  <a:cubicBezTo>
                    <a:pt x="203" y="169"/>
                    <a:pt x="213" y="159"/>
                    <a:pt x="215" y="146"/>
                  </a:cubicBezTo>
                  <a:cubicBezTo>
                    <a:pt x="216" y="26"/>
                    <a:pt x="216" y="26"/>
                    <a:pt x="216" y="26"/>
                  </a:cubicBezTo>
                  <a:cubicBezTo>
                    <a:pt x="217" y="12"/>
                    <a:pt x="206" y="1"/>
                    <a:pt x="193" y="1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59" y="0"/>
                    <a:pt x="48" y="10"/>
                    <a:pt x="48" y="23"/>
                  </a:cubicBezTo>
                  <a:cubicBezTo>
                    <a:pt x="47" y="36"/>
                    <a:pt x="58" y="47"/>
                    <a:pt x="71" y="47"/>
                  </a:cubicBezTo>
                  <a:cubicBezTo>
                    <a:pt x="151" y="48"/>
                    <a:pt x="151" y="48"/>
                    <a:pt x="151" y="48"/>
                  </a:cubicBezTo>
                  <a:cubicBezTo>
                    <a:pt x="45" y="119"/>
                    <a:pt x="0" y="252"/>
                    <a:pt x="40" y="373"/>
                  </a:cubicBezTo>
                  <a:cubicBezTo>
                    <a:pt x="79" y="489"/>
                    <a:pt x="187" y="567"/>
                    <a:pt x="309" y="567"/>
                  </a:cubicBezTo>
                  <a:cubicBezTo>
                    <a:pt x="329" y="567"/>
                    <a:pt x="329" y="567"/>
                    <a:pt x="329" y="567"/>
                  </a:cubicBezTo>
                  <a:cubicBezTo>
                    <a:pt x="342" y="565"/>
                    <a:pt x="352" y="554"/>
                    <a:pt x="351" y="541"/>
                  </a:cubicBezTo>
                  <a:close/>
                  <a:moveTo>
                    <a:pt x="351" y="541"/>
                  </a:moveTo>
                  <a:cubicBezTo>
                    <a:pt x="351" y="541"/>
                    <a:pt x="351" y="541"/>
                    <a:pt x="351" y="54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4" name="Google Shape;1514;p35"/>
            <p:cNvSpPr/>
            <p:nvPr/>
          </p:nvSpPr>
          <p:spPr>
            <a:xfrm>
              <a:off x="8242300" y="-6384926"/>
              <a:ext cx="271463" cy="439737"/>
            </a:xfrm>
            <a:custGeom>
              <a:avLst/>
              <a:gdLst/>
              <a:ahLst/>
              <a:cxnLst/>
              <a:rect l="l" t="t" r="r" b="b"/>
              <a:pathLst>
                <a:path w="351" h="568" extrusionOk="0">
                  <a:moveTo>
                    <a:pt x="280" y="521"/>
                  </a:moveTo>
                  <a:cubicBezTo>
                    <a:pt x="211" y="521"/>
                    <a:pt x="211" y="521"/>
                    <a:pt x="211" y="521"/>
                  </a:cubicBezTo>
                  <a:cubicBezTo>
                    <a:pt x="310" y="448"/>
                    <a:pt x="351" y="320"/>
                    <a:pt x="312" y="203"/>
                  </a:cubicBezTo>
                  <a:cubicBezTo>
                    <a:pt x="273" y="79"/>
                    <a:pt x="153" y="0"/>
                    <a:pt x="23" y="9"/>
                  </a:cubicBezTo>
                  <a:cubicBezTo>
                    <a:pt x="10" y="10"/>
                    <a:pt x="0" y="21"/>
                    <a:pt x="2" y="35"/>
                  </a:cubicBezTo>
                  <a:cubicBezTo>
                    <a:pt x="3" y="48"/>
                    <a:pt x="14" y="58"/>
                    <a:pt x="27" y="56"/>
                  </a:cubicBezTo>
                  <a:cubicBezTo>
                    <a:pt x="134" y="48"/>
                    <a:pt x="234" y="115"/>
                    <a:pt x="268" y="218"/>
                  </a:cubicBezTo>
                  <a:cubicBezTo>
                    <a:pt x="300" y="315"/>
                    <a:pt x="266" y="422"/>
                    <a:pt x="184" y="482"/>
                  </a:cubicBezTo>
                  <a:cubicBezTo>
                    <a:pt x="185" y="424"/>
                    <a:pt x="185" y="424"/>
                    <a:pt x="185" y="424"/>
                  </a:cubicBezTo>
                  <a:cubicBezTo>
                    <a:pt x="186" y="410"/>
                    <a:pt x="175" y="400"/>
                    <a:pt x="162" y="400"/>
                  </a:cubicBezTo>
                  <a:cubicBezTo>
                    <a:pt x="148" y="398"/>
                    <a:pt x="138" y="409"/>
                    <a:pt x="138" y="423"/>
                  </a:cubicBezTo>
                  <a:cubicBezTo>
                    <a:pt x="137" y="543"/>
                    <a:pt x="137" y="543"/>
                    <a:pt x="137" y="543"/>
                  </a:cubicBezTo>
                  <a:cubicBezTo>
                    <a:pt x="135" y="556"/>
                    <a:pt x="146" y="567"/>
                    <a:pt x="159" y="567"/>
                  </a:cubicBezTo>
                  <a:cubicBezTo>
                    <a:pt x="280" y="568"/>
                    <a:pt x="280" y="568"/>
                    <a:pt x="280" y="568"/>
                  </a:cubicBezTo>
                  <a:cubicBezTo>
                    <a:pt x="293" y="568"/>
                    <a:pt x="304" y="557"/>
                    <a:pt x="303" y="545"/>
                  </a:cubicBezTo>
                  <a:cubicBezTo>
                    <a:pt x="304" y="532"/>
                    <a:pt x="293" y="521"/>
                    <a:pt x="280" y="521"/>
                  </a:cubicBezTo>
                  <a:close/>
                  <a:moveTo>
                    <a:pt x="280" y="521"/>
                  </a:moveTo>
                  <a:cubicBezTo>
                    <a:pt x="280" y="521"/>
                    <a:pt x="280" y="521"/>
                    <a:pt x="280" y="52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25" name="Google Shape;1515;p35"/>
          <p:cNvSpPr/>
          <p:nvPr/>
        </p:nvSpPr>
        <p:spPr>
          <a:xfrm>
            <a:off x="5460153" y="2832265"/>
            <a:ext cx="457200" cy="455612"/>
          </a:xfrm>
          <a:custGeom>
            <a:avLst/>
            <a:gdLst/>
            <a:ahLst/>
            <a:cxnLst/>
            <a:rect l="l" t="t" r="r" b="b"/>
            <a:pathLst>
              <a:path w="590" h="589" extrusionOk="0">
                <a:moveTo>
                  <a:pt x="306" y="589"/>
                </a:moveTo>
                <a:cubicBezTo>
                  <a:pt x="191" y="589"/>
                  <a:pt x="88" y="520"/>
                  <a:pt x="44" y="414"/>
                </a:cubicBezTo>
                <a:cubicBezTo>
                  <a:pt x="0" y="308"/>
                  <a:pt x="25" y="186"/>
                  <a:pt x="106" y="105"/>
                </a:cubicBezTo>
                <a:cubicBezTo>
                  <a:pt x="187" y="24"/>
                  <a:pt x="309" y="0"/>
                  <a:pt x="415" y="44"/>
                </a:cubicBezTo>
                <a:cubicBezTo>
                  <a:pt x="521" y="88"/>
                  <a:pt x="590" y="191"/>
                  <a:pt x="590" y="306"/>
                </a:cubicBezTo>
                <a:cubicBezTo>
                  <a:pt x="590" y="462"/>
                  <a:pt x="463" y="589"/>
                  <a:pt x="306" y="589"/>
                </a:cubicBezTo>
                <a:close/>
                <a:moveTo>
                  <a:pt x="306" y="60"/>
                </a:moveTo>
                <a:cubicBezTo>
                  <a:pt x="207" y="60"/>
                  <a:pt x="117" y="120"/>
                  <a:pt x="79" y="212"/>
                </a:cubicBezTo>
                <a:cubicBezTo>
                  <a:pt x="41" y="303"/>
                  <a:pt x="62" y="409"/>
                  <a:pt x="132" y="479"/>
                </a:cubicBezTo>
                <a:cubicBezTo>
                  <a:pt x="203" y="550"/>
                  <a:pt x="308" y="571"/>
                  <a:pt x="400" y="533"/>
                </a:cubicBezTo>
                <a:cubicBezTo>
                  <a:pt x="492" y="495"/>
                  <a:pt x="552" y="405"/>
                  <a:pt x="552" y="306"/>
                </a:cubicBezTo>
                <a:cubicBezTo>
                  <a:pt x="552" y="170"/>
                  <a:pt x="442" y="60"/>
                  <a:pt x="306" y="60"/>
                </a:cubicBezTo>
                <a:close/>
                <a:moveTo>
                  <a:pt x="306" y="476"/>
                </a:moveTo>
                <a:cubicBezTo>
                  <a:pt x="296" y="476"/>
                  <a:pt x="287" y="468"/>
                  <a:pt x="287" y="457"/>
                </a:cubicBezTo>
                <a:cubicBezTo>
                  <a:pt x="287" y="325"/>
                  <a:pt x="287" y="325"/>
                  <a:pt x="287" y="325"/>
                </a:cubicBezTo>
                <a:cubicBezTo>
                  <a:pt x="156" y="325"/>
                  <a:pt x="156" y="325"/>
                  <a:pt x="156" y="325"/>
                </a:cubicBezTo>
                <a:cubicBezTo>
                  <a:pt x="146" y="325"/>
                  <a:pt x="137" y="318"/>
                  <a:pt x="136" y="308"/>
                </a:cubicBezTo>
                <a:cubicBezTo>
                  <a:pt x="135" y="297"/>
                  <a:pt x="144" y="287"/>
                  <a:pt x="155" y="287"/>
                </a:cubicBezTo>
                <a:cubicBezTo>
                  <a:pt x="287" y="287"/>
                  <a:pt x="287" y="287"/>
                  <a:pt x="287" y="287"/>
                </a:cubicBezTo>
                <a:cubicBezTo>
                  <a:pt x="287" y="155"/>
                  <a:pt x="287" y="155"/>
                  <a:pt x="287" y="155"/>
                </a:cubicBezTo>
                <a:cubicBezTo>
                  <a:pt x="287" y="146"/>
                  <a:pt x="295" y="137"/>
                  <a:pt x="305" y="136"/>
                </a:cubicBezTo>
                <a:cubicBezTo>
                  <a:pt x="316" y="135"/>
                  <a:pt x="325" y="144"/>
                  <a:pt x="325" y="155"/>
                </a:cubicBezTo>
                <a:cubicBezTo>
                  <a:pt x="325" y="287"/>
                  <a:pt x="325" y="287"/>
                  <a:pt x="325" y="287"/>
                </a:cubicBezTo>
                <a:cubicBezTo>
                  <a:pt x="457" y="287"/>
                  <a:pt x="457" y="287"/>
                  <a:pt x="457" y="287"/>
                </a:cubicBezTo>
                <a:cubicBezTo>
                  <a:pt x="467" y="287"/>
                  <a:pt x="475" y="295"/>
                  <a:pt x="476" y="304"/>
                </a:cubicBezTo>
                <a:cubicBezTo>
                  <a:pt x="477" y="316"/>
                  <a:pt x="469" y="325"/>
                  <a:pt x="457" y="325"/>
                </a:cubicBezTo>
                <a:cubicBezTo>
                  <a:pt x="325" y="325"/>
                  <a:pt x="325" y="325"/>
                  <a:pt x="325" y="325"/>
                </a:cubicBezTo>
                <a:cubicBezTo>
                  <a:pt x="325" y="457"/>
                  <a:pt x="325" y="457"/>
                  <a:pt x="325" y="457"/>
                </a:cubicBezTo>
                <a:cubicBezTo>
                  <a:pt x="325" y="468"/>
                  <a:pt x="317" y="476"/>
                  <a:pt x="306" y="476"/>
                </a:cubicBezTo>
                <a:close/>
                <a:moveTo>
                  <a:pt x="306" y="476"/>
                </a:moveTo>
                <a:cubicBezTo>
                  <a:pt x="306" y="476"/>
                  <a:pt x="306" y="476"/>
                  <a:pt x="306" y="476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516;p35"/>
          <p:cNvSpPr/>
          <p:nvPr/>
        </p:nvSpPr>
        <p:spPr>
          <a:xfrm>
            <a:off x="6258220" y="2839688"/>
            <a:ext cx="457200" cy="455612"/>
          </a:xfrm>
          <a:custGeom>
            <a:avLst/>
            <a:gdLst/>
            <a:ahLst/>
            <a:cxnLst/>
            <a:rect l="l" t="t" r="r" b="b"/>
            <a:pathLst>
              <a:path w="589" h="589" extrusionOk="0">
                <a:moveTo>
                  <a:pt x="305" y="589"/>
                </a:moveTo>
                <a:cubicBezTo>
                  <a:pt x="191" y="589"/>
                  <a:pt x="87" y="520"/>
                  <a:pt x="44" y="414"/>
                </a:cubicBezTo>
                <a:cubicBezTo>
                  <a:pt x="0" y="308"/>
                  <a:pt x="24" y="186"/>
                  <a:pt x="105" y="105"/>
                </a:cubicBezTo>
                <a:cubicBezTo>
                  <a:pt x="186" y="24"/>
                  <a:pt x="308" y="0"/>
                  <a:pt x="414" y="44"/>
                </a:cubicBezTo>
                <a:cubicBezTo>
                  <a:pt x="520" y="88"/>
                  <a:pt x="589" y="191"/>
                  <a:pt x="589" y="306"/>
                </a:cubicBezTo>
                <a:cubicBezTo>
                  <a:pt x="589" y="462"/>
                  <a:pt x="462" y="589"/>
                  <a:pt x="305" y="589"/>
                </a:cubicBezTo>
                <a:close/>
                <a:moveTo>
                  <a:pt x="305" y="60"/>
                </a:moveTo>
                <a:cubicBezTo>
                  <a:pt x="206" y="60"/>
                  <a:pt x="116" y="120"/>
                  <a:pt x="78" y="212"/>
                </a:cubicBezTo>
                <a:cubicBezTo>
                  <a:pt x="40" y="304"/>
                  <a:pt x="61" y="409"/>
                  <a:pt x="132" y="479"/>
                </a:cubicBezTo>
                <a:cubicBezTo>
                  <a:pt x="202" y="550"/>
                  <a:pt x="308" y="571"/>
                  <a:pt x="399" y="533"/>
                </a:cubicBezTo>
                <a:cubicBezTo>
                  <a:pt x="491" y="495"/>
                  <a:pt x="551" y="405"/>
                  <a:pt x="551" y="306"/>
                </a:cubicBezTo>
                <a:cubicBezTo>
                  <a:pt x="551" y="170"/>
                  <a:pt x="441" y="60"/>
                  <a:pt x="305" y="60"/>
                </a:cubicBezTo>
                <a:close/>
                <a:moveTo>
                  <a:pt x="457" y="325"/>
                </a:moveTo>
                <a:cubicBezTo>
                  <a:pt x="155" y="325"/>
                  <a:pt x="155" y="325"/>
                  <a:pt x="155" y="325"/>
                </a:cubicBezTo>
                <a:cubicBezTo>
                  <a:pt x="145" y="325"/>
                  <a:pt x="136" y="318"/>
                  <a:pt x="135" y="308"/>
                </a:cubicBezTo>
                <a:cubicBezTo>
                  <a:pt x="134" y="297"/>
                  <a:pt x="143" y="287"/>
                  <a:pt x="154" y="287"/>
                </a:cubicBezTo>
                <a:cubicBezTo>
                  <a:pt x="456" y="287"/>
                  <a:pt x="456" y="287"/>
                  <a:pt x="456" y="287"/>
                </a:cubicBezTo>
                <a:cubicBezTo>
                  <a:pt x="466" y="287"/>
                  <a:pt x="475" y="295"/>
                  <a:pt x="475" y="304"/>
                </a:cubicBezTo>
                <a:cubicBezTo>
                  <a:pt x="476" y="316"/>
                  <a:pt x="468" y="325"/>
                  <a:pt x="457" y="325"/>
                </a:cubicBezTo>
                <a:close/>
                <a:moveTo>
                  <a:pt x="457" y="325"/>
                </a:moveTo>
                <a:cubicBezTo>
                  <a:pt x="457" y="325"/>
                  <a:pt x="457" y="325"/>
                  <a:pt x="457" y="325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517;p35"/>
          <p:cNvSpPr/>
          <p:nvPr/>
        </p:nvSpPr>
        <p:spPr>
          <a:xfrm>
            <a:off x="7065265" y="284861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589" h="589" extrusionOk="0">
                <a:moveTo>
                  <a:pt x="306" y="589"/>
                </a:moveTo>
                <a:cubicBezTo>
                  <a:pt x="191" y="589"/>
                  <a:pt x="88" y="520"/>
                  <a:pt x="44" y="414"/>
                </a:cubicBezTo>
                <a:cubicBezTo>
                  <a:pt x="0" y="308"/>
                  <a:pt x="24" y="187"/>
                  <a:pt x="105" y="105"/>
                </a:cubicBezTo>
                <a:cubicBezTo>
                  <a:pt x="186" y="24"/>
                  <a:pt x="308" y="0"/>
                  <a:pt x="414" y="44"/>
                </a:cubicBezTo>
                <a:cubicBezTo>
                  <a:pt x="520" y="88"/>
                  <a:pt x="589" y="191"/>
                  <a:pt x="589" y="306"/>
                </a:cubicBezTo>
                <a:cubicBezTo>
                  <a:pt x="589" y="462"/>
                  <a:pt x="462" y="589"/>
                  <a:pt x="306" y="589"/>
                </a:cubicBezTo>
                <a:close/>
                <a:moveTo>
                  <a:pt x="306" y="60"/>
                </a:moveTo>
                <a:cubicBezTo>
                  <a:pt x="206" y="60"/>
                  <a:pt x="117" y="120"/>
                  <a:pt x="79" y="212"/>
                </a:cubicBezTo>
                <a:cubicBezTo>
                  <a:pt x="41" y="304"/>
                  <a:pt x="62" y="409"/>
                  <a:pt x="132" y="480"/>
                </a:cubicBezTo>
                <a:cubicBezTo>
                  <a:pt x="202" y="550"/>
                  <a:pt x="308" y="571"/>
                  <a:pt x="400" y="533"/>
                </a:cubicBezTo>
                <a:cubicBezTo>
                  <a:pt x="491" y="495"/>
                  <a:pt x="551" y="405"/>
                  <a:pt x="551" y="306"/>
                </a:cubicBezTo>
                <a:cubicBezTo>
                  <a:pt x="551" y="170"/>
                  <a:pt x="441" y="60"/>
                  <a:pt x="306" y="60"/>
                </a:cubicBezTo>
                <a:close/>
                <a:moveTo>
                  <a:pt x="428" y="447"/>
                </a:moveTo>
                <a:cubicBezTo>
                  <a:pt x="182" y="447"/>
                  <a:pt x="182" y="447"/>
                  <a:pt x="182" y="447"/>
                </a:cubicBezTo>
                <a:cubicBezTo>
                  <a:pt x="172" y="447"/>
                  <a:pt x="164" y="439"/>
                  <a:pt x="164" y="428"/>
                </a:cubicBezTo>
                <a:cubicBezTo>
                  <a:pt x="164" y="183"/>
                  <a:pt x="164" y="183"/>
                  <a:pt x="164" y="183"/>
                </a:cubicBezTo>
                <a:cubicBezTo>
                  <a:pt x="164" y="172"/>
                  <a:pt x="172" y="164"/>
                  <a:pt x="182" y="164"/>
                </a:cubicBezTo>
                <a:cubicBezTo>
                  <a:pt x="428" y="164"/>
                  <a:pt x="428" y="164"/>
                  <a:pt x="428" y="164"/>
                </a:cubicBezTo>
                <a:cubicBezTo>
                  <a:pt x="439" y="164"/>
                  <a:pt x="447" y="172"/>
                  <a:pt x="447" y="183"/>
                </a:cubicBezTo>
                <a:cubicBezTo>
                  <a:pt x="447" y="428"/>
                  <a:pt x="447" y="428"/>
                  <a:pt x="447" y="428"/>
                </a:cubicBezTo>
                <a:cubicBezTo>
                  <a:pt x="447" y="439"/>
                  <a:pt x="439" y="447"/>
                  <a:pt x="428" y="447"/>
                </a:cubicBezTo>
                <a:close/>
                <a:moveTo>
                  <a:pt x="201" y="410"/>
                </a:moveTo>
                <a:cubicBezTo>
                  <a:pt x="409" y="410"/>
                  <a:pt x="409" y="410"/>
                  <a:pt x="409" y="410"/>
                </a:cubicBezTo>
                <a:cubicBezTo>
                  <a:pt x="409" y="202"/>
                  <a:pt x="409" y="202"/>
                  <a:pt x="409" y="202"/>
                </a:cubicBezTo>
                <a:cubicBezTo>
                  <a:pt x="201" y="202"/>
                  <a:pt x="201" y="202"/>
                  <a:pt x="201" y="202"/>
                </a:cubicBezTo>
                <a:lnTo>
                  <a:pt x="201" y="410"/>
                </a:lnTo>
                <a:close/>
                <a:moveTo>
                  <a:pt x="202" y="410"/>
                </a:moveTo>
                <a:cubicBezTo>
                  <a:pt x="202" y="410"/>
                  <a:pt x="202" y="410"/>
                  <a:pt x="202" y="410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518;p35"/>
          <p:cNvSpPr/>
          <p:nvPr/>
        </p:nvSpPr>
        <p:spPr>
          <a:xfrm>
            <a:off x="7898371" y="283811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590" h="590" extrusionOk="0">
                <a:moveTo>
                  <a:pt x="306" y="590"/>
                </a:moveTo>
                <a:cubicBezTo>
                  <a:pt x="192" y="590"/>
                  <a:pt x="88" y="521"/>
                  <a:pt x="44" y="415"/>
                </a:cubicBezTo>
                <a:cubicBezTo>
                  <a:pt x="0" y="309"/>
                  <a:pt x="25" y="187"/>
                  <a:pt x="106" y="106"/>
                </a:cubicBezTo>
                <a:cubicBezTo>
                  <a:pt x="187" y="25"/>
                  <a:pt x="309" y="0"/>
                  <a:pt x="415" y="44"/>
                </a:cubicBezTo>
                <a:cubicBezTo>
                  <a:pt x="521" y="88"/>
                  <a:pt x="590" y="192"/>
                  <a:pt x="590" y="306"/>
                </a:cubicBezTo>
                <a:cubicBezTo>
                  <a:pt x="590" y="463"/>
                  <a:pt x="463" y="590"/>
                  <a:pt x="306" y="590"/>
                </a:cubicBezTo>
                <a:close/>
                <a:moveTo>
                  <a:pt x="306" y="61"/>
                </a:moveTo>
                <a:cubicBezTo>
                  <a:pt x="207" y="61"/>
                  <a:pt x="117" y="120"/>
                  <a:pt x="79" y="212"/>
                </a:cubicBezTo>
                <a:cubicBezTo>
                  <a:pt x="41" y="304"/>
                  <a:pt x="62" y="410"/>
                  <a:pt x="132" y="480"/>
                </a:cubicBezTo>
                <a:cubicBezTo>
                  <a:pt x="203" y="550"/>
                  <a:pt x="308" y="571"/>
                  <a:pt x="400" y="533"/>
                </a:cubicBezTo>
                <a:cubicBezTo>
                  <a:pt x="492" y="495"/>
                  <a:pt x="552" y="406"/>
                  <a:pt x="552" y="306"/>
                </a:cubicBezTo>
                <a:cubicBezTo>
                  <a:pt x="552" y="171"/>
                  <a:pt x="442" y="61"/>
                  <a:pt x="306" y="61"/>
                </a:cubicBezTo>
                <a:close/>
                <a:moveTo>
                  <a:pt x="419" y="448"/>
                </a:moveTo>
                <a:cubicBezTo>
                  <a:pt x="343" y="448"/>
                  <a:pt x="343" y="448"/>
                  <a:pt x="343" y="448"/>
                </a:cubicBezTo>
                <a:cubicBezTo>
                  <a:pt x="333" y="448"/>
                  <a:pt x="324" y="440"/>
                  <a:pt x="324" y="430"/>
                </a:cubicBezTo>
                <a:cubicBezTo>
                  <a:pt x="324" y="184"/>
                  <a:pt x="324" y="184"/>
                  <a:pt x="324" y="184"/>
                </a:cubicBezTo>
                <a:cubicBezTo>
                  <a:pt x="324" y="173"/>
                  <a:pt x="333" y="165"/>
                  <a:pt x="343" y="165"/>
                </a:cubicBezTo>
                <a:cubicBezTo>
                  <a:pt x="419" y="165"/>
                  <a:pt x="419" y="165"/>
                  <a:pt x="419" y="165"/>
                </a:cubicBezTo>
                <a:cubicBezTo>
                  <a:pt x="429" y="165"/>
                  <a:pt x="438" y="173"/>
                  <a:pt x="438" y="184"/>
                </a:cubicBezTo>
                <a:cubicBezTo>
                  <a:pt x="438" y="430"/>
                  <a:pt x="438" y="430"/>
                  <a:pt x="438" y="430"/>
                </a:cubicBezTo>
                <a:cubicBezTo>
                  <a:pt x="438" y="440"/>
                  <a:pt x="429" y="448"/>
                  <a:pt x="419" y="448"/>
                </a:cubicBezTo>
                <a:close/>
                <a:moveTo>
                  <a:pt x="362" y="411"/>
                </a:moveTo>
                <a:cubicBezTo>
                  <a:pt x="400" y="411"/>
                  <a:pt x="400" y="411"/>
                  <a:pt x="400" y="411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362" y="203"/>
                  <a:pt x="362" y="203"/>
                  <a:pt x="362" y="203"/>
                </a:cubicBezTo>
                <a:lnTo>
                  <a:pt x="362" y="411"/>
                </a:lnTo>
                <a:close/>
                <a:moveTo>
                  <a:pt x="268" y="448"/>
                </a:moveTo>
                <a:cubicBezTo>
                  <a:pt x="192" y="448"/>
                  <a:pt x="192" y="448"/>
                  <a:pt x="192" y="448"/>
                </a:cubicBezTo>
                <a:cubicBezTo>
                  <a:pt x="182" y="448"/>
                  <a:pt x="173" y="440"/>
                  <a:pt x="173" y="430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3" y="173"/>
                  <a:pt x="182" y="165"/>
                  <a:pt x="192" y="165"/>
                </a:cubicBezTo>
                <a:cubicBezTo>
                  <a:pt x="268" y="165"/>
                  <a:pt x="268" y="165"/>
                  <a:pt x="268" y="165"/>
                </a:cubicBezTo>
                <a:cubicBezTo>
                  <a:pt x="278" y="165"/>
                  <a:pt x="287" y="173"/>
                  <a:pt x="287" y="184"/>
                </a:cubicBezTo>
                <a:cubicBezTo>
                  <a:pt x="287" y="430"/>
                  <a:pt x="287" y="430"/>
                  <a:pt x="287" y="430"/>
                </a:cubicBezTo>
                <a:cubicBezTo>
                  <a:pt x="287" y="440"/>
                  <a:pt x="278" y="448"/>
                  <a:pt x="268" y="448"/>
                </a:cubicBezTo>
                <a:close/>
                <a:moveTo>
                  <a:pt x="211" y="411"/>
                </a:moveTo>
                <a:cubicBezTo>
                  <a:pt x="249" y="411"/>
                  <a:pt x="249" y="411"/>
                  <a:pt x="249" y="411"/>
                </a:cubicBezTo>
                <a:cubicBezTo>
                  <a:pt x="249" y="203"/>
                  <a:pt x="249" y="203"/>
                  <a:pt x="249" y="203"/>
                </a:cubicBezTo>
                <a:cubicBezTo>
                  <a:pt x="211" y="203"/>
                  <a:pt x="211" y="203"/>
                  <a:pt x="211" y="203"/>
                </a:cubicBezTo>
                <a:lnTo>
                  <a:pt x="211" y="411"/>
                </a:lnTo>
                <a:close/>
                <a:moveTo>
                  <a:pt x="212" y="410"/>
                </a:moveTo>
                <a:cubicBezTo>
                  <a:pt x="212" y="410"/>
                  <a:pt x="212" y="410"/>
                  <a:pt x="212" y="410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519;p35"/>
          <p:cNvSpPr/>
          <p:nvPr/>
        </p:nvSpPr>
        <p:spPr>
          <a:xfrm>
            <a:off x="8704933" y="2828290"/>
            <a:ext cx="458788" cy="466725"/>
          </a:xfrm>
          <a:custGeom>
            <a:avLst/>
            <a:gdLst/>
            <a:ahLst/>
            <a:cxnLst/>
            <a:rect l="l" t="t" r="r" b="b"/>
            <a:pathLst>
              <a:path w="592" h="602" extrusionOk="0">
                <a:moveTo>
                  <a:pt x="571" y="602"/>
                </a:moveTo>
                <a:cubicBezTo>
                  <a:pt x="566" y="602"/>
                  <a:pt x="561" y="600"/>
                  <a:pt x="558" y="596"/>
                </a:cubicBezTo>
                <a:cubicBezTo>
                  <a:pt x="390" y="421"/>
                  <a:pt x="390" y="421"/>
                  <a:pt x="390" y="421"/>
                </a:cubicBezTo>
                <a:cubicBezTo>
                  <a:pt x="296" y="497"/>
                  <a:pt x="159" y="485"/>
                  <a:pt x="79" y="395"/>
                </a:cubicBezTo>
                <a:cubicBezTo>
                  <a:pt x="0" y="304"/>
                  <a:pt x="5" y="167"/>
                  <a:pt x="92" y="84"/>
                </a:cubicBezTo>
                <a:cubicBezTo>
                  <a:pt x="179" y="0"/>
                  <a:pt x="317" y="0"/>
                  <a:pt x="404" y="84"/>
                </a:cubicBezTo>
                <a:cubicBezTo>
                  <a:pt x="491" y="167"/>
                  <a:pt x="496" y="305"/>
                  <a:pt x="417" y="395"/>
                </a:cubicBezTo>
                <a:cubicBezTo>
                  <a:pt x="585" y="570"/>
                  <a:pt x="585" y="570"/>
                  <a:pt x="585" y="570"/>
                </a:cubicBezTo>
                <a:cubicBezTo>
                  <a:pt x="592" y="578"/>
                  <a:pt x="592" y="590"/>
                  <a:pt x="585" y="597"/>
                </a:cubicBezTo>
                <a:cubicBezTo>
                  <a:pt x="581" y="600"/>
                  <a:pt x="576" y="602"/>
                  <a:pt x="571" y="602"/>
                </a:cubicBezTo>
                <a:close/>
                <a:moveTo>
                  <a:pt x="249" y="61"/>
                </a:moveTo>
                <a:cubicBezTo>
                  <a:pt x="188" y="61"/>
                  <a:pt x="130" y="91"/>
                  <a:pt x="95" y="142"/>
                </a:cubicBezTo>
                <a:cubicBezTo>
                  <a:pt x="61" y="193"/>
                  <a:pt x="53" y="258"/>
                  <a:pt x="76" y="315"/>
                </a:cubicBezTo>
                <a:cubicBezTo>
                  <a:pt x="98" y="372"/>
                  <a:pt x="148" y="415"/>
                  <a:pt x="208" y="428"/>
                </a:cubicBezTo>
                <a:cubicBezTo>
                  <a:pt x="268" y="442"/>
                  <a:pt x="331" y="425"/>
                  <a:pt x="376" y="383"/>
                </a:cubicBezTo>
                <a:cubicBezTo>
                  <a:pt x="377" y="381"/>
                  <a:pt x="377" y="381"/>
                  <a:pt x="377" y="381"/>
                </a:cubicBezTo>
                <a:cubicBezTo>
                  <a:pt x="378" y="380"/>
                  <a:pt x="379" y="380"/>
                  <a:pt x="380" y="379"/>
                </a:cubicBezTo>
                <a:cubicBezTo>
                  <a:pt x="433" y="326"/>
                  <a:pt x="450" y="246"/>
                  <a:pt x="421" y="176"/>
                </a:cubicBezTo>
                <a:cubicBezTo>
                  <a:pt x="393" y="106"/>
                  <a:pt x="325" y="61"/>
                  <a:pt x="249" y="61"/>
                </a:cubicBezTo>
                <a:close/>
                <a:moveTo>
                  <a:pt x="249" y="382"/>
                </a:moveTo>
                <a:cubicBezTo>
                  <a:pt x="239" y="382"/>
                  <a:pt x="231" y="374"/>
                  <a:pt x="231" y="364"/>
                </a:cubicBezTo>
                <a:cubicBezTo>
                  <a:pt x="231" y="265"/>
                  <a:pt x="231" y="265"/>
                  <a:pt x="231" y="265"/>
                </a:cubicBezTo>
                <a:cubicBezTo>
                  <a:pt x="133" y="265"/>
                  <a:pt x="133" y="265"/>
                  <a:pt x="133" y="265"/>
                </a:cubicBezTo>
                <a:cubicBezTo>
                  <a:pt x="124" y="265"/>
                  <a:pt x="115" y="259"/>
                  <a:pt x="114" y="250"/>
                </a:cubicBezTo>
                <a:cubicBezTo>
                  <a:pt x="112" y="238"/>
                  <a:pt x="121" y="228"/>
                  <a:pt x="132" y="228"/>
                </a:cubicBezTo>
                <a:cubicBezTo>
                  <a:pt x="231" y="228"/>
                  <a:pt x="231" y="228"/>
                  <a:pt x="231" y="228"/>
                </a:cubicBezTo>
                <a:cubicBezTo>
                  <a:pt x="231" y="130"/>
                  <a:pt x="231" y="130"/>
                  <a:pt x="231" y="130"/>
                </a:cubicBezTo>
                <a:cubicBezTo>
                  <a:pt x="231" y="121"/>
                  <a:pt x="237" y="112"/>
                  <a:pt x="246" y="111"/>
                </a:cubicBezTo>
                <a:cubicBezTo>
                  <a:pt x="258" y="109"/>
                  <a:pt x="268" y="118"/>
                  <a:pt x="268" y="129"/>
                </a:cubicBezTo>
                <a:cubicBezTo>
                  <a:pt x="268" y="228"/>
                  <a:pt x="268" y="228"/>
                  <a:pt x="268" y="228"/>
                </a:cubicBezTo>
                <a:cubicBezTo>
                  <a:pt x="366" y="228"/>
                  <a:pt x="366" y="228"/>
                  <a:pt x="366" y="228"/>
                </a:cubicBezTo>
                <a:cubicBezTo>
                  <a:pt x="376" y="228"/>
                  <a:pt x="384" y="235"/>
                  <a:pt x="385" y="245"/>
                </a:cubicBezTo>
                <a:cubicBezTo>
                  <a:pt x="386" y="256"/>
                  <a:pt x="377" y="265"/>
                  <a:pt x="366" y="265"/>
                </a:cubicBezTo>
                <a:cubicBezTo>
                  <a:pt x="268" y="265"/>
                  <a:pt x="268" y="265"/>
                  <a:pt x="268" y="265"/>
                </a:cubicBezTo>
                <a:cubicBezTo>
                  <a:pt x="268" y="364"/>
                  <a:pt x="268" y="364"/>
                  <a:pt x="268" y="364"/>
                </a:cubicBezTo>
                <a:cubicBezTo>
                  <a:pt x="268" y="374"/>
                  <a:pt x="260" y="382"/>
                  <a:pt x="249" y="382"/>
                </a:cubicBezTo>
                <a:close/>
                <a:moveTo>
                  <a:pt x="249" y="383"/>
                </a:moveTo>
                <a:cubicBezTo>
                  <a:pt x="249" y="383"/>
                  <a:pt x="249" y="383"/>
                  <a:pt x="249" y="383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520;p35"/>
          <p:cNvSpPr/>
          <p:nvPr/>
        </p:nvSpPr>
        <p:spPr>
          <a:xfrm>
            <a:off x="9549606" y="2852070"/>
            <a:ext cx="373063" cy="438150"/>
          </a:xfrm>
          <a:custGeom>
            <a:avLst/>
            <a:gdLst/>
            <a:ahLst/>
            <a:cxnLst/>
            <a:rect l="l" t="t" r="r" b="b"/>
            <a:pathLst>
              <a:path w="482" h="567" extrusionOk="0">
                <a:moveTo>
                  <a:pt x="395" y="567"/>
                </a:moveTo>
                <a:cubicBezTo>
                  <a:pt x="86" y="567"/>
                  <a:pt x="86" y="567"/>
                  <a:pt x="86" y="567"/>
                </a:cubicBezTo>
                <a:cubicBezTo>
                  <a:pt x="76" y="567"/>
                  <a:pt x="68" y="558"/>
                  <a:pt x="68" y="548"/>
                </a:cubicBezTo>
                <a:cubicBezTo>
                  <a:pt x="68" y="258"/>
                  <a:pt x="68" y="258"/>
                  <a:pt x="68" y="258"/>
                </a:cubicBezTo>
                <a:cubicBezTo>
                  <a:pt x="20" y="258"/>
                  <a:pt x="20" y="258"/>
                  <a:pt x="20" y="258"/>
                </a:cubicBezTo>
                <a:cubicBezTo>
                  <a:pt x="13" y="258"/>
                  <a:pt x="6" y="254"/>
                  <a:pt x="3" y="247"/>
                </a:cubicBezTo>
                <a:cubicBezTo>
                  <a:pt x="0" y="240"/>
                  <a:pt x="2" y="232"/>
                  <a:pt x="7" y="227"/>
                </a:cubicBezTo>
                <a:cubicBezTo>
                  <a:pt x="227" y="6"/>
                  <a:pt x="227" y="6"/>
                  <a:pt x="227" y="6"/>
                </a:cubicBezTo>
                <a:cubicBezTo>
                  <a:pt x="231" y="2"/>
                  <a:pt x="236" y="0"/>
                  <a:pt x="241" y="0"/>
                </a:cubicBezTo>
                <a:cubicBezTo>
                  <a:pt x="246" y="0"/>
                  <a:pt x="251" y="2"/>
                  <a:pt x="254" y="6"/>
                </a:cubicBezTo>
                <a:cubicBezTo>
                  <a:pt x="475" y="227"/>
                  <a:pt x="475" y="227"/>
                  <a:pt x="475" y="227"/>
                </a:cubicBezTo>
                <a:cubicBezTo>
                  <a:pt x="480" y="232"/>
                  <a:pt x="482" y="240"/>
                  <a:pt x="479" y="247"/>
                </a:cubicBezTo>
                <a:cubicBezTo>
                  <a:pt x="476" y="254"/>
                  <a:pt x="461" y="260"/>
                  <a:pt x="461" y="260"/>
                </a:cubicBezTo>
                <a:cubicBezTo>
                  <a:pt x="414" y="260"/>
                  <a:pt x="414" y="260"/>
                  <a:pt x="414" y="260"/>
                </a:cubicBezTo>
                <a:cubicBezTo>
                  <a:pt x="414" y="548"/>
                  <a:pt x="414" y="548"/>
                  <a:pt x="414" y="548"/>
                </a:cubicBezTo>
                <a:cubicBezTo>
                  <a:pt x="414" y="558"/>
                  <a:pt x="406" y="567"/>
                  <a:pt x="395" y="567"/>
                </a:cubicBezTo>
                <a:close/>
                <a:moveTo>
                  <a:pt x="315" y="529"/>
                </a:moveTo>
                <a:cubicBezTo>
                  <a:pt x="376" y="529"/>
                  <a:pt x="376" y="529"/>
                  <a:pt x="376" y="529"/>
                </a:cubicBezTo>
                <a:cubicBezTo>
                  <a:pt x="376" y="258"/>
                  <a:pt x="376" y="258"/>
                  <a:pt x="376" y="258"/>
                </a:cubicBezTo>
                <a:cubicBezTo>
                  <a:pt x="105" y="258"/>
                  <a:pt x="105" y="258"/>
                  <a:pt x="105" y="258"/>
                </a:cubicBezTo>
                <a:cubicBezTo>
                  <a:pt x="105" y="529"/>
                  <a:pt x="105" y="529"/>
                  <a:pt x="105" y="529"/>
                </a:cubicBezTo>
                <a:cubicBezTo>
                  <a:pt x="167" y="529"/>
                  <a:pt x="167" y="529"/>
                  <a:pt x="167" y="529"/>
                </a:cubicBezTo>
                <a:cubicBezTo>
                  <a:pt x="167" y="416"/>
                  <a:pt x="167" y="416"/>
                  <a:pt x="167" y="416"/>
                </a:cubicBezTo>
                <a:cubicBezTo>
                  <a:pt x="167" y="405"/>
                  <a:pt x="175" y="397"/>
                  <a:pt x="186" y="397"/>
                </a:cubicBezTo>
                <a:cubicBezTo>
                  <a:pt x="296" y="397"/>
                  <a:pt x="296" y="397"/>
                  <a:pt x="296" y="397"/>
                </a:cubicBezTo>
                <a:cubicBezTo>
                  <a:pt x="306" y="397"/>
                  <a:pt x="315" y="405"/>
                  <a:pt x="315" y="416"/>
                </a:cubicBezTo>
                <a:lnTo>
                  <a:pt x="315" y="529"/>
                </a:lnTo>
                <a:close/>
                <a:moveTo>
                  <a:pt x="205" y="529"/>
                </a:moveTo>
                <a:cubicBezTo>
                  <a:pt x="277" y="529"/>
                  <a:pt x="277" y="529"/>
                  <a:pt x="277" y="529"/>
                </a:cubicBezTo>
                <a:cubicBezTo>
                  <a:pt x="277" y="435"/>
                  <a:pt x="277" y="435"/>
                  <a:pt x="277" y="435"/>
                </a:cubicBezTo>
                <a:cubicBezTo>
                  <a:pt x="205" y="435"/>
                  <a:pt x="205" y="435"/>
                  <a:pt x="205" y="435"/>
                </a:cubicBezTo>
                <a:lnTo>
                  <a:pt x="205" y="529"/>
                </a:lnTo>
                <a:close/>
                <a:moveTo>
                  <a:pt x="66" y="221"/>
                </a:moveTo>
                <a:cubicBezTo>
                  <a:pt x="416" y="221"/>
                  <a:pt x="416" y="221"/>
                  <a:pt x="416" y="221"/>
                </a:cubicBezTo>
                <a:cubicBezTo>
                  <a:pt x="241" y="46"/>
                  <a:pt x="241" y="46"/>
                  <a:pt x="241" y="46"/>
                </a:cubicBezTo>
                <a:lnTo>
                  <a:pt x="66" y="221"/>
                </a:lnTo>
                <a:close/>
                <a:moveTo>
                  <a:pt x="66" y="221"/>
                </a:moveTo>
                <a:cubicBezTo>
                  <a:pt x="66" y="221"/>
                  <a:pt x="66" y="221"/>
                  <a:pt x="66" y="221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521;p35"/>
          <p:cNvSpPr/>
          <p:nvPr/>
        </p:nvSpPr>
        <p:spPr>
          <a:xfrm>
            <a:off x="4642000" y="2044843"/>
            <a:ext cx="436563" cy="534987"/>
          </a:xfrm>
          <a:custGeom>
            <a:avLst/>
            <a:gdLst/>
            <a:ahLst/>
            <a:cxnLst/>
            <a:rect l="l" t="t" r="r" b="b"/>
            <a:pathLst>
              <a:path w="563" h="691" extrusionOk="0">
                <a:moveTo>
                  <a:pt x="437" y="691"/>
                </a:moveTo>
                <a:cubicBezTo>
                  <a:pt x="128" y="691"/>
                  <a:pt x="128" y="691"/>
                  <a:pt x="128" y="691"/>
                </a:cubicBezTo>
                <a:cubicBezTo>
                  <a:pt x="92" y="691"/>
                  <a:pt x="63" y="662"/>
                  <a:pt x="63" y="626"/>
                </a:cubicBezTo>
                <a:cubicBezTo>
                  <a:pt x="63" y="198"/>
                  <a:pt x="63" y="198"/>
                  <a:pt x="63" y="198"/>
                </a:cubicBezTo>
                <a:cubicBezTo>
                  <a:pt x="63" y="186"/>
                  <a:pt x="73" y="177"/>
                  <a:pt x="85" y="177"/>
                </a:cubicBezTo>
                <a:cubicBezTo>
                  <a:pt x="97" y="177"/>
                  <a:pt x="107" y="186"/>
                  <a:pt x="107" y="198"/>
                </a:cubicBezTo>
                <a:cubicBezTo>
                  <a:pt x="107" y="626"/>
                  <a:pt x="107" y="626"/>
                  <a:pt x="107" y="626"/>
                </a:cubicBezTo>
                <a:cubicBezTo>
                  <a:pt x="107" y="638"/>
                  <a:pt x="116" y="648"/>
                  <a:pt x="128" y="648"/>
                </a:cubicBezTo>
                <a:cubicBezTo>
                  <a:pt x="437" y="648"/>
                  <a:pt x="437" y="648"/>
                  <a:pt x="437" y="648"/>
                </a:cubicBezTo>
                <a:cubicBezTo>
                  <a:pt x="449" y="648"/>
                  <a:pt x="459" y="638"/>
                  <a:pt x="459" y="626"/>
                </a:cubicBezTo>
                <a:cubicBezTo>
                  <a:pt x="459" y="198"/>
                  <a:pt x="459" y="198"/>
                  <a:pt x="459" y="198"/>
                </a:cubicBezTo>
                <a:cubicBezTo>
                  <a:pt x="459" y="186"/>
                  <a:pt x="469" y="177"/>
                  <a:pt x="481" y="177"/>
                </a:cubicBezTo>
                <a:cubicBezTo>
                  <a:pt x="493" y="177"/>
                  <a:pt x="502" y="186"/>
                  <a:pt x="502" y="198"/>
                </a:cubicBezTo>
                <a:cubicBezTo>
                  <a:pt x="502" y="626"/>
                  <a:pt x="502" y="626"/>
                  <a:pt x="502" y="626"/>
                </a:cubicBezTo>
                <a:cubicBezTo>
                  <a:pt x="502" y="662"/>
                  <a:pt x="473" y="691"/>
                  <a:pt x="437" y="691"/>
                </a:cubicBezTo>
                <a:close/>
                <a:moveTo>
                  <a:pt x="378" y="596"/>
                </a:moveTo>
                <a:cubicBezTo>
                  <a:pt x="366" y="596"/>
                  <a:pt x="356" y="586"/>
                  <a:pt x="356" y="574"/>
                </a:cubicBezTo>
                <a:cubicBezTo>
                  <a:pt x="356" y="198"/>
                  <a:pt x="356" y="198"/>
                  <a:pt x="356" y="198"/>
                </a:cubicBezTo>
                <a:cubicBezTo>
                  <a:pt x="356" y="186"/>
                  <a:pt x="366" y="177"/>
                  <a:pt x="378" y="177"/>
                </a:cubicBezTo>
                <a:cubicBezTo>
                  <a:pt x="390" y="177"/>
                  <a:pt x="399" y="186"/>
                  <a:pt x="399" y="198"/>
                </a:cubicBezTo>
                <a:cubicBezTo>
                  <a:pt x="399" y="574"/>
                  <a:pt x="399" y="574"/>
                  <a:pt x="399" y="574"/>
                </a:cubicBezTo>
                <a:cubicBezTo>
                  <a:pt x="399" y="586"/>
                  <a:pt x="390" y="596"/>
                  <a:pt x="378" y="596"/>
                </a:cubicBezTo>
                <a:close/>
                <a:moveTo>
                  <a:pt x="283" y="596"/>
                </a:moveTo>
                <a:cubicBezTo>
                  <a:pt x="271" y="596"/>
                  <a:pt x="261" y="586"/>
                  <a:pt x="261" y="574"/>
                </a:cubicBezTo>
                <a:cubicBezTo>
                  <a:pt x="261" y="198"/>
                  <a:pt x="261" y="198"/>
                  <a:pt x="261" y="198"/>
                </a:cubicBezTo>
                <a:cubicBezTo>
                  <a:pt x="261" y="186"/>
                  <a:pt x="271" y="177"/>
                  <a:pt x="283" y="177"/>
                </a:cubicBezTo>
                <a:cubicBezTo>
                  <a:pt x="295" y="177"/>
                  <a:pt x="304" y="186"/>
                  <a:pt x="304" y="198"/>
                </a:cubicBezTo>
                <a:cubicBezTo>
                  <a:pt x="304" y="574"/>
                  <a:pt x="304" y="574"/>
                  <a:pt x="304" y="574"/>
                </a:cubicBezTo>
                <a:cubicBezTo>
                  <a:pt x="304" y="586"/>
                  <a:pt x="295" y="596"/>
                  <a:pt x="283" y="596"/>
                </a:cubicBezTo>
                <a:close/>
                <a:moveTo>
                  <a:pt x="188" y="596"/>
                </a:moveTo>
                <a:cubicBezTo>
                  <a:pt x="176" y="596"/>
                  <a:pt x="166" y="586"/>
                  <a:pt x="166" y="574"/>
                </a:cubicBezTo>
                <a:cubicBezTo>
                  <a:pt x="166" y="198"/>
                  <a:pt x="166" y="198"/>
                  <a:pt x="166" y="198"/>
                </a:cubicBezTo>
                <a:cubicBezTo>
                  <a:pt x="166" y="186"/>
                  <a:pt x="176" y="177"/>
                  <a:pt x="188" y="177"/>
                </a:cubicBezTo>
                <a:cubicBezTo>
                  <a:pt x="200" y="177"/>
                  <a:pt x="209" y="186"/>
                  <a:pt x="209" y="198"/>
                </a:cubicBezTo>
                <a:cubicBezTo>
                  <a:pt x="209" y="574"/>
                  <a:pt x="209" y="574"/>
                  <a:pt x="209" y="574"/>
                </a:cubicBezTo>
                <a:cubicBezTo>
                  <a:pt x="209" y="586"/>
                  <a:pt x="200" y="596"/>
                  <a:pt x="188" y="596"/>
                </a:cubicBezTo>
                <a:close/>
                <a:moveTo>
                  <a:pt x="542" y="135"/>
                </a:moveTo>
                <a:cubicBezTo>
                  <a:pt x="22" y="135"/>
                  <a:pt x="22" y="135"/>
                  <a:pt x="22" y="135"/>
                </a:cubicBezTo>
                <a:cubicBezTo>
                  <a:pt x="10" y="135"/>
                  <a:pt x="0" y="125"/>
                  <a:pt x="0" y="113"/>
                </a:cubicBezTo>
                <a:cubicBezTo>
                  <a:pt x="0" y="101"/>
                  <a:pt x="10" y="92"/>
                  <a:pt x="22" y="92"/>
                </a:cubicBezTo>
                <a:cubicBezTo>
                  <a:pt x="130" y="92"/>
                  <a:pt x="130" y="92"/>
                  <a:pt x="130" y="92"/>
                </a:cubicBezTo>
                <a:cubicBezTo>
                  <a:pt x="133" y="48"/>
                  <a:pt x="151" y="34"/>
                  <a:pt x="174" y="21"/>
                </a:cubicBezTo>
                <a:cubicBezTo>
                  <a:pt x="195" y="9"/>
                  <a:pt x="234" y="0"/>
                  <a:pt x="261" y="0"/>
                </a:cubicBezTo>
                <a:cubicBezTo>
                  <a:pt x="305" y="0"/>
                  <a:pt x="305" y="0"/>
                  <a:pt x="305" y="0"/>
                </a:cubicBezTo>
                <a:cubicBezTo>
                  <a:pt x="332" y="0"/>
                  <a:pt x="370" y="9"/>
                  <a:pt x="392" y="21"/>
                </a:cubicBezTo>
                <a:cubicBezTo>
                  <a:pt x="414" y="34"/>
                  <a:pt x="432" y="48"/>
                  <a:pt x="435" y="92"/>
                </a:cubicBezTo>
                <a:cubicBezTo>
                  <a:pt x="542" y="92"/>
                  <a:pt x="542" y="92"/>
                  <a:pt x="542" y="92"/>
                </a:cubicBezTo>
                <a:cubicBezTo>
                  <a:pt x="554" y="92"/>
                  <a:pt x="563" y="101"/>
                  <a:pt x="563" y="113"/>
                </a:cubicBezTo>
                <a:cubicBezTo>
                  <a:pt x="563" y="125"/>
                  <a:pt x="554" y="135"/>
                  <a:pt x="542" y="135"/>
                </a:cubicBezTo>
                <a:close/>
                <a:moveTo>
                  <a:pt x="173" y="92"/>
                </a:moveTo>
                <a:cubicBezTo>
                  <a:pt x="392" y="92"/>
                  <a:pt x="392" y="92"/>
                  <a:pt x="392" y="92"/>
                </a:cubicBezTo>
                <a:cubicBezTo>
                  <a:pt x="390" y="70"/>
                  <a:pt x="384" y="66"/>
                  <a:pt x="370" y="59"/>
                </a:cubicBezTo>
                <a:cubicBezTo>
                  <a:pt x="355" y="50"/>
                  <a:pt x="324" y="43"/>
                  <a:pt x="305" y="43"/>
                </a:cubicBezTo>
                <a:cubicBezTo>
                  <a:pt x="261" y="43"/>
                  <a:pt x="261" y="43"/>
                  <a:pt x="261" y="43"/>
                </a:cubicBezTo>
                <a:cubicBezTo>
                  <a:pt x="241" y="43"/>
                  <a:pt x="210" y="50"/>
                  <a:pt x="195" y="59"/>
                </a:cubicBezTo>
                <a:cubicBezTo>
                  <a:pt x="182" y="66"/>
                  <a:pt x="175" y="70"/>
                  <a:pt x="173" y="92"/>
                </a:cubicBezTo>
                <a:close/>
                <a:moveTo>
                  <a:pt x="173" y="92"/>
                </a:moveTo>
                <a:cubicBezTo>
                  <a:pt x="173" y="92"/>
                  <a:pt x="173" y="92"/>
                  <a:pt x="173" y="92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2" name="Google Shape;1522;p35"/>
          <p:cNvGrpSpPr/>
          <p:nvPr/>
        </p:nvGrpSpPr>
        <p:grpSpPr>
          <a:xfrm>
            <a:off x="5468884" y="2072541"/>
            <a:ext cx="439738" cy="439737"/>
            <a:chOff x="3195637" y="-4921251"/>
            <a:chExt cx="439738" cy="439737"/>
          </a:xfrm>
          <a:solidFill>
            <a:schemeClr val="bg1">
              <a:lumMod val="85000"/>
            </a:schemeClr>
          </a:solidFill>
        </p:grpSpPr>
        <p:sp>
          <p:nvSpPr>
            <p:cNvPr id="133" name="Google Shape;1523;p35"/>
            <p:cNvSpPr/>
            <p:nvPr/>
          </p:nvSpPr>
          <p:spPr>
            <a:xfrm>
              <a:off x="3195637" y="-4921251"/>
              <a:ext cx="439738" cy="439737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461" y="4"/>
                  </a:moveTo>
                  <a:cubicBezTo>
                    <a:pt x="458" y="1"/>
                    <a:pt x="454" y="0"/>
                    <a:pt x="45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550"/>
                    <a:pt x="0" y="550"/>
                    <a:pt x="0" y="550"/>
                  </a:cubicBezTo>
                  <a:cubicBezTo>
                    <a:pt x="0" y="559"/>
                    <a:pt x="7" y="567"/>
                    <a:pt x="17" y="567"/>
                  </a:cubicBezTo>
                  <a:cubicBezTo>
                    <a:pt x="550" y="567"/>
                    <a:pt x="550" y="567"/>
                    <a:pt x="550" y="567"/>
                  </a:cubicBezTo>
                  <a:cubicBezTo>
                    <a:pt x="560" y="567"/>
                    <a:pt x="567" y="559"/>
                    <a:pt x="567" y="550"/>
                  </a:cubicBezTo>
                  <a:cubicBezTo>
                    <a:pt x="567" y="116"/>
                    <a:pt x="567" y="116"/>
                    <a:pt x="567" y="116"/>
                  </a:cubicBezTo>
                  <a:cubicBezTo>
                    <a:pt x="567" y="111"/>
                    <a:pt x="565" y="107"/>
                    <a:pt x="562" y="104"/>
                  </a:cubicBezTo>
                  <a:lnTo>
                    <a:pt x="461" y="4"/>
                  </a:lnTo>
                  <a:close/>
                  <a:moveTo>
                    <a:pt x="300" y="135"/>
                  </a:moveTo>
                  <a:cubicBezTo>
                    <a:pt x="300" y="33"/>
                    <a:pt x="300" y="33"/>
                    <a:pt x="300" y="33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3" y="135"/>
                    <a:pt x="333" y="135"/>
                    <a:pt x="333" y="135"/>
                  </a:cubicBezTo>
                  <a:lnTo>
                    <a:pt x="300" y="135"/>
                  </a:lnTo>
                  <a:close/>
                  <a:moveTo>
                    <a:pt x="167" y="135"/>
                  </a:moveTo>
                  <a:cubicBezTo>
                    <a:pt x="167" y="33"/>
                    <a:pt x="167" y="33"/>
                    <a:pt x="167" y="33"/>
                  </a:cubicBezTo>
                  <a:cubicBezTo>
                    <a:pt x="267" y="33"/>
                    <a:pt x="267" y="33"/>
                    <a:pt x="267" y="33"/>
                  </a:cubicBezTo>
                  <a:cubicBezTo>
                    <a:pt x="267" y="135"/>
                    <a:pt x="267" y="135"/>
                    <a:pt x="267" y="135"/>
                  </a:cubicBezTo>
                  <a:lnTo>
                    <a:pt x="167" y="135"/>
                  </a:lnTo>
                  <a:close/>
                  <a:moveTo>
                    <a:pt x="367" y="33"/>
                  </a:moveTo>
                  <a:cubicBezTo>
                    <a:pt x="400" y="33"/>
                    <a:pt x="400" y="33"/>
                    <a:pt x="400" y="33"/>
                  </a:cubicBezTo>
                  <a:cubicBezTo>
                    <a:pt x="400" y="135"/>
                    <a:pt x="400" y="135"/>
                    <a:pt x="400" y="135"/>
                  </a:cubicBezTo>
                  <a:cubicBezTo>
                    <a:pt x="367" y="135"/>
                    <a:pt x="367" y="135"/>
                    <a:pt x="367" y="135"/>
                  </a:cubicBezTo>
                  <a:lnTo>
                    <a:pt x="367" y="33"/>
                  </a:lnTo>
                  <a:close/>
                  <a:moveTo>
                    <a:pt x="534" y="533"/>
                  </a:moveTo>
                  <a:cubicBezTo>
                    <a:pt x="33" y="533"/>
                    <a:pt x="33" y="533"/>
                    <a:pt x="33" y="5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60"/>
                    <a:pt x="141" y="168"/>
                    <a:pt x="151" y="168"/>
                  </a:cubicBezTo>
                  <a:cubicBezTo>
                    <a:pt x="416" y="168"/>
                    <a:pt x="416" y="168"/>
                    <a:pt x="416" y="168"/>
                  </a:cubicBezTo>
                  <a:cubicBezTo>
                    <a:pt x="426" y="168"/>
                    <a:pt x="433" y="160"/>
                    <a:pt x="433" y="151"/>
                  </a:cubicBezTo>
                  <a:cubicBezTo>
                    <a:pt x="433" y="33"/>
                    <a:pt x="433" y="33"/>
                    <a:pt x="433" y="33"/>
                  </a:cubicBezTo>
                  <a:cubicBezTo>
                    <a:pt x="443" y="33"/>
                    <a:pt x="443" y="33"/>
                    <a:pt x="443" y="33"/>
                  </a:cubicBezTo>
                  <a:cubicBezTo>
                    <a:pt x="534" y="123"/>
                    <a:pt x="534" y="123"/>
                    <a:pt x="534" y="123"/>
                  </a:cubicBezTo>
                  <a:lnTo>
                    <a:pt x="534" y="533"/>
                  </a:lnTo>
                  <a:close/>
                  <a:moveTo>
                    <a:pt x="534" y="533"/>
                  </a:moveTo>
                  <a:cubicBezTo>
                    <a:pt x="534" y="533"/>
                    <a:pt x="534" y="533"/>
                    <a:pt x="534" y="53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4" name="Google Shape;1524;p35"/>
            <p:cNvSpPr/>
            <p:nvPr/>
          </p:nvSpPr>
          <p:spPr>
            <a:xfrm>
              <a:off x="3246437" y="-4559301"/>
              <a:ext cx="53975" cy="25400"/>
            </a:xfrm>
            <a:custGeom>
              <a:avLst/>
              <a:gdLst/>
              <a:ahLst/>
              <a:cxnLst/>
              <a:rect l="l" t="t" r="r" b="b"/>
              <a:pathLst>
                <a:path w="68" h="33" extrusionOk="0">
                  <a:moveTo>
                    <a:pt x="51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6"/>
                    <a:pt x="8" y="33"/>
                    <a:pt x="17" y="33"/>
                  </a:cubicBezTo>
                  <a:cubicBezTo>
                    <a:pt x="51" y="33"/>
                    <a:pt x="51" y="33"/>
                    <a:pt x="51" y="33"/>
                  </a:cubicBezTo>
                  <a:cubicBezTo>
                    <a:pt x="61" y="33"/>
                    <a:pt x="68" y="26"/>
                    <a:pt x="68" y="16"/>
                  </a:cubicBezTo>
                  <a:cubicBezTo>
                    <a:pt x="68" y="7"/>
                    <a:pt x="61" y="0"/>
                    <a:pt x="51" y="0"/>
                  </a:cubicBezTo>
                  <a:close/>
                  <a:moveTo>
                    <a:pt x="51" y="0"/>
                  </a:moveTo>
                  <a:cubicBezTo>
                    <a:pt x="51" y="0"/>
                    <a:pt x="51" y="0"/>
                    <a:pt x="51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" name="Google Shape;1525;p35"/>
            <p:cNvSpPr/>
            <p:nvPr/>
          </p:nvSpPr>
          <p:spPr>
            <a:xfrm>
              <a:off x="3325812" y="-4740276"/>
              <a:ext cx="179388" cy="180975"/>
            </a:xfrm>
            <a:custGeom>
              <a:avLst/>
              <a:gdLst/>
              <a:ahLst/>
              <a:cxnLst/>
              <a:rect l="l" t="t" r="r" b="b"/>
              <a:pathLst>
                <a:path w="233" h="233" extrusionOk="0">
                  <a:moveTo>
                    <a:pt x="116" y="0"/>
                  </a:moveTo>
                  <a:cubicBezTo>
                    <a:pt x="52" y="0"/>
                    <a:pt x="0" y="52"/>
                    <a:pt x="0" y="117"/>
                  </a:cubicBezTo>
                  <a:cubicBezTo>
                    <a:pt x="0" y="181"/>
                    <a:pt x="52" y="233"/>
                    <a:pt x="116" y="233"/>
                  </a:cubicBezTo>
                  <a:cubicBezTo>
                    <a:pt x="181" y="233"/>
                    <a:pt x="233" y="181"/>
                    <a:pt x="233" y="117"/>
                  </a:cubicBezTo>
                  <a:cubicBezTo>
                    <a:pt x="233" y="52"/>
                    <a:pt x="181" y="0"/>
                    <a:pt x="116" y="0"/>
                  </a:cubicBezTo>
                  <a:close/>
                  <a:moveTo>
                    <a:pt x="116" y="200"/>
                  </a:moveTo>
                  <a:cubicBezTo>
                    <a:pt x="71" y="200"/>
                    <a:pt x="33" y="162"/>
                    <a:pt x="33" y="117"/>
                  </a:cubicBezTo>
                  <a:cubicBezTo>
                    <a:pt x="33" y="71"/>
                    <a:pt x="71" y="34"/>
                    <a:pt x="116" y="34"/>
                  </a:cubicBezTo>
                  <a:cubicBezTo>
                    <a:pt x="162" y="34"/>
                    <a:pt x="200" y="71"/>
                    <a:pt x="200" y="117"/>
                  </a:cubicBezTo>
                  <a:cubicBezTo>
                    <a:pt x="200" y="162"/>
                    <a:pt x="162" y="200"/>
                    <a:pt x="116" y="200"/>
                  </a:cubicBezTo>
                  <a:close/>
                  <a:moveTo>
                    <a:pt x="116" y="200"/>
                  </a:moveTo>
                  <a:cubicBezTo>
                    <a:pt x="116" y="200"/>
                    <a:pt x="116" y="200"/>
                    <a:pt x="116" y="20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" name="Google Shape;1526;p35"/>
            <p:cNvSpPr/>
            <p:nvPr/>
          </p:nvSpPr>
          <p:spPr>
            <a:xfrm>
              <a:off x="3376612" y="-4687888"/>
              <a:ext cx="77788" cy="76200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49" y="0"/>
                  </a:moveTo>
                  <a:cubicBezTo>
                    <a:pt x="22" y="0"/>
                    <a:pt x="0" y="22"/>
                    <a:pt x="0" y="50"/>
                  </a:cubicBezTo>
                  <a:cubicBezTo>
                    <a:pt x="0" y="77"/>
                    <a:pt x="22" y="99"/>
                    <a:pt x="49" y="99"/>
                  </a:cubicBezTo>
                  <a:cubicBezTo>
                    <a:pt x="77" y="99"/>
                    <a:pt x="99" y="77"/>
                    <a:pt x="99" y="50"/>
                  </a:cubicBezTo>
                  <a:cubicBezTo>
                    <a:pt x="99" y="22"/>
                    <a:pt x="77" y="0"/>
                    <a:pt x="49" y="0"/>
                  </a:cubicBezTo>
                  <a:close/>
                  <a:moveTo>
                    <a:pt x="49" y="66"/>
                  </a:moveTo>
                  <a:cubicBezTo>
                    <a:pt x="40" y="66"/>
                    <a:pt x="33" y="59"/>
                    <a:pt x="33" y="50"/>
                  </a:cubicBezTo>
                  <a:cubicBezTo>
                    <a:pt x="33" y="40"/>
                    <a:pt x="40" y="33"/>
                    <a:pt x="49" y="33"/>
                  </a:cubicBezTo>
                  <a:cubicBezTo>
                    <a:pt x="59" y="33"/>
                    <a:pt x="66" y="40"/>
                    <a:pt x="66" y="50"/>
                  </a:cubicBezTo>
                  <a:cubicBezTo>
                    <a:pt x="66" y="59"/>
                    <a:pt x="59" y="66"/>
                    <a:pt x="49" y="66"/>
                  </a:cubicBezTo>
                  <a:close/>
                  <a:moveTo>
                    <a:pt x="49" y="66"/>
                  </a:moveTo>
                  <a:cubicBezTo>
                    <a:pt x="49" y="66"/>
                    <a:pt x="49" y="66"/>
                    <a:pt x="49" y="66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7" name="Google Shape;1527;p35"/>
          <p:cNvGrpSpPr/>
          <p:nvPr/>
        </p:nvGrpSpPr>
        <p:grpSpPr>
          <a:xfrm>
            <a:off x="6280445" y="2072541"/>
            <a:ext cx="439738" cy="439737"/>
            <a:chOff x="3840162" y="-4913313"/>
            <a:chExt cx="439738" cy="439737"/>
          </a:xfrm>
          <a:solidFill>
            <a:schemeClr val="bg1">
              <a:lumMod val="85000"/>
            </a:schemeClr>
          </a:solidFill>
        </p:grpSpPr>
        <p:sp>
          <p:nvSpPr>
            <p:cNvPr id="138" name="Google Shape;1528;p35"/>
            <p:cNvSpPr/>
            <p:nvPr/>
          </p:nvSpPr>
          <p:spPr>
            <a:xfrm>
              <a:off x="3970337" y="-4913313"/>
              <a:ext cx="76200" cy="10318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9" name="Google Shape;1529;p35"/>
            <p:cNvSpPr/>
            <p:nvPr/>
          </p:nvSpPr>
          <p:spPr>
            <a:xfrm>
              <a:off x="4046537" y="-4656138"/>
              <a:ext cx="26988" cy="26987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17" y="0"/>
                  </a:move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ubicBezTo>
                    <a:pt x="26" y="34"/>
                    <a:pt x="34" y="26"/>
                    <a:pt x="34" y="17"/>
                  </a:cubicBezTo>
                  <a:cubicBezTo>
                    <a:pt x="34" y="8"/>
                    <a:pt x="26" y="0"/>
                    <a:pt x="17" y="0"/>
                  </a:cubicBezTo>
                  <a:close/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0" name="Google Shape;1530;p35"/>
            <p:cNvSpPr/>
            <p:nvPr/>
          </p:nvSpPr>
          <p:spPr>
            <a:xfrm>
              <a:off x="4073525" y="-4913313"/>
              <a:ext cx="25400" cy="10318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1" name="Google Shape;1531;p35"/>
            <p:cNvSpPr/>
            <p:nvPr/>
          </p:nvSpPr>
          <p:spPr>
            <a:xfrm>
              <a:off x="4124325" y="-4913313"/>
              <a:ext cx="25400" cy="10318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2" name="Google Shape;1532;p35"/>
            <p:cNvSpPr/>
            <p:nvPr/>
          </p:nvSpPr>
          <p:spPr>
            <a:xfrm>
              <a:off x="3995737" y="-4706938"/>
              <a:ext cx="128588" cy="128587"/>
            </a:xfrm>
            <a:custGeom>
              <a:avLst/>
              <a:gdLst/>
              <a:ahLst/>
              <a:cxnLst/>
              <a:rect l="l" t="t" r="r" b="b"/>
              <a:pathLst>
                <a:path w="166" h="166" extrusionOk="0">
                  <a:moveTo>
                    <a:pt x="83" y="0"/>
                  </a:moveTo>
                  <a:cubicBezTo>
                    <a:pt x="37" y="0"/>
                    <a:pt x="0" y="37"/>
                    <a:pt x="0" y="83"/>
                  </a:cubicBezTo>
                  <a:cubicBezTo>
                    <a:pt x="0" y="129"/>
                    <a:pt x="37" y="166"/>
                    <a:pt x="83" y="166"/>
                  </a:cubicBezTo>
                  <a:cubicBezTo>
                    <a:pt x="129" y="166"/>
                    <a:pt x="166" y="129"/>
                    <a:pt x="166" y="83"/>
                  </a:cubicBezTo>
                  <a:cubicBezTo>
                    <a:pt x="166" y="37"/>
                    <a:pt x="129" y="0"/>
                    <a:pt x="83" y="0"/>
                  </a:cubicBezTo>
                  <a:close/>
                  <a:moveTo>
                    <a:pt x="83" y="133"/>
                  </a:moveTo>
                  <a:cubicBezTo>
                    <a:pt x="55" y="133"/>
                    <a:pt x="33" y="110"/>
                    <a:pt x="33" y="83"/>
                  </a:cubicBezTo>
                  <a:cubicBezTo>
                    <a:pt x="33" y="56"/>
                    <a:pt x="55" y="33"/>
                    <a:pt x="83" y="33"/>
                  </a:cubicBezTo>
                  <a:cubicBezTo>
                    <a:pt x="110" y="33"/>
                    <a:pt x="133" y="56"/>
                    <a:pt x="133" y="83"/>
                  </a:cubicBezTo>
                  <a:cubicBezTo>
                    <a:pt x="133" y="110"/>
                    <a:pt x="110" y="133"/>
                    <a:pt x="83" y="133"/>
                  </a:cubicBezTo>
                  <a:close/>
                  <a:moveTo>
                    <a:pt x="83" y="133"/>
                  </a:moveTo>
                  <a:cubicBezTo>
                    <a:pt x="83" y="133"/>
                    <a:pt x="83" y="133"/>
                    <a:pt x="83" y="13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3" name="Google Shape;1533;p35"/>
            <p:cNvSpPr/>
            <p:nvPr/>
          </p:nvSpPr>
          <p:spPr>
            <a:xfrm>
              <a:off x="3840162" y="-4913313"/>
              <a:ext cx="439738" cy="439737"/>
            </a:xfrm>
            <a:custGeom>
              <a:avLst/>
              <a:gdLst/>
              <a:ahLst/>
              <a:cxnLst/>
              <a:rect l="l" t="t" r="r" b="b"/>
              <a:pathLst>
                <a:path w="566" h="567" extrusionOk="0">
                  <a:moveTo>
                    <a:pt x="461" y="5"/>
                  </a:moveTo>
                  <a:cubicBezTo>
                    <a:pt x="458" y="2"/>
                    <a:pt x="453" y="0"/>
                    <a:pt x="449" y="0"/>
                  </a:cubicBezTo>
                  <a:cubicBezTo>
                    <a:pt x="432" y="0"/>
                    <a:pt x="432" y="0"/>
                    <a:pt x="432" y="0"/>
                  </a:cubicBezTo>
                  <a:cubicBezTo>
                    <a:pt x="432" y="150"/>
                    <a:pt x="432" y="150"/>
                    <a:pt x="432" y="150"/>
                  </a:cubicBezTo>
                  <a:cubicBezTo>
                    <a:pt x="432" y="159"/>
                    <a:pt x="425" y="166"/>
                    <a:pt x="416" y="166"/>
                  </a:cubicBezTo>
                  <a:cubicBezTo>
                    <a:pt x="150" y="166"/>
                    <a:pt x="150" y="166"/>
                    <a:pt x="150" y="166"/>
                  </a:cubicBezTo>
                  <a:cubicBezTo>
                    <a:pt x="141" y="166"/>
                    <a:pt x="133" y="159"/>
                    <a:pt x="133" y="15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550"/>
                    <a:pt x="0" y="550"/>
                    <a:pt x="0" y="550"/>
                  </a:cubicBezTo>
                  <a:cubicBezTo>
                    <a:pt x="0" y="560"/>
                    <a:pt x="7" y="567"/>
                    <a:pt x="16" y="567"/>
                  </a:cubicBezTo>
                  <a:cubicBezTo>
                    <a:pt x="550" y="567"/>
                    <a:pt x="550" y="567"/>
                    <a:pt x="550" y="567"/>
                  </a:cubicBezTo>
                  <a:cubicBezTo>
                    <a:pt x="559" y="567"/>
                    <a:pt x="566" y="560"/>
                    <a:pt x="566" y="550"/>
                  </a:cubicBezTo>
                  <a:cubicBezTo>
                    <a:pt x="566" y="116"/>
                    <a:pt x="566" y="116"/>
                    <a:pt x="566" y="116"/>
                  </a:cubicBezTo>
                  <a:cubicBezTo>
                    <a:pt x="566" y="112"/>
                    <a:pt x="565" y="108"/>
                    <a:pt x="562" y="105"/>
                  </a:cubicBezTo>
                  <a:lnTo>
                    <a:pt x="461" y="5"/>
                  </a:lnTo>
                  <a:close/>
                  <a:moveTo>
                    <a:pt x="117" y="499"/>
                  </a:moveTo>
                  <a:cubicBezTo>
                    <a:pt x="84" y="499"/>
                    <a:pt x="84" y="499"/>
                    <a:pt x="84" y="499"/>
                  </a:cubicBezTo>
                  <a:cubicBezTo>
                    <a:pt x="74" y="499"/>
                    <a:pt x="67" y="492"/>
                    <a:pt x="67" y="483"/>
                  </a:cubicBezTo>
                  <a:cubicBezTo>
                    <a:pt x="67" y="474"/>
                    <a:pt x="74" y="466"/>
                    <a:pt x="84" y="466"/>
                  </a:cubicBezTo>
                  <a:cubicBezTo>
                    <a:pt x="117" y="466"/>
                    <a:pt x="117" y="466"/>
                    <a:pt x="117" y="466"/>
                  </a:cubicBezTo>
                  <a:cubicBezTo>
                    <a:pt x="126" y="466"/>
                    <a:pt x="133" y="474"/>
                    <a:pt x="133" y="483"/>
                  </a:cubicBezTo>
                  <a:cubicBezTo>
                    <a:pt x="133" y="492"/>
                    <a:pt x="126" y="499"/>
                    <a:pt x="117" y="499"/>
                  </a:cubicBezTo>
                  <a:close/>
                  <a:moveTo>
                    <a:pt x="283" y="466"/>
                  </a:moveTo>
                  <a:cubicBezTo>
                    <a:pt x="219" y="466"/>
                    <a:pt x="167" y="414"/>
                    <a:pt x="167" y="350"/>
                  </a:cubicBezTo>
                  <a:cubicBezTo>
                    <a:pt x="167" y="286"/>
                    <a:pt x="219" y="234"/>
                    <a:pt x="283" y="234"/>
                  </a:cubicBezTo>
                  <a:cubicBezTo>
                    <a:pt x="347" y="234"/>
                    <a:pt x="399" y="286"/>
                    <a:pt x="399" y="350"/>
                  </a:cubicBezTo>
                  <a:cubicBezTo>
                    <a:pt x="399" y="414"/>
                    <a:pt x="347" y="466"/>
                    <a:pt x="283" y="466"/>
                  </a:cubicBezTo>
                  <a:close/>
                  <a:moveTo>
                    <a:pt x="283" y="466"/>
                  </a:moveTo>
                  <a:cubicBezTo>
                    <a:pt x="283" y="466"/>
                    <a:pt x="283" y="466"/>
                    <a:pt x="283" y="466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4" name="Google Shape;1534;p35"/>
          <p:cNvSpPr/>
          <p:nvPr/>
        </p:nvSpPr>
        <p:spPr>
          <a:xfrm>
            <a:off x="1403917" y="2075977"/>
            <a:ext cx="439738" cy="439737"/>
          </a:xfrm>
          <a:custGeom>
            <a:avLst/>
            <a:gdLst/>
            <a:ahLst/>
            <a:cxnLst/>
            <a:rect l="l" t="t" r="r" b="b"/>
            <a:pathLst>
              <a:path w="567" h="567" extrusionOk="0">
                <a:moveTo>
                  <a:pt x="283" y="0"/>
                </a:moveTo>
                <a:cubicBezTo>
                  <a:pt x="127" y="0"/>
                  <a:pt x="0" y="127"/>
                  <a:pt x="0" y="284"/>
                </a:cubicBezTo>
                <a:cubicBezTo>
                  <a:pt x="0" y="440"/>
                  <a:pt x="127" y="567"/>
                  <a:pt x="283" y="567"/>
                </a:cubicBezTo>
                <a:cubicBezTo>
                  <a:pt x="440" y="567"/>
                  <a:pt x="567" y="440"/>
                  <a:pt x="567" y="284"/>
                </a:cubicBezTo>
                <a:cubicBezTo>
                  <a:pt x="567" y="127"/>
                  <a:pt x="440" y="0"/>
                  <a:pt x="283" y="0"/>
                </a:cubicBezTo>
                <a:close/>
                <a:moveTo>
                  <a:pt x="283" y="523"/>
                </a:moveTo>
                <a:cubicBezTo>
                  <a:pt x="151" y="523"/>
                  <a:pt x="44" y="416"/>
                  <a:pt x="44" y="284"/>
                </a:cubicBezTo>
                <a:cubicBezTo>
                  <a:pt x="44" y="152"/>
                  <a:pt x="151" y="45"/>
                  <a:pt x="283" y="45"/>
                </a:cubicBezTo>
                <a:cubicBezTo>
                  <a:pt x="416" y="45"/>
                  <a:pt x="523" y="151"/>
                  <a:pt x="523" y="284"/>
                </a:cubicBezTo>
                <a:cubicBezTo>
                  <a:pt x="523" y="416"/>
                  <a:pt x="416" y="523"/>
                  <a:pt x="283" y="523"/>
                </a:cubicBezTo>
                <a:close/>
                <a:moveTo>
                  <a:pt x="372" y="231"/>
                </a:moveTo>
                <a:cubicBezTo>
                  <a:pt x="372" y="272"/>
                  <a:pt x="344" y="307"/>
                  <a:pt x="306" y="317"/>
                </a:cubicBezTo>
                <a:cubicBezTo>
                  <a:pt x="306" y="353"/>
                  <a:pt x="306" y="353"/>
                  <a:pt x="306" y="353"/>
                </a:cubicBezTo>
                <a:cubicBezTo>
                  <a:pt x="306" y="365"/>
                  <a:pt x="296" y="375"/>
                  <a:pt x="283" y="375"/>
                </a:cubicBezTo>
                <a:cubicBezTo>
                  <a:pt x="271" y="375"/>
                  <a:pt x="261" y="365"/>
                  <a:pt x="261" y="353"/>
                </a:cubicBezTo>
                <a:cubicBezTo>
                  <a:pt x="261" y="298"/>
                  <a:pt x="261" y="298"/>
                  <a:pt x="261" y="298"/>
                </a:cubicBezTo>
                <a:cubicBezTo>
                  <a:pt x="261" y="285"/>
                  <a:pt x="271" y="275"/>
                  <a:pt x="283" y="275"/>
                </a:cubicBezTo>
                <a:cubicBezTo>
                  <a:pt x="308" y="275"/>
                  <a:pt x="328" y="256"/>
                  <a:pt x="328" y="231"/>
                </a:cubicBezTo>
                <a:cubicBezTo>
                  <a:pt x="328" y="207"/>
                  <a:pt x="308" y="187"/>
                  <a:pt x="283" y="187"/>
                </a:cubicBezTo>
                <a:cubicBezTo>
                  <a:pt x="259" y="187"/>
                  <a:pt x="239" y="207"/>
                  <a:pt x="239" y="231"/>
                </a:cubicBezTo>
                <a:cubicBezTo>
                  <a:pt x="239" y="243"/>
                  <a:pt x="229" y="253"/>
                  <a:pt x="217" y="253"/>
                </a:cubicBezTo>
                <a:cubicBezTo>
                  <a:pt x="205" y="253"/>
                  <a:pt x="195" y="243"/>
                  <a:pt x="195" y="231"/>
                </a:cubicBezTo>
                <a:cubicBezTo>
                  <a:pt x="195" y="182"/>
                  <a:pt x="235" y="143"/>
                  <a:pt x="283" y="143"/>
                </a:cubicBezTo>
                <a:cubicBezTo>
                  <a:pt x="332" y="143"/>
                  <a:pt x="372" y="182"/>
                  <a:pt x="372" y="231"/>
                </a:cubicBezTo>
                <a:close/>
                <a:moveTo>
                  <a:pt x="311" y="419"/>
                </a:moveTo>
                <a:cubicBezTo>
                  <a:pt x="311" y="435"/>
                  <a:pt x="299" y="447"/>
                  <a:pt x="283" y="447"/>
                </a:cubicBezTo>
                <a:cubicBezTo>
                  <a:pt x="268" y="447"/>
                  <a:pt x="256" y="435"/>
                  <a:pt x="256" y="419"/>
                </a:cubicBezTo>
                <a:cubicBezTo>
                  <a:pt x="256" y="404"/>
                  <a:pt x="268" y="392"/>
                  <a:pt x="283" y="392"/>
                </a:cubicBezTo>
                <a:cubicBezTo>
                  <a:pt x="299" y="392"/>
                  <a:pt x="311" y="404"/>
                  <a:pt x="311" y="41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5" name="Google Shape;1535;p35"/>
          <p:cNvGrpSpPr/>
          <p:nvPr/>
        </p:nvGrpSpPr>
        <p:grpSpPr>
          <a:xfrm>
            <a:off x="3856330" y="2048305"/>
            <a:ext cx="439738" cy="538163"/>
            <a:chOff x="1711325" y="-4908551"/>
            <a:chExt cx="439738" cy="538163"/>
          </a:xfrm>
          <a:solidFill>
            <a:schemeClr val="bg1">
              <a:lumMod val="85000"/>
            </a:schemeClr>
          </a:solidFill>
        </p:grpSpPr>
        <p:sp>
          <p:nvSpPr>
            <p:cNvPr id="146" name="Google Shape;1536;p35"/>
            <p:cNvSpPr/>
            <p:nvPr/>
          </p:nvSpPr>
          <p:spPr>
            <a:xfrm>
              <a:off x="1890712" y="-4837113"/>
              <a:ext cx="80963" cy="198437"/>
            </a:xfrm>
            <a:custGeom>
              <a:avLst/>
              <a:gdLst/>
              <a:ahLst/>
              <a:cxnLst/>
              <a:rect l="l" t="t" r="r" b="b"/>
              <a:pathLst>
                <a:path w="105" h="256" extrusionOk="0">
                  <a:moveTo>
                    <a:pt x="69" y="256"/>
                  </a:moveTo>
                  <a:cubicBezTo>
                    <a:pt x="37" y="256"/>
                    <a:pt x="37" y="256"/>
                    <a:pt x="37" y="256"/>
                  </a:cubicBezTo>
                  <a:cubicBezTo>
                    <a:pt x="25" y="256"/>
                    <a:pt x="15" y="246"/>
                    <a:pt x="14" y="23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0" y="18"/>
                    <a:pt x="3" y="12"/>
                    <a:pt x="7" y="7"/>
                  </a:cubicBezTo>
                  <a:cubicBezTo>
                    <a:pt x="11" y="3"/>
                    <a:pt x="17" y="0"/>
                    <a:pt x="23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8" y="0"/>
                    <a:pt x="94" y="3"/>
                    <a:pt x="99" y="7"/>
                  </a:cubicBezTo>
                  <a:cubicBezTo>
                    <a:pt x="103" y="12"/>
                    <a:pt x="105" y="18"/>
                    <a:pt x="105" y="24"/>
                  </a:cubicBezTo>
                  <a:cubicBezTo>
                    <a:pt x="92" y="234"/>
                    <a:pt x="92" y="234"/>
                    <a:pt x="92" y="234"/>
                  </a:cubicBezTo>
                  <a:cubicBezTo>
                    <a:pt x="91" y="246"/>
                    <a:pt x="81" y="256"/>
                    <a:pt x="69" y="256"/>
                  </a:cubicBezTo>
                  <a:close/>
                  <a:moveTo>
                    <a:pt x="23" y="21"/>
                  </a:moveTo>
                  <a:cubicBezTo>
                    <a:pt x="23" y="21"/>
                    <a:pt x="22" y="21"/>
                    <a:pt x="22" y="21"/>
                  </a:cubicBezTo>
                  <a:cubicBezTo>
                    <a:pt x="21" y="22"/>
                    <a:pt x="21" y="22"/>
                    <a:pt x="21" y="23"/>
                  </a:cubicBezTo>
                  <a:cubicBezTo>
                    <a:pt x="34" y="233"/>
                    <a:pt x="34" y="233"/>
                    <a:pt x="34" y="233"/>
                  </a:cubicBezTo>
                  <a:cubicBezTo>
                    <a:pt x="34" y="234"/>
                    <a:pt x="35" y="235"/>
                    <a:pt x="37" y="235"/>
                  </a:cubicBezTo>
                  <a:cubicBezTo>
                    <a:pt x="69" y="235"/>
                    <a:pt x="69" y="235"/>
                    <a:pt x="69" y="235"/>
                  </a:cubicBezTo>
                  <a:cubicBezTo>
                    <a:pt x="70" y="235"/>
                    <a:pt x="71" y="234"/>
                    <a:pt x="71" y="233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4" y="22"/>
                    <a:pt x="84" y="22"/>
                    <a:pt x="84" y="21"/>
                  </a:cubicBezTo>
                  <a:cubicBezTo>
                    <a:pt x="83" y="21"/>
                    <a:pt x="83" y="21"/>
                    <a:pt x="82" y="21"/>
                  </a:cubicBezTo>
                  <a:lnTo>
                    <a:pt x="23" y="21"/>
                  </a:lnTo>
                  <a:close/>
                  <a:moveTo>
                    <a:pt x="23" y="21"/>
                  </a:moveTo>
                  <a:cubicBezTo>
                    <a:pt x="23" y="21"/>
                    <a:pt x="23" y="21"/>
                    <a:pt x="23" y="2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7" name="Google Shape;1537;p35"/>
            <p:cNvSpPr/>
            <p:nvPr/>
          </p:nvSpPr>
          <p:spPr>
            <a:xfrm>
              <a:off x="1895475" y="-4602163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94" h="94" extrusionOk="0">
                  <a:moveTo>
                    <a:pt x="47" y="94"/>
                  </a:moveTo>
                  <a:cubicBezTo>
                    <a:pt x="21" y="94"/>
                    <a:pt x="0" y="73"/>
                    <a:pt x="0" y="47"/>
                  </a:cubicBezTo>
                  <a:cubicBezTo>
                    <a:pt x="0" y="21"/>
                    <a:pt x="21" y="0"/>
                    <a:pt x="47" y="0"/>
                  </a:cubicBezTo>
                  <a:cubicBezTo>
                    <a:pt x="73" y="0"/>
                    <a:pt x="94" y="21"/>
                    <a:pt x="94" y="47"/>
                  </a:cubicBezTo>
                  <a:cubicBezTo>
                    <a:pt x="94" y="73"/>
                    <a:pt x="73" y="94"/>
                    <a:pt x="47" y="94"/>
                  </a:cubicBezTo>
                  <a:close/>
                  <a:moveTo>
                    <a:pt x="47" y="20"/>
                  </a:moveTo>
                  <a:cubicBezTo>
                    <a:pt x="32" y="20"/>
                    <a:pt x="20" y="32"/>
                    <a:pt x="20" y="47"/>
                  </a:cubicBezTo>
                  <a:cubicBezTo>
                    <a:pt x="20" y="62"/>
                    <a:pt x="32" y="74"/>
                    <a:pt x="47" y="74"/>
                  </a:cubicBezTo>
                  <a:cubicBezTo>
                    <a:pt x="62" y="74"/>
                    <a:pt x="74" y="62"/>
                    <a:pt x="74" y="47"/>
                  </a:cubicBezTo>
                  <a:cubicBezTo>
                    <a:pt x="74" y="32"/>
                    <a:pt x="62" y="20"/>
                    <a:pt x="47" y="20"/>
                  </a:cubicBezTo>
                  <a:close/>
                  <a:moveTo>
                    <a:pt x="47" y="20"/>
                  </a:moveTo>
                  <a:cubicBezTo>
                    <a:pt x="47" y="20"/>
                    <a:pt x="47" y="20"/>
                    <a:pt x="47" y="2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8" name="Google Shape;1538;p35"/>
            <p:cNvSpPr/>
            <p:nvPr/>
          </p:nvSpPr>
          <p:spPr>
            <a:xfrm>
              <a:off x="1711325" y="-4908551"/>
              <a:ext cx="439738" cy="258762"/>
            </a:xfrm>
            <a:custGeom>
              <a:avLst/>
              <a:gdLst/>
              <a:ahLst/>
              <a:cxnLst/>
              <a:rect l="l" t="t" r="r" b="b"/>
              <a:pathLst>
                <a:path w="567" h="333" extrusionOk="0">
                  <a:moveTo>
                    <a:pt x="430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2" y="0"/>
                    <a:pt x="0" y="61"/>
                    <a:pt x="0" y="137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211"/>
                    <a:pt x="5" y="216"/>
                    <a:pt x="10" y="216"/>
                  </a:cubicBezTo>
                  <a:cubicBezTo>
                    <a:pt x="16" y="216"/>
                    <a:pt x="21" y="211"/>
                    <a:pt x="21" y="206"/>
                  </a:cubicBezTo>
                  <a:cubicBezTo>
                    <a:pt x="21" y="137"/>
                    <a:pt x="21" y="137"/>
                    <a:pt x="21" y="137"/>
                  </a:cubicBezTo>
                  <a:cubicBezTo>
                    <a:pt x="21" y="73"/>
                    <a:pt x="73" y="20"/>
                    <a:pt x="137" y="20"/>
                  </a:cubicBezTo>
                  <a:cubicBezTo>
                    <a:pt x="430" y="20"/>
                    <a:pt x="430" y="20"/>
                    <a:pt x="430" y="20"/>
                  </a:cubicBezTo>
                  <a:cubicBezTo>
                    <a:pt x="494" y="20"/>
                    <a:pt x="547" y="73"/>
                    <a:pt x="547" y="137"/>
                  </a:cubicBezTo>
                  <a:cubicBezTo>
                    <a:pt x="547" y="323"/>
                    <a:pt x="547" y="323"/>
                    <a:pt x="547" y="323"/>
                  </a:cubicBezTo>
                  <a:cubicBezTo>
                    <a:pt x="547" y="329"/>
                    <a:pt x="551" y="333"/>
                    <a:pt x="557" y="333"/>
                  </a:cubicBezTo>
                  <a:cubicBezTo>
                    <a:pt x="563" y="333"/>
                    <a:pt x="567" y="329"/>
                    <a:pt x="567" y="323"/>
                  </a:cubicBezTo>
                  <a:cubicBezTo>
                    <a:pt x="567" y="137"/>
                    <a:pt x="567" y="137"/>
                    <a:pt x="567" y="137"/>
                  </a:cubicBezTo>
                  <a:cubicBezTo>
                    <a:pt x="567" y="61"/>
                    <a:pt x="506" y="0"/>
                    <a:pt x="430" y="0"/>
                  </a:cubicBezTo>
                  <a:close/>
                  <a:moveTo>
                    <a:pt x="430" y="0"/>
                  </a:moveTo>
                  <a:cubicBezTo>
                    <a:pt x="430" y="0"/>
                    <a:pt x="430" y="0"/>
                    <a:pt x="430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9" name="Google Shape;1539;p35"/>
            <p:cNvSpPr/>
            <p:nvPr/>
          </p:nvSpPr>
          <p:spPr>
            <a:xfrm>
              <a:off x="1711325" y="-4725988"/>
              <a:ext cx="439738" cy="355600"/>
            </a:xfrm>
            <a:custGeom>
              <a:avLst/>
              <a:gdLst/>
              <a:ahLst/>
              <a:cxnLst/>
              <a:rect l="l" t="t" r="r" b="b"/>
              <a:pathLst>
                <a:path w="567" h="458" extrusionOk="0">
                  <a:moveTo>
                    <a:pt x="557" y="118"/>
                  </a:moveTo>
                  <a:cubicBezTo>
                    <a:pt x="551" y="118"/>
                    <a:pt x="547" y="122"/>
                    <a:pt x="547" y="128"/>
                  </a:cubicBezTo>
                  <a:cubicBezTo>
                    <a:pt x="547" y="212"/>
                    <a:pt x="547" y="212"/>
                    <a:pt x="547" y="212"/>
                  </a:cubicBezTo>
                  <a:cubicBezTo>
                    <a:pt x="547" y="276"/>
                    <a:pt x="494" y="329"/>
                    <a:pt x="430" y="329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44" y="329"/>
                    <a:pt x="334" y="335"/>
                    <a:pt x="330" y="345"/>
                  </a:cubicBezTo>
                  <a:cubicBezTo>
                    <a:pt x="290" y="434"/>
                    <a:pt x="290" y="434"/>
                    <a:pt x="290" y="434"/>
                  </a:cubicBezTo>
                  <a:cubicBezTo>
                    <a:pt x="289" y="438"/>
                    <a:pt x="285" y="438"/>
                    <a:pt x="284" y="438"/>
                  </a:cubicBezTo>
                  <a:cubicBezTo>
                    <a:pt x="282" y="438"/>
                    <a:pt x="279" y="438"/>
                    <a:pt x="277" y="434"/>
                  </a:cubicBezTo>
                  <a:cubicBezTo>
                    <a:pt x="238" y="345"/>
                    <a:pt x="238" y="345"/>
                    <a:pt x="238" y="345"/>
                  </a:cubicBezTo>
                  <a:cubicBezTo>
                    <a:pt x="233" y="335"/>
                    <a:pt x="223" y="329"/>
                    <a:pt x="213" y="329"/>
                  </a:cubicBezTo>
                  <a:cubicBezTo>
                    <a:pt x="137" y="329"/>
                    <a:pt x="137" y="329"/>
                    <a:pt x="137" y="329"/>
                  </a:cubicBezTo>
                  <a:cubicBezTo>
                    <a:pt x="73" y="329"/>
                    <a:pt x="21" y="276"/>
                    <a:pt x="21" y="212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5"/>
                    <a:pt x="16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212"/>
                    <a:pt x="0" y="212"/>
                    <a:pt x="0" y="212"/>
                  </a:cubicBezTo>
                  <a:cubicBezTo>
                    <a:pt x="0" y="287"/>
                    <a:pt x="62" y="349"/>
                    <a:pt x="137" y="349"/>
                  </a:cubicBezTo>
                  <a:cubicBezTo>
                    <a:pt x="213" y="349"/>
                    <a:pt x="213" y="349"/>
                    <a:pt x="213" y="349"/>
                  </a:cubicBezTo>
                  <a:cubicBezTo>
                    <a:pt x="215" y="349"/>
                    <a:pt x="218" y="351"/>
                    <a:pt x="219" y="353"/>
                  </a:cubicBezTo>
                  <a:cubicBezTo>
                    <a:pt x="259" y="442"/>
                    <a:pt x="259" y="442"/>
                    <a:pt x="259" y="442"/>
                  </a:cubicBezTo>
                  <a:cubicBezTo>
                    <a:pt x="263" y="452"/>
                    <a:pt x="273" y="458"/>
                    <a:pt x="284" y="458"/>
                  </a:cubicBezTo>
                  <a:cubicBezTo>
                    <a:pt x="295" y="458"/>
                    <a:pt x="304" y="452"/>
                    <a:pt x="309" y="442"/>
                  </a:cubicBezTo>
                  <a:cubicBezTo>
                    <a:pt x="348" y="353"/>
                    <a:pt x="348" y="353"/>
                    <a:pt x="348" y="353"/>
                  </a:cubicBezTo>
                  <a:cubicBezTo>
                    <a:pt x="350" y="351"/>
                    <a:pt x="352" y="349"/>
                    <a:pt x="355" y="349"/>
                  </a:cubicBezTo>
                  <a:cubicBezTo>
                    <a:pt x="430" y="349"/>
                    <a:pt x="430" y="349"/>
                    <a:pt x="430" y="349"/>
                  </a:cubicBezTo>
                  <a:cubicBezTo>
                    <a:pt x="506" y="349"/>
                    <a:pt x="567" y="287"/>
                    <a:pt x="567" y="212"/>
                  </a:cubicBezTo>
                  <a:cubicBezTo>
                    <a:pt x="567" y="128"/>
                    <a:pt x="567" y="128"/>
                    <a:pt x="567" y="128"/>
                  </a:cubicBezTo>
                  <a:cubicBezTo>
                    <a:pt x="567" y="122"/>
                    <a:pt x="563" y="118"/>
                    <a:pt x="557" y="118"/>
                  </a:cubicBezTo>
                  <a:close/>
                  <a:moveTo>
                    <a:pt x="557" y="118"/>
                  </a:moveTo>
                  <a:cubicBezTo>
                    <a:pt x="557" y="118"/>
                    <a:pt x="557" y="118"/>
                    <a:pt x="557" y="11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0" name="Google Shape;1540;p35"/>
          <p:cNvGrpSpPr/>
          <p:nvPr/>
        </p:nvGrpSpPr>
        <p:grpSpPr>
          <a:xfrm>
            <a:off x="3174641" y="2073425"/>
            <a:ext cx="117475" cy="439737"/>
            <a:chOff x="1036637" y="-4835526"/>
            <a:chExt cx="117475" cy="439737"/>
          </a:xfrm>
          <a:solidFill>
            <a:schemeClr val="bg1">
              <a:lumMod val="85000"/>
            </a:schemeClr>
          </a:solidFill>
        </p:grpSpPr>
        <p:sp>
          <p:nvSpPr>
            <p:cNvPr id="151" name="Google Shape;1541;p35"/>
            <p:cNvSpPr/>
            <p:nvPr/>
          </p:nvSpPr>
          <p:spPr>
            <a:xfrm>
              <a:off x="1036637" y="-4835526"/>
              <a:ext cx="117475" cy="282575"/>
            </a:xfrm>
            <a:custGeom>
              <a:avLst/>
              <a:gdLst/>
              <a:ahLst/>
              <a:cxnLst/>
              <a:rect l="l" t="t" r="r" b="b"/>
              <a:pathLst>
                <a:path w="150" h="365" extrusionOk="0">
                  <a:moveTo>
                    <a:pt x="98" y="365"/>
                  </a:moveTo>
                  <a:cubicBezTo>
                    <a:pt x="52" y="365"/>
                    <a:pt x="52" y="365"/>
                    <a:pt x="52" y="365"/>
                  </a:cubicBezTo>
                  <a:cubicBezTo>
                    <a:pt x="35" y="365"/>
                    <a:pt x="20" y="352"/>
                    <a:pt x="19" y="33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25"/>
                    <a:pt x="3" y="16"/>
                    <a:pt x="9" y="10"/>
                  </a:cubicBezTo>
                  <a:cubicBezTo>
                    <a:pt x="15" y="3"/>
                    <a:pt x="24" y="0"/>
                    <a:pt x="33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6" y="0"/>
                    <a:pt x="134" y="3"/>
                    <a:pt x="141" y="10"/>
                  </a:cubicBezTo>
                  <a:cubicBezTo>
                    <a:pt x="147" y="16"/>
                    <a:pt x="150" y="25"/>
                    <a:pt x="149" y="34"/>
                  </a:cubicBezTo>
                  <a:cubicBezTo>
                    <a:pt x="131" y="335"/>
                    <a:pt x="131" y="335"/>
                    <a:pt x="131" y="335"/>
                  </a:cubicBezTo>
                  <a:cubicBezTo>
                    <a:pt x="130" y="352"/>
                    <a:pt x="115" y="365"/>
                    <a:pt x="98" y="365"/>
                  </a:cubicBezTo>
                  <a:close/>
                  <a:moveTo>
                    <a:pt x="33" y="29"/>
                  </a:moveTo>
                  <a:cubicBezTo>
                    <a:pt x="32" y="29"/>
                    <a:pt x="31" y="29"/>
                    <a:pt x="30" y="30"/>
                  </a:cubicBezTo>
                  <a:cubicBezTo>
                    <a:pt x="30" y="30"/>
                    <a:pt x="29" y="31"/>
                    <a:pt x="30" y="32"/>
                  </a:cubicBezTo>
                  <a:cubicBezTo>
                    <a:pt x="48" y="333"/>
                    <a:pt x="48" y="333"/>
                    <a:pt x="48" y="333"/>
                  </a:cubicBezTo>
                  <a:cubicBezTo>
                    <a:pt x="48" y="335"/>
                    <a:pt x="50" y="336"/>
                    <a:pt x="52" y="336"/>
                  </a:cubicBezTo>
                  <a:cubicBezTo>
                    <a:pt x="98" y="336"/>
                    <a:pt x="98" y="336"/>
                    <a:pt x="98" y="336"/>
                  </a:cubicBezTo>
                  <a:cubicBezTo>
                    <a:pt x="100" y="336"/>
                    <a:pt x="101" y="335"/>
                    <a:pt x="102" y="333"/>
                  </a:cubicBezTo>
                  <a:cubicBezTo>
                    <a:pt x="120" y="32"/>
                    <a:pt x="120" y="32"/>
                    <a:pt x="120" y="32"/>
                  </a:cubicBezTo>
                  <a:cubicBezTo>
                    <a:pt x="120" y="31"/>
                    <a:pt x="120" y="30"/>
                    <a:pt x="119" y="30"/>
                  </a:cubicBezTo>
                  <a:cubicBezTo>
                    <a:pt x="119" y="29"/>
                    <a:pt x="118" y="29"/>
                    <a:pt x="117" y="29"/>
                  </a:cubicBezTo>
                  <a:lnTo>
                    <a:pt x="33" y="29"/>
                  </a:lnTo>
                  <a:close/>
                  <a:moveTo>
                    <a:pt x="33" y="29"/>
                  </a:moveTo>
                  <a:cubicBezTo>
                    <a:pt x="33" y="29"/>
                    <a:pt x="33" y="29"/>
                    <a:pt x="33" y="29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2" name="Google Shape;1542;p35"/>
            <p:cNvSpPr/>
            <p:nvPr/>
          </p:nvSpPr>
          <p:spPr>
            <a:xfrm>
              <a:off x="1042987" y="-4502151"/>
              <a:ext cx="104775" cy="106362"/>
            </a:xfrm>
            <a:custGeom>
              <a:avLst/>
              <a:gdLst/>
              <a:ahLst/>
              <a:cxnLst/>
              <a:rect l="l" t="t" r="r" b="b"/>
              <a:pathLst>
                <a:path w="135" h="136" extrusionOk="0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5" y="31"/>
                    <a:pt x="135" y="68"/>
                  </a:cubicBezTo>
                  <a:cubicBezTo>
                    <a:pt x="135" y="105"/>
                    <a:pt x="105" y="136"/>
                    <a:pt x="68" y="136"/>
                  </a:cubicBezTo>
                  <a:close/>
                  <a:moveTo>
                    <a:pt x="68" y="30"/>
                  </a:moveTo>
                  <a:cubicBezTo>
                    <a:pt x="47" y="30"/>
                    <a:pt x="30" y="47"/>
                    <a:pt x="30" y="68"/>
                  </a:cubicBezTo>
                  <a:cubicBezTo>
                    <a:pt x="30" y="89"/>
                    <a:pt x="47" y="106"/>
                    <a:pt x="68" y="106"/>
                  </a:cubicBezTo>
                  <a:cubicBezTo>
                    <a:pt x="89" y="106"/>
                    <a:pt x="106" y="89"/>
                    <a:pt x="106" y="68"/>
                  </a:cubicBezTo>
                  <a:cubicBezTo>
                    <a:pt x="106" y="47"/>
                    <a:pt x="89" y="30"/>
                    <a:pt x="68" y="30"/>
                  </a:cubicBezTo>
                  <a:close/>
                  <a:moveTo>
                    <a:pt x="68" y="30"/>
                  </a:moveTo>
                  <a:cubicBezTo>
                    <a:pt x="68" y="30"/>
                    <a:pt x="68" y="30"/>
                    <a:pt x="68" y="3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3" name="Google Shape;1543;p35"/>
          <p:cNvGrpSpPr/>
          <p:nvPr/>
        </p:nvGrpSpPr>
        <p:grpSpPr>
          <a:xfrm>
            <a:off x="580856" y="3613678"/>
            <a:ext cx="439738" cy="388937"/>
            <a:chOff x="629050" y="4386916"/>
            <a:chExt cx="439738" cy="388937"/>
          </a:xfrm>
          <a:solidFill>
            <a:schemeClr val="bg1">
              <a:lumMod val="85000"/>
            </a:schemeClr>
          </a:solidFill>
        </p:grpSpPr>
        <p:sp>
          <p:nvSpPr>
            <p:cNvPr id="154" name="Google Shape;1544;p35"/>
            <p:cNvSpPr/>
            <p:nvPr/>
          </p:nvSpPr>
          <p:spPr>
            <a:xfrm>
              <a:off x="629050" y="4386916"/>
              <a:ext cx="190500" cy="388937"/>
            </a:xfrm>
            <a:custGeom>
              <a:avLst/>
              <a:gdLst/>
              <a:ahLst/>
              <a:cxnLst/>
              <a:rect l="l" t="t" r="r" b="b"/>
              <a:pathLst>
                <a:path w="246" h="500" extrusionOk="0">
                  <a:moveTo>
                    <a:pt x="226" y="102"/>
                  </a:moveTo>
                  <a:cubicBezTo>
                    <a:pt x="240" y="96"/>
                    <a:pt x="246" y="79"/>
                    <a:pt x="240" y="66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1" y="6"/>
                    <a:pt x="196" y="0"/>
                    <a:pt x="182" y="6"/>
                  </a:cubicBezTo>
                  <a:cubicBezTo>
                    <a:pt x="143" y="22"/>
                    <a:pt x="110" y="43"/>
                    <a:pt x="84" y="69"/>
                  </a:cubicBezTo>
                  <a:cubicBezTo>
                    <a:pt x="52" y="100"/>
                    <a:pt x="30" y="135"/>
                    <a:pt x="18" y="173"/>
                  </a:cubicBezTo>
                  <a:cubicBezTo>
                    <a:pt x="6" y="212"/>
                    <a:pt x="0" y="266"/>
                    <a:pt x="0" y="333"/>
                  </a:cubicBezTo>
                  <a:cubicBezTo>
                    <a:pt x="0" y="473"/>
                    <a:pt x="0" y="473"/>
                    <a:pt x="0" y="473"/>
                  </a:cubicBezTo>
                  <a:cubicBezTo>
                    <a:pt x="0" y="488"/>
                    <a:pt x="12" y="500"/>
                    <a:pt x="27" y="500"/>
                  </a:cubicBezTo>
                  <a:cubicBezTo>
                    <a:pt x="206" y="500"/>
                    <a:pt x="206" y="500"/>
                    <a:pt x="206" y="500"/>
                  </a:cubicBezTo>
                  <a:cubicBezTo>
                    <a:pt x="221" y="500"/>
                    <a:pt x="233" y="488"/>
                    <a:pt x="233" y="473"/>
                  </a:cubicBezTo>
                  <a:cubicBezTo>
                    <a:pt x="233" y="294"/>
                    <a:pt x="233" y="294"/>
                    <a:pt x="233" y="294"/>
                  </a:cubicBezTo>
                  <a:cubicBezTo>
                    <a:pt x="233" y="279"/>
                    <a:pt x="221" y="267"/>
                    <a:pt x="206" y="267"/>
                  </a:cubicBezTo>
                  <a:cubicBezTo>
                    <a:pt x="120" y="267"/>
                    <a:pt x="120" y="267"/>
                    <a:pt x="120" y="267"/>
                  </a:cubicBezTo>
                  <a:cubicBezTo>
                    <a:pt x="121" y="221"/>
                    <a:pt x="132" y="184"/>
                    <a:pt x="152" y="157"/>
                  </a:cubicBezTo>
                  <a:cubicBezTo>
                    <a:pt x="168" y="134"/>
                    <a:pt x="193" y="116"/>
                    <a:pt x="226" y="102"/>
                  </a:cubicBezTo>
                  <a:close/>
                  <a:moveTo>
                    <a:pt x="226" y="102"/>
                  </a:moveTo>
                  <a:cubicBezTo>
                    <a:pt x="226" y="102"/>
                    <a:pt x="226" y="102"/>
                    <a:pt x="226" y="10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5" name="Google Shape;1545;p35"/>
            <p:cNvSpPr/>
            <p:nvPr/>
          </p:nvSpPr>
          <p:spPr>
            <a:xfrm>
              <a:off x="878288" y="4386916"/>
              <a:ext cx="190500" cy="388937"/>
            </a:xfrm>
            <a:custGeom>
              <a:avLst/>
              <a:gdLst/>
              <a:ahLst/>
              <a:cxnLst/>
              <a:rect l="l" t="t" r="r" b="b"/>
              <a:pathLst>
                <a:path w="246" h="500" extrusionOk="0">
                  <a:moveTo>
                    <a:pt x="226" y="102"/>
                  </a:moveTo>
                  <a:cubicBezTo>
                    <a:pt x="240" y="96"/>
                    <a:pt x="246" y="79"/>
                    <a:pt x="239" y="66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1" y="6"/>
                    <a:pt x="195" y="0"/>
                    <a:pt x="182" y="6"/>
                  </a:cubicBezTo>
                  <a:cubicBezTo>
                    <a:pt x="144" y="22"/>
                    <a:pt x="111" y="44"/>
                    <a:pt x="84" y="69"/>
                  </a:cubicBezTo>
                  <a:cubicBezTo>
                    <a:pt x="52" y="100"/>
                    <a:pt x="30" y="135"/>
                    <a:pt x="18" y="174"/>
                  </a:cubicBezTo>
                  <a:cubicBezTo>
                    <a:pt x="6" y="212"/>
                    <a:pt x="0" y="265"/>
                    <a:pt x="0" y="333"/>
                  </a:cubicBezTo>
                  <a:cubicBezTo>
                    <a:pt x="0" y="473"/>
                    <a:pt x="0" y="473"/>
                    <a:pt x="0" y="473"/>
                  </a:cubicBezTo>
                  <a:cubicBezTo>
                    <a:pt x="0" y="488"/>
                    <a:pt x="12" y="500"/>
                    <a:pt x="27" y="500"/>
                  </a:cubicBezTo>
                  <a:cubicBezTo>
                    <a:pt x="206" y="500"/>
                    <a:pt x="206" y="500"/>
                    <a:pt x="206" y="500"/>
                  </a:cubicBezTo>
                  <a:cubicBezTo>
                    <a:pt x="221" y="500"/>
                    <a:pt x="233" y="488"/>
                    <a:pt x="233" y="473"/>
                  </a:cubicBezTo>
                  <a:cubicBezTo>
                    <a:pt x="233" y="294"/>
                    <a:pt x="233" y="294"/>
                    <a:pt x="233" y="294"/>
                  </a:cubicBezTo>
                  <a:cubicBezTo>
                    <a:pt x="233" y="279"/>
                    <a:pt x="221" y="267"/>
                    <a:pt x="206" y="267"/>
                  </a:cubicBezTo>
                  <a:cubicBezTo>
                    <a:pt x="120" y="267"/>
                    <a:pt x="120" y="267"/>
                    <a:pt x="120" y="267"/>
                  </a:cubicBezTo>
                  <a:cubicBezTo>
                    <a:pt x="121" y="221"/>
                    <a:pt x="132" y="184"/>
                    <a:pt x="152" y="157"/>
                  </a:cubicBezTo>
                  <a:cubicBezTo>
                    <a:pt x="168" y="134"/>
                    <a:pt x="193" y="116"/>
                    <a:pt x="226" y="102"/>
                  </a:cubicBezTo>
                  <a:close/>
                  <a:moveTo>
                    <a:pt x="226" y="102"/>
                  </a:moveTo>
                  <a:cubicBezTo>
                    <a:pt x="226" y="102"/>
                    <a:pt x="226" y="102"/>
                    <a:pt x="226" y="10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6" name="Google Shape;1546;p35"/>
          <p:cNvGrpSpPr/>
          <p:nvPr/>
        </p:nvGrpSpPr>
        <p:grpSpPr>
          <a:xfrm>
            <a:off x="1419373" y="3626847"/>
            <a:ext cx="439738" cy="376237"/>
            <a:chOff x="1305325" y="4483754"/>
            <a:chExt cx="439738" cy="376237"/>
          </a:xfrm>
          <a:solidFill>
            <a:schemeClr val="bg1">
              <a:lumMod val="85000"/>
            </a:schemeClr>
          </a:solidFill>
        </p:grpSpPr>
        <p:sp>
          <p:nvSpPr>
            <p:cNvPr id="157" name="Google Shape;1547;p35"/>
            <p:cNvSpPr/>
            <p:nvPr/>
          </p:nvSpPr>
          <p:spPr>
            <a:xfrm>
              <a:off x="1305325" y="4483754"/>
              <a:ext cx="188913" cy="376237"/>
            </a:xfrm>
            <a:custGeom>
              <a:avLst/>
              <a:gdLst/>
              <a:ahLst/>
              <a:cxnLst/>
              <a:rect l="l" t="t" r="r" b="b"/>
              <a:pathLst>
                <a:path w="243" h="486" extrusionOk="0">
                  <a:moveTo>
                    <a:pt x="0" y="243"/>
                  </a:moveTo>
                  <a:cubicBezTo>
                    <a:pt x="0" y="486"/>
                    <a:pt x="0" y="486"/>
                    <a:pt x="0" y="486"/>
                  </a:cubicBezTo>
                  <a:cubicBezTo>
                    <a:pt x="243" y="486"/>
                    <a:pt x="243" y="486"/>
                    <a:pt x="243" y="486"/>
                  </a:cubicBezTo>
                  <a:cubicBezTo>
                    <a:pt x="243" y="243"/>
                    <a:pt x="243" y="243"/>
                    <a:pt x="243" y="243"/>
                  </a:cubicBezTo>
                  <a:cubicBezTo>
                    <a:pt x="81" y="243"/>
                    <a:pt x="81" y="243"/>
                    <a:pt x="81" y="243"/>
                  </a:cubicBezTo>
                  <a:cubicBezTo>
                    <a:pt x="81" y="153"/>
                    <a:pt x="154" y="81"/>
                    <a:pt x="243" y="81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109" y="0"/>
                    <a:pt x="0" y="109"/>
                    <a:pt x="0" y="243"/>
                  </a:cubicBezTo>
                  <a:close/>
                  <a:moveTo>
                    <a:pt x="0" y="243"/>
                  </a:moveTo>
                  <a:cubicBezTo>
                    <a:pt x="0" y="243"/>
                    <a:pt x="0" y="243"/>
                    <a:pt x="0" y="24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8" name="Google Shape;1548;p35"/>
            <p:cNvSpPr/>
            <p:nvPr/>
          </p:nvSpPr>
          <p:spPr>
            <a:xfrm>
              <a:off x="1556150" y="4483754"/>
              <a:ext cx="188913" cy="376237"/>
            </a:xfrm>
            <a:custGeom>
              <a:avLst/>
              <a:gdLst/>
              <a:ahLst/>
              <a:cxnLst/>
              <a:rect l="l" t="t" r="r" b="b"/>
              <a:pathLst>
                <a:path w="243" h="486" extrusionOk="0">
                  <a:moveTo>
                    <a:pt x="243" y="81"/>
                  </a:moveTo>
                  <a:cubicBezTo>
                    <a:pt x="243" y="0"/>
                    <a:pt x="243" y="0"/>
                    <a:pt x="243" y="0"/>
                  </a:cubicBezTo>
                  <a:cubicBezTo>
                    <a:pt x="109" y="0"/>
                    <a:pt x="0" y="109"/>
                    <a:pt x="0" y="243"/>
                  </a:cubicBezTo>
                  <a:cubicBezTo>
                    <a:pt x="0" y="486"/>
                    <a:pt x="0" y="486"/>
                    <a:pt x="0" y="486"/>
                  </a:cubicBezTo>
                  <a:cubicBezTo>
                    <a:pt x="243" y="486"/>
                    <a:pt x="243" y="486"/>
                    <a:pt x="243" y="486"/>
                  </a:cubicBezTo>
                  <a:cubicBezTo>
                    <a:pt x="243" y="243"/>
                    <a:pt x="243" y="243"/>
                    <a:pt x="243" y="243"/>
                  </a:cubicBezTo>
                  <a:cubicBezTo>
                    <a:pt x="81" y="243"/>
                    <a:pt x="81" y="243"/>
                    <a:pt x="81" y="243"/>
                  </a:cubicBezTo>
                  <a:cubicBezTo>
                    <a:pt x="81" y="153"/>
                    <a:pt x="154" y="81"/>
                    <a:pt x="243" y="81"/>
                  </a:cubicBezTo>
                  <a:close/>
                  <a:moveTo>
                    <a:pt x="243" y="81"/>
                  </a:moveTo>
                  <a:cubicBezTo>
                    <a:pt x="243" y="81"/>
                    <a:pt x="243" y="81"/>
                    <a:pt x="243" y="8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9" name="Google Shape;1549;p35"/>
          <p:cNvGrpSpPr/>
          <p:nvPr/>
        </p:nvGrpSpPr>
        <p:grpSpPr>
          <a:xfrm>
            <a:off x="2218500" y="3637654"/>
            <a:ext cx="446088" cy="365125"/>
            <a:chOff x="2094313" y="4477404"/>
            <a:chExt cx="446088" cy="365125"/>
          </a:xfrm>
          <a:solidFill>
            <a:schemeClr val="bg1">
              <a:lumMod val="85000"/>
            </a:schemeClr>
          </a:solidFill>
        </p:grpSpPr>
        <p:sp>
          <p:nvSpPr>
            <p:cNvPr id="160" name="Google Shape;1550;p35"/>
            <p:cNvSpPr/>
            <p:nvPr/>
          </p:nvSpPr>
          <p:spPr>
            <a:xfrm>
              <a:off x="2094313" y="4477404"/>
              <a:ext cx="223838" cy="365125"/>
            </a:xfrm>
            <a:custGeom>
              <a:avLst/>
              <a:gdLst/>
              <a:ahLst/>
              <a:cxnLst/>
              <a:rect l="l" t="t" r="r" b="b"/>
              <a:pathLst>
                <a:path w="290" h="470" extrusionOk="0">
                  <a:moveTo>
                    <a:pt x="190" y="213"/>
                  </a:moveTo>
                  <a:cubicBezTo>
                    <a:pt x="176" y="209"/>
                    <a:pt x="162" y="207"/>
                    <a:pt x="149" y="207"/>
                  </a:cubicBezTo>
                  <a:cubicBezTo>
                    <a:pt x="128" y="207"/>
                    <a:pt x="111" y="212"/>
                    <a:pt x="97" y="217"/>
                  </a:cubicBezTo>
                  <a:cubicBezTo>
                    <a:pt x="110" y="170"/>
                    <a:pt x="141" y="88"/>
                    <a:pt x="204" y="79"/>
                  </a:cubicBezTo>
                  <a:cubicBezTo>
                    <a:pt x="209" y="78"/>
                    <a:pt x="214" y="74"/>
                    <a:pt x="216" y="68"/>
                  </a:cubicBezTo>
                  <a:cubicBezTo>
                    <a:pt x="229" y="19"/>
                    <a:pt x="229" y="19"/>
                    <a:pt x="229" y="19"/>
                  </a:cubicBezTo>
                  <a:cubicBezTo>
                    <a:pt x="230" y="15"/>
                    <a:pt x="230" y="11"/>
                    <a:pt x="227" y="7"/>
                  </a:cubicBezTo>
                  <a:cubicBezTo>
                    <a:pt x="225" y="4"/>
                    <a:pt x="221" y="1"/>
                    <a:pt x="217" y="1"/>
                  </a:cubicBezTo>
                  <a:cubicBezTo>
                    <a:pt x="212" y="0"/>
                    <a:pt x="208" y="0"/>
                    <a:pt x="203" y="0"/>
                  </a:cubicBezTo>
                  <a:cubicBezTo>
                    <a:pt x="128" y="0"/>
                    <a:pt x="55" y="78"/>
                    <a:pt x="23" y="189"/>
                  </a:cubicBezTo>
                  <a:cubicBezTo>
                    <a:pt x="5" y="255"/>
                    <a:pt x="0" y="353"/>
                    <a:pt x="45" y="415"/>
                  </a:cubicBezTo>
                  <a:cubicBezTo>
                    <a:pt x="70" y="450"/>
                    <a:pt x="107" y="468"/>
                    <a:pt x="154" y="470"/>
                  </a:cubicBezTo>
                  <a:cubicBezTo>
                    <a:pt x="154" y="470"/>
                    <a:pt x="155" y="470"/>
                    <a:pt x="155" y="470"/>
                  </a:cubicBezTo>
                  <a:cubicBezTo>
                    <a:pt x="213" y="470"/>
                    <a:pt x="265" y="431"/>
                    <a:pt x="281" y="374"/>
                  </a:cubicBezTo>
                  <a:cubicBezTo>
                    <a:pt x="290" y="341"/>
                    <a:pt x="286" y="305"/>
                    <a:pt x="269" y="275"/>
                  </a:cubicBezTo>
                  <a:cubicBezTo>
                    <a:pt x="252" y="245"/>
                    <a:pt x="224" y="223"/>
                    <a:pt x="190" y="213"/>
                  </a:cubicBezTo>
                  <a:close/>
                  <a:moveTo>
                    <a:pt x="190" y="213"/>
                  </a:moveTo>
                  <a:cubicBezTo>
                    <a:pt x="190" y="213"/>
                    <a:pt x="190" y="213"/>
                    <a:pt x="190" y="21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1" name="Google Shape;1551;p35"/>
            <p:cNvSpPr/>
            <p:nvPr/>
          </p:nvSpPr>
          <p:spPr>
            <a:xfrm>
              <a:off x="2316563" y="4477404"/>
              <a:ext cx="223838" cy="365125"/>
            </a:xfrm>
            <a:custGeom>
              <a:avLst/>
              <a:gdLst/>
              <a:ahLst/>
              <a:cxnLst/>
              <a:rect l="l" t="t" r="r" b="b"/>
              <a:pathLst>
                <a:path w="290" h="470" extrusionOk="0">
                  <a:moveTo>
                    <a:pt x="269" y="275"/>
                  </a:moveTo>
                  <a:cubicBezTo>
                    <a:pt x="252" y="245"/>
                    <a:pt x="224" y="223"/>
                    <a:pt x="190" y="213"/>
                  </a:cubicBezTo>
                  <a:cubicBezTo>
                    <a:pt x="176" y="209"/>
                    <a:pt x="163" y="207"/>
                    <a:pt x="149" y="207"/>
                  </a:cubicBezTo>
                  <a:cubicBezTo>
                    <a:pt x="128" y="207"/>
                    <a:pt x="111" y="212"/>
                    <a:pt x="97" y="217"/>
                  </a:cubicBezTo>
                  <a:cubicBezTo>
                    <a:pt x="110" y="170"/>
                    <a:pt x="142" y="88"/>
                    <a:pt x="204" y="79"/>
                  </a:cubicBezTo>
                  <a:cubicBezTo>
                    <a:pt x="210" y="78"/>
                    <a:pt x="214" y="74"/>
                    <a:pt x="216" y="68"/>
                  </a:cubicBezTo>
                  <a:cubicBezTo>
                    <a:pt x="229" y="19"/>
                    <a:pt x="229" y="19"/>
                    <a:pt x="229" y="19"/>
                  </a:cubicBezTo>
                  <a:cubicBezTo>
                    <a:pt x="231" y="15"/>
                    <a:pt x="230" y="11"/>
                    <a:pt x="228" y="7"/>
                  </a:cubicBezTo>
                  <a:cubicBezTo>
                    <a:pt x="225" y="4"/>
                    <a:pt x="221" y="1"/>
                    <a:pt x="217" y="1"/>
                  </a:cubicBezTo>
                  <a:cubicBezTo>
                    <a:pt x="213" y="0"/>
                    <a:pt x="208" y="0"/>
                    <a:pt x="203" y="0"/>
                  </a:cubicBezTo>
                  <a:cubicBezTo>
                    <a:pt x="129" y="0"/>
                    <a:pt x="55" y="78"/>
                    <a:pt x="24" y="189"/>
                  </a:cubicBezTo>
                  <a:cubicBezTo>
                    <a:pt x="5" y="255"/>
                    <a:pt x="0" y="353"/>
                    <a:pt x="45" y="415"/>
                  </a:cubicBezTo>
                  <a:cubicBezTo>
                    <a:pt x="70" y="450"/>
                    <a:pt x="107" y="468"/>
                    <a:pt x="154" y="470"/>
                  </a:cubicBezTo>
                  <a:cubicBezTo>
                    <a:pt x="155" y="470"/>
                    <a:pt x="155" y="470"/>
                    <a:pt x="155" y="470"/>
                  </a:cubicBezTo>
                  <a:cubicBezTo>
                    <a:pt x="213" y="470"/>
                    <a:pt x="265" y="431"/>
                    <a:pt x="281" y="374"/>
                  </a:cubicBezTo>
                  <a:cubicBezTo>
                    <a:pt x="290" y="341"/>
                    <a:pt x="286" y="305"/>
                    <a:pt x="269" y="275"/>
                  </a:cubicBezTo>
                  <a:close/>
                  <a:moveTo>
                    <a:pt x="269" y="275"/>
                  </a:moveTo>
                  <a:cubicBezTo>
                    <a:pt x="269" y="275"/>
                    <a:pt x="269" y="275"/>
                    <a:pt x="269" y="275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62" name="Google Shape;1552;p35"/>
          <p:cNvSpPr/>
          <p:nvPr/>
        </p:nvSpPr>
        <p:spPr>
          <a:xfrm>
            <a:off x="2336503" y="4341110"/>
            <a:ext cx="274638" cy="444500"/>
          </a:xfrm>
          <a:custGeom>
            <a:avLst/>
            <a:gdLst/>
            <a:ahLst/>
            <a:cxnLst/>
            <a:rect l="l" t="t" r="r" b="b"/>
            <a:pathLst>
              <a:path w="355" h="573" extrusionOk="0">
                <a:moveTo>
                  <a:pt x="350" y="329"/>
                </a:moveTo>
                <a:cubicBezTo>
                  <a:pt x="30" y="9"/>
                  <a:pt x="30" y="9"/>
                  <a:pt x="30" y="9"/>
                </a:cubicBezTo>
                <a:cubicBezTo>
                  <a:pt x="18" y="0"/>
                  <a:pt x="0" y="9"/>
                  <a:pt x="0" y="23"/>
                </a:cubicBezTo>
                <a:cubicBezTo>
                  <a:pt x="0" y="460"/>
                  <a:pt x="0" y="460"/>
                  <a:pt x="0" y="460"/>
                </a:cubicBezTo>
                <a:cubicBezTo>
                  <a:pt x="0" y="470"/>
                  <a:pt x="8" y="478"/>
                  <a:pt x="18" y="478"/>
                </a:cubicBezTo>
                <a:cubicBezTo>
                  <a:pt x="23" y="478"/>
                  <a:pt x="27" y="476"/>
                  <a:pt x="30" y="474"/>
                </a:cubicBezTo>
                <a:cubicBezTo>
                  <a:pt x="118" y="396"/>
                  <a:pt x="118" y="396"/>
                  <a:pt x="118" y="396"/>
                </a:cubicBezTo>
                <a:cubicBezTo>
                  <a:pt x="191" y="565"/>
                  <a:pt x="191" y="565"/>
                  <a:pt x="191" y="565"/>
                </a:cubicBezTo>
                <a:cubicBezTo>
                  <a:pt x="192" y="568"/>
                  <a:pt x="194" y="571"/>
                  <a:pt x="197" y="572"/>
                </a:cubicBezTo>
                <a:cubicBezTo>
                  <a:pt x="199" y="572"/>
                  <a:pt x="200" y="573"/>
                  <a:pt x="202" y="573"/>
                </a:cubicBezTo>
                <a:cubicBezTo>
                  <a:pt x="203" y="573"/>
                  <a:pt x="205" y="572"/>
                  <a:pt x="206" y="572"/>
                </a:cubicBezTo>
                <a:cubicBezTo>
                  <a:pt x="282" y="539"/>
                  <a:pt x="282" y="539"/>
                  <a:pt x="282" y="539"/>
                </a:cubicBezTo>
                <a:cubicBezTo>
                  <a:pt x="288" y="536"/>
                  <a:pt x="291" y="529"/>
                  <a:pt x="289" y="523"/>
                </a:cubicBezTo>
                <a:cubicBezTo>
                  <a:pt x="219" y="360"/>
                  <a:pt x="219" y="360"/>
                  <a:pt x="219" y="360"/>
                </a:cubicBezTo>
                <a:cubicBezTo>
                  <a:pt x="337" y="360"/>
                  <a:pt x="337" y="360"/>
                  <a:pt x="337" y="360"/>
                </a:cubicBezTo>
                <a:cubicBezTo>
                  <a:pt x="347" y="360"/>
                  <a:pt x="355" y="352"/>
                  <a:pt x="355" y="342"/>
                </a:cubicBezTo>
                <a:cubicBezTo>
                  <a:pt x="355" y="339"/>
                  <a:pt x="354" y="335"/>
                  <a:pt x="350" y="329"/>
                </a:cubicBezTo>
                <a:close/>
                <a:moveTo>
                  <a:pt x="350" y="329"/>
                </a:moveTo>
                <a:cubicBezTo>
                  <a:pt x="350" y="329"/>
                  <a:pt x="350" y="329"/>
                  <a:pt x="350" y="329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553;p35"/>
          <p:cNvSpPr/>
          <p:nvPr/>
        </p:nvSpPr>
        <p:spPr>
          <a:xfrm>
            <a:off x="1519131" y="4345648"/>
            <a:ext cx="274638" cy="439737"/>
          </a:xfrm>
          <a:custGeom>
            <a:avLst/>
            <a:gdLst/>
            <a:ahLst/>
            <a:cxnLst/>
            <a:rect l="l" t="t" r="r" b="b"/>
            <a:pathLst>
              <a:path w="354" h="567" extrusionOk="0">
                <a:moveTo>
                  <a:pt x="200" y="567"/>
                </a:moveTo>
                <a:cubicBezTo>
                  <a:pt x="198" y="567"/>
                  <a:pt x="195" y="566"/>
                  <a:pt x="193" y="565"/>
                </a:cubicBezTo>
                <a:cubicBezTo>
                  <a:pt x="189" y="564"/>
                  <a:pt x="185" y="560"/>
                  <a:pt x="184" y="556"/>
                </a:cubicBezTo>
                <a:cubicBezTo>
                  <a:pt x="117" y="399"/>
                  <a:pt x="117" y="399"/>
                  <a:pt x="117" y="399"/>
                </a:cubicBezTo>
                <a:cubicBezTo>
                  <a:pt x="39" y="468"/>
                  <a:pt x="39" y="468"/>
                  <a:pt x="39" y="468"/>
                </a:cubicBezTo>
                <a:cubicBezTo>
                  <a:pt x="35" y="472"/>
                  <a:pt x="29" y="474"/>
                  <a:pt x="23" y="474"/>
                </a:cubicBezTo>
                <a:cubicBezTo>
                  <a:pt x="10" y="474"/>
                  <a:pt x="0" y="464"/>
                  <a:pt x="0" y="451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10"/>
                  <a:pt x="10" y="0"/>
                  <a:pt x="23" y="0"/>
                </a:cubicBezTo>
                <a:cubicBezTo>
                  <a:pt x="29" y="0"/>
                  <a:pt x="34" y="2"/>
                  <a:pt x="38" y="5"/>
                </a:cubicBezTo>
                <a:cubicBezTo>
                  <a:pt x="347" y="319"/>
                  <a:pt x="347" y="319"/>
                  <a:pt x="347" y="319"/>
                </a:cubicBezTo>
                <a:cubicBezTo>
                  <a:pt x="352" y="324"/>
                  <a:pt x="354" y="330"/>
                  <a:pt x="354" y="335"/>
                </a:cubicBezTo>
                <a:cubicBezTo>
                  <a:pt x="354" y="348"/>
                  <a:pt x="344" y="359"/>
                  <a:pt x="331" y="359"/>
                </a:cubicBezTo>
                <a:cubicBezTo>
                  <a:pt x="226" y="359"/>
                  <a:pt x="226" y="359"/>
                  <a:pt x="226" y="359"/>
                </a:cubicBezTo>
                <a:cubicBezTo>
                  <a:pt x="290" y="510"/>
                  <a:pt x="290" y="510"/>
                  <a:pt x="290" y="510"/>
                </a:cubicBezTo>
                <a:cubicBezTo>
                  <a:pt x="293" y="519"/>
                  <a:pt x="289" y="529"/>
                  <a:pt x="280" y="533"/>
                </a:cubicBezTo>
                <a:cubicBezTo>
                  <a:pt x="207" y="565"/>
                  <a:pt x="207" y="565"/>
                  <a:pt x="207" y="565"/>
                </a:cubicBezTo>
                <a:cubicBezTo>
                  <a:pt x="205" y="566"/>
                  <a:pt x="202" y="567"/>
                  <a:pt x="200" y="567"/>
                </a:cubicBezTo>
                <a:close/>
                <a:moveTo>
                  <a:pt x="124" y="351"/>
                </a:moveTo>
                <a:cubicBezTo>
                  <a:pt x="125" y="351"/>
                  <a:pt x="127" y="352"/>
                  <a:pt x="128" y="352"/>
                </a:cubicBezTo>
                <a:cubicBezTo>
                  <a:pt x="134" y="353"/>
                  <a:pt x="138" y="357"/>
                  <a:pt x="140" y="362"/>
                </a:cubicBezTo>
                <a:cubicBezTo>
                  <a:pt x="209" y="525"/>
                  <a:pt x="209" y="525"/>
                  <a:pt x="209" y="525"/>
                </a:cubicBezTo>
                <a:cubicBezTo>
                  <a:pt x="250" y="508"/>
                  <a:pt x="250" y="508"/>
                  <a:pt x="250" y="508"/>
                </a:cubicBezTo>
                <a:cubicBezTo>
                  <a:pt x="183" y="348"/>
                  <a:pt x="183" y="348"/>
                  <a:pt x="183" y="348"/>
                </a:cubicBezTo>
                <a:cubicBezTo>
                  <a:pt x="180" y="342"/>
                  <a:pt x="181" y="336"/>
                  <a:pt x="184" y="331"/>
                </a:cubicBezTo>
                <a:cubicBezTo>
                  <a:pt x="188" y="326"/>
                  <a:pt x="193" y="323"/>
                  <a:pt x="199" y="323"/>
                </a:cubicBezTo>
                <a:cubicBezTo>
                  <a:pt x="302" y="323"/>
                  <a:pt x="302" y="323"/>
                  <a:pt x="302" y="323"/>
                </a:cubicBezTo>
                <a:cubicBezTo>
                  <a:pt x="35" y="52"/>
                  <a:pt x="35" y="52"/>
                  <a:pt x="35" y="52"/>
                </a:cubicBezTo>
                <a:cubicBezTo>
                  <a:pt x="35" y="424"/>
                  <a:pt x="35" y="424"/>
                  <a:pt x="35" y="424"/>
                </a:cubicBezTo>
                <a:cubicBezTo>
                  <a:pt x="112" y="356"/>
                  <a:pt x="112" y="356"/>
                  <a:pt x="112" y="356"/>
                </a:cubicBezTo>
                <a:cubicBezTo>
                  <a:pt x="116" y="353"/>
                  <a:pt x="120" y="351"/>
                  <a:pt x="124" y="351"/>
                </a:cubicBezTo>
                <a:close/>
                <a:moveTo>
                  <a:pt x="16" y="441"/>
                </a:moveTo>
                <a:cubicBezTo>
                  <a:pt x="15" y="442"/>
                  <a:pt x="15" y="442"/>
                  <a:pt x="14" y="443"/>
                </a:cubicBezTo>
                <a:lnTo>
                  <a:pt x="16" y="441"/>
                </a:lnTo>
                <a:close/>
                <a:moveTo>
                  <a:pt x="321" y="342"/>
                </a:moveTo>
                <a:cubicBezTo>
                  <a:pt x="321" y="342"/>
                  <a:pt x="321" y="342"/>
                  <a:pt x="321" y="342"/>
                </a:cubicBezTo>
                <a:close/>
                <a:moveTo>
                  <a:pt x="321" y="342"/>
                </a:moveTo>
                <a:cubicBezTo>
                  <a:pt x="321" y="342"/>
                  <a:pt x="321" y="342"/>
                  <a:pt x="321" y="342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4" name="Google Shape;1554;p35"/>
          <p:cNvGrpSpPr/>
          <p:nvPr/>
        </p:nvGrpSpPr>
        <p:grpSpPr>
          <a:xfrm>
            <a:off x="600159" y="4336168"/>
            <a:ext cx="439738" cy="438150"/>
            <a:chOff x="9590088" y="-5653088"/>
            <a:chExt cx="439738" cy="438150"/>
          </a:xfrm>
          <a:solidFill>
            <a:schemeClr val="bg1">
              <a:lumMod val="85000"/>
            </a:schemeClr>
          </a:solidFill>
        </p:grpSpPr>
        <p:sp>
          <p:nvSpPr>
            <p:cNvPr id="165" name="Google Shape;1555;p35"/>
            <p:cNvSpPr/>
            <p:nvPr/>
          </p:nvSpPr>
          <p:spPr>
            <a:xfrm>
              <a:off x="9698038" y="-5545138"/>
              <a:ext cx="331788" cy="330200"/>
            </a:xfrm>
            <a:custGeom>
              <a:avLst/>
              <a:gdLst/>
              <a:ahLst/>
              <a:cxnLst/>
              <a:rect l="l" t="t" r="r" b="b"/>
              <a:pathLst>
                <a:path w="428" h="426" extrusionOk="0">
                  <a:moveTo>
                    <a:pt x="420" y="339"/>
                  </a:moveTo>
                  <a:cubicBezTo>
                    <a:pt x="308" y="226"/>
                    <a:pt x="308" y="226"/>
                    <a:pt x="308" y="226"/>
                  </a:cubicBezTo>
                  <a:cubicBezTo>
                    <a:pt x="388" y="179"/>
                    <a:pt x="388" y="179"/>
                    <a:pt x="388" y="179"/>
                  </a:cubicBezTo>
                  <a:cubicBezTo>
                    <a:pt x="394" y="176"/>
                    <a:pt x="398" y="169"/>
                    <a:pt x="397" y="162"/>
                  </a:cubicBezTo>
                  <a:cubicBezTo>
                    <a:pt x="397" y="154"/>
                    <a:pt x="392" y="148"/>
                    <a:pt x="386" y="145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0" y="0"/>
                    <a:pt x="12" y="1"/>
                    <a:pt x="7" y="7"/>
                  </a:cubicBezTo>
                  <a:cubicBezTo>
                    <a:pt x="1" y="12"/>
                    <a:pt x="0" y="20"/>
                    <a:pt x="2" y="27"/>
                  </a:cubicBezTo>
                  <a:cubicBezTo>
                    <a:pt x="145" y="386"/>
                    <a:pt x="145" y="386"/>
                    <a:pt x="145" y="386"/>
                  </a:cubicBezTo>
                  <a:cubicBezTo>
                    <a:pt x="148" y="392"/>
                    <a:pt x="154" y="397"/>
                    <a:pt x="162" y="397"/>
                  </a:cubicBezTo>
                  <a:cubicBezTo>
                    <a:pt x="169" y="398"/>
                    <a:pt x="176" y="394"/>
                    <a:pt x="179" y="388"/>
                  </a:cubicBezTo>
                  <a:cubicBezTo>
                    <a:pt x="226" y="308"/>
                    <a:pt x="226" y="308"/>
                    <a:pt x="226" y="308"/>
                  </a:cubicBezTo>
                  <a:cubicBezTo>
                    <a:pt x="338" y="420"/>
                    <a:pt x="338" y="420"/>
                    <a:pt x="338" y="420"/>
                  </a:cubicBezTo>
                  <a:cubicBezTo>
                    <a:pt x="342" y="424"/>
                    <a:pt x="347" y="426"/>
                    <a:pt x="352" y="426"/>
                  </a:cubicBezTo>
                  <a:cubicBezTo>
                    <a:pt x="357" y="426"/>
                    <a:pt x="362" y="424"/>
                    <a:pt x="365" y="420"/>
                  </a:cubicBezTo>
                  <a:cubicBezTo>
                    <a:pt x="420" y="365"/>
                    <a:pt x="420" y="365"/>
                    <a:pt x="420" y="365"/>
                  </a:cubicBezTo>
                  <a:cubicBezTo>
                    <a:pt x="428" y="358"/>
                    <a:pt x="428" y="346"/>
                    <a:pt x="420" y="339"/>
                  </a:cubicBezTo>
                  <a:close/>
                  <a:moveTo>
                    <a:pt x="352" y="380"/>
                  </a:moveTo>
                  <a:cubicBezTo>
                    <a:pt x="235" y="263"/>
                    <a:pt x="235" y="263"/>
                    <a:pt x="235" y="263"/>
                  </a:cubicBezTo>
                  <a:cubicBezTo>
                    <a:pt x="232" y="260"/>
                    <a:pt x="227" y="258"/>
                    <a:pt x="222" y="258"/>
                  </a:cubicBezTo>
                  <a:cubicBezTo>
                    <a:pt x="221" y="258"/>
                    <a:pt x="220" y="258"/>
                    <a:pt x="219" y="258"/>
                  </a:cubicBezTo>
                  <a:cubicBezTo>
                    <a:pt x="213" y="259"/>
                    <a:pt x="208" y="262"/>
                    <a:pt x="205" y="267"/>
                  </a:cubicBezTo>
                  <a:cubicBezTo>
                    <a:pt x="166" y="335"/>
                    <a:pt x="166" y="335"/>
                    <a:pt x="166" y="335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335" y="166"/>
                    <a:pt x="335" y="166"/>
                    <a:pt x="335" y="166"/>
                  </a:cubicBezTo>
                  <a:cubicBezTo>
                    <a:pt x="267" y="205"/>
                    <a:pt x="267" y="205"/>
                    <a:pt x="267" y="205"/>
                  </a:cubicBezTo>
                  <a:cubicBezTo>
                    <a:pt x="262" y="208"/>
                    <a:pt x="259" y="214"/>
                    <a:pt x="258" y="219"/>
                  </a:cubicBezTo>
                  <a:cubicBezTo>
                    <a:pt x="257" y="225"/>
                    <a:pt x="259" y="231"/>
                    <a:pt x="263" y="235"/>
                  </a:cubicBezTo>
                  <a:cubicBezTo>
                    <a:pt x="380" y="352"/>
                    <a:pt x="380" y="352"/>
                    <a:pt x="380" y="352"/>
                  </a:cubicBezTo>
                  <a:lnTo>
                    <a:pt x="352" y="380"/>
                  </a:lnTo>
                  <a:close/>
                  <a:moveTo>
                    <a:pt x="352" y="380"/>
                  </a:moveTo>
                  <a:cubicBezTo>
                    <a:pt x="352" y="380"/>
                    <a:pt x="352" y="380"/>
                    <a:pt x="352" y="38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556;p35"/>
            <p:cNvSpPr/>
            <p:nvPr/>
          </p:nvSpPr>
          <p:spPr>
            <a:xfrm>
              <a:off x="9626600" y="-5614988"/>
              <a:ext cx="65088" cy="61912"/>
            </a:xfrm>
            <a:custGeom>
              <a:avLst/>
              <a:gdLst/>
              <a:ahLst/>
              <a:cxnLst/>
              <a:rect l="l" t="t" r="r" b="b"/>
              <a:pathLst>
                <a:path w="84" h="81" extrusionOk="0">
                  <a:moveTo>
                    <a:pt x="35" y="7"/>
                  </a:moveTo>
                  <a:cubicBezTo>
                    <a:pt x="27" y="0"/>
                    <a:pt x="15" y="0"/>
                    <a:pt x="8" y="7"/>
                  </a:cubicBezTo>
                  <a:cubicBezTo>
                    <a:pt x="0" y="14"/>
                    <a:pt x="0" y="26"/>
                    <a:pt x="8" y="34"/>
                  </a:cubicBezTo>
                  <a:cubicBezTo>
                    <a:pt x="50" y="76"/>
                    <a:pt x="50" y="76"/>
                    <a:pt x="50" y="76"/>
                  </a:cubicBezTo>
                  <a:cubicBezTo>
                    <a:pt x="54" y="79"/>
                    <a:pt x="58" y="81"/>
                    <a:pt x="63" y="81"/>
                  </a:cubicBezTo>
                  <a:cubicBezTo>
                    <a:pt x="68" y="81"/>
                    <a:pt x="73" y="79"/>
                    <a:pt x="77" y="76"/>
                  </a:cubicBezTo>
                  <a:cubicBezTo>
                    <a:pt x="84" y="68"/>
                    <a:pt x="84" y="56"/>
                    <a:pt x="77" y="49"/>
                  </a:cubicBezTo>
                  <a:lnTo>
                    <a:pt x="35" y="7"/>
                  </a:lnTo>
                  <a:close/>
                  <a:moveTo>
                    <a:pt x="35" y="7"/>
                  </a:moveTo>
                  <a:cubicBezTo>
                    <a:pt x="35" y="7"/>
                    <a:pt x="35" y="7"/>
                    <a:pt x="35" y="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557;p35"/>
            <p:cNvSpPr/>
            <p:nvPr/>
          </p:nvSpPr>
          <p:spPr>
            <a:xfrm>
              <a:off x="9590088" y="-5522913"/>
              <a:ext cx="74613" cy="28575"/>
            </a:xfrm>
            <a:custGeom>
              <a:avLst/>
              <a:gdLst/>
              <a:ahLst/>
              <a:cxnLst/>
              <a:rect l="l" t="t" r="r" b="b"/>
              <a:pathLst>
                <a:path w="97" h="38" extrusionOk="0">
                  <a:moveTo>
                    <a:pt x="97" y="19"/>
                  </a:moveTo>
                  <a:cubicBezTo>
                    <a:pt x="97" y="8"/>
                    <a:pt x="88" y="0"/>
                    <a:pt x="7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9"/>
                  </a:cubicBezTo>
                  <a:cubicBezTo>
                    <a:pt x="0" y="29"/>
                    <a:pt x="8" y="38"/>
                    <a:pt x="18" y="38"/>
                  </a:cubicBezTo>
                  <a:cubicBezTo>
                    <a:pt x="78" y="38"/>
                    <a:pt x="78" y="38"/>
                    <a:pt x="78" y="38"/>
                  </a:cubicBezTo>
                  <a:cubicBezTo>
                    <a:pt x="88" y="38"/>
                    <a:pt x="97" y="29"/>
                    <a:pt x="97" y="19"/>
                  </a:cubicBezTo>
                  <a:close/>
                  <a:moveTo>
                    <a:pt x="97" y="19"/>
                  </a:moveTo>
                  <a:cubicBezTo>
                    <a:pt x="97" y="19"/>
                    <a:pt x="97" y="19"/>
                    <a:pt x="97" y="19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558;p35"/>
            <p:cNvSpPr/>
            <p:nvPr/>
          </p:nvSpPr>
          <p:spPr>
            <a:xfrm>
              <a:off x="9620250" y="-5468938"/>
              <a:ext cx="65088" cy="63500"/>
            </a:xfrm>
            <a:custGeom>
              <a:avLst/>
              <a:gdLst/>
              <a:ahLst/>
              <a:cxnLst/>
              <a:rect l="l" t="t" r="r" b="b"/>
              <a:pathLst>
                <a:path w="83" h="82" extrusionOk="0">
                  <a:moveTo>
                    <a:pt x="49" y="7"/>
                  </a:moveTo>
                  <a:cubicBezTo>
                    <a:pt x="7" y="49"/>
                    <a:pt x="7" y="49"/>
                    <a:pt x="7" y="49"/>
                  </a:cubicBezTo>
                  <a:cubicBezTo>
                    <a:pt x="0" y="57"/>
                    <a:pt x="0" y="69"/>
                    <a:pt x="7" y="76"/>
                  </a:cubicBezTo>
                  <a:cubicBezTo>
                    <a:pt x="11" y="80"/>
                    <a:pt x="16" y="82"/>
                    <a:pt x="21" y="82"/>
                  </a:cubicBezTo>
                  <a:cubicBezTo>
                    <a:pt x="25" y="82"/>
                    <a:pt x="30" y="80"/>
                    <a:pt x="34" y="76"/>
                  </a:cubicBezTo>
                  <a:cubicBezTo>
                    <a:pt x="76" y="34"/>
                    <a:pt x="76" y="34"/>
                    <a:pt x="76" y="34"/>
                  </a:cubicBezTo>
                  <a:cubicBezTo>
                    <a:pt x="83" y="27"/>
                    <a:pt x="83" y="15"/>
                    <a:pt x="76" y="7"/>
                  </a:cubicBezTo>
                  <a:cubicBezTo>
                    <a:pt x="69" y="0"/>
                    <a:pt x="57" y="0"/>
                    <a:pt x="49" y="7"/>
                  </a:cubicBezTo>
                  <a:close/>
                  <a:moveTo>
                    <a:pt x="49" y="7"/>
                  </a:moveTo>
                  <a:cubicBezTo>
                    <a:pt x="49" y="7"/>
                    <a:pt x="49" y="7"/>
                    <a:pt x="49" y="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559;p35"/>
            <p:cNvSpPr/>
            <p:nvPr/>
          </p:nvSpPr>
          <p:spPr>
            <a:xfrm>
              <a:off x="9720263" y="-5653088"/>
              <a:ext cx="28575" cy="74612"/>
            </a:xfrm>
            <a:custGeom>
              <a:avLst/>
              <a:gdLst/>
              <a:ahLst/>
              <a:cxnLst/>
              <a:rect l="l" t="t" r="r" b="b"/>
              <a:pathLst>
                <a:path w="38" h="97" extrusionOk="0">
                  <a:moveTo>
                    <a:pt x="19" y="97"/>
                  </a:moveTo>
                  <a:cubicBezTo>
                    <a:pt x="29" y="97"/>
                    <a:pt x="38" y="88"/>
                    <a:pt x="38" y="7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8"/>
                    <a:pt x="29" y="0"/>
                    <a:pt x="19" y="0"/>
                  </a:cubicBezTo>
                  <a:cubicBezTo>
                    <a:pt x="8" y="0"/>
                    <a:pt x="0" y="8"/>
                    <a:pt x="0" y="19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88"/>
                    <a:pt x="8" y="97"/>
                    <a:pt x="19" y="97"/>
                  </a:cubicBezTo>
                  <a:close/>
                  <a:moveTo>
                    <a:pt x="19" y="97"/>
                  </a:moveTo>
                  <a:cubicBezTo>
                    <a:pt x="19" y="97"/>
                    <a:pt x="19" y="97"/>
                    <a:pt x="19" y="9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560;p35"/>
            <p:cNvSpPr/>
            <p:nvPr/>
          </p:nvSpPr>
          <p:spPr>
            <a:xfrm>
              <a:off x="9774238" y="-5622925"/>
              <a:ext cx="65088" cy="63500"/>
            </a:xfrm>
            <a:custGeom>
              <a:avLst/>
              <a:gdLst/>
              <a:ahLst/>
              <a:cxnLst/>
              <a:rect l="l" t="t" r="r" b="b"/>
              <a:pathLst>
                <a:path w="83" h="82" extrusionOk="0">
                  <a:moveTo>
                    <a:pt x="21" y="82"/>
                  </a:moveTo>
                  <a:cubicBezTo>
                    <a:pt x="25" y="82"/>
                    <a:pt x="30" y="80"/>
                    <a:pt x="34" y="76"/>
                  </a:cubicBezTo>
                  <a:cubicBezTo>
                    <a:pt x="76" y="34"/>
                    <a:pt x="76" y="34"/>
                    <a:pt x="76" y="34"/>
                  </a:cubicBezTo>
                  <a:cubicBezTo>
                    <a:pt x="83" y="27"/>
                    <a:pt x="83" y="15"/>
                    <a:pt x="76" y="7"/>
                  </a:cubicBezTo>
                  <a:cubicBezTo>
                    <a:pt x="69" y="0"/>
                    <a:pt x="57" y="0"/>
                    <a:pt x="49" y="7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0" y="57"/>
                    <a:pt x="0" y="69"/>
                    <a:pt x="7" y="76"/>
                  </a:cubicBezTo>
                  <a:cubicBezTo>
                    <a:pt x="11" y="80"/>
                    <a:pt x="16" y="82"/>
                    <a:pt x="21" y="82"/>
                  </a:cubicBezTo>
                  <a:close/>
                  <a:moveTo>
                    <a:pt x="21" y="82"/>
                  </a:moveTo>
                  <a:cubicBezTo>
                    <a:pt x="21" y="82"/>
                    <a:pt x="21" y="82"/>
                    <a:pt x="21" y="8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71" name="Google Shape;1561;p35"/>
          <p:cNvGrpSpPr/>
          <p:nvPr/>
        </p:nvGrpSpPr>
        <p:grpSpPr>
          <a:xfrm>
            <a:off x="2223061" y="2094229"/>
            <a:ext cx="439738" cy="439737"/>
            <a:chOff x="261937" y="-4879975"/>
            <a:chExt cx="439738" cy="439737"/>
          </a:xfrm>
          <a:solidFill>
            <a:schemeClr val="bg1">
              <a:lumMod val="85000"/>
            </a:schemeClr>
          </a:solidFill>
        </p:grpSpPr>
        <p:sp>
          <p:nvSpPr>
            <p:cNvPr id="172" name="Google Shape;1562;p35"/>
            <p:cNvSpPr/>
            <p:nvPr/>
          </p:nvSpPr>
          <p:spPr>
            <a:xfrm>
              <a:off x="457200" y="-4770438"/>
              <a:ext cx="49213" cy="219075"/>
            </a:xfrm>
            <a:custGeom>
              <a:avLst/>
              <a:gdLst/>
              <a:ahLst/>
              <a:cxnLst/>
              <a:rect l="l" t="t" r="r" b="b"/>
              <a:pathLst>
                <a:path w="64" h="283" extrusionOk="0">
                  <a:moveTo>
                    <a:pt x="44" y="177"/>
                  </a:moveTo>
                  <a:cubicBezTo>
                    <a:pt x="19" y="177"/>
                    <a:pt x="19" y="177"/>
                    <a:pt x="19" y="177"/>
                  </a:cubicBezTo>
                  <a:cubicBezTo>
                    <a:pt x="14" y="177"/>
                    <a:pt x="10" y="174"/>
                    <a:pt x="10" y="16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9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9" y="0"/>
                    <a:pt x="64" y="5"/>
                    <a:pt x="63" y="10"/>
                  </a:cubicBezTo>
                  <a:cubicBezTo>
                    <a:pt x="53" y="169"/>
                    <a:pt x="53" y="169"/>
                    <a:pt x="53" y="169"/>
                  </a:cubicBezTo>
                  <a:cubicBezTo>
                    <a:pt x="53" y="174"/>
                    <a:pt x="49" y="177"/>
                    <a:pt x="44" y="177"/>
                  </a:cubicBezTo>
                  <a:close/>
                  <a:moveTo>
                    <a:pt x="32" y="228"/>
                  </a:moveTo>
                  <a:cubicBezTo>
                    <a:pt x="16" y="228"/>
                    <a:pt x="4" y="240"/>
                    <a:pt x="4" y="256"/>
                  </a:cubicBezTo>
                  <a:cubicBezTo>
                    <a:pt x="4" y="271"/>
                    <a:pt x="16" y="283"/>
                    <a:pt x="32" y="283"/>
                  </a:cubicBezTo>
                  <a:cubicBezTo>
                    <a:pt x="47" y="283"/>
                    <a:pt x="60" y="271"/>
                    <a:pt x="60" y="256"/>
                  </a:cubicBezTo>
                  <a:cubicBezTo>
                    <a:pt x="60" y="240"/>
                    <a:pt x="47" y="228"/>
                    <a:pt x="32" y="228"/>
                  </a:cubicBezTo>
                  <a:close/>
                  <a:moveTo>
                    <a:pt x="32" y="228"/>
                  </a:moveTo>
                  <a:cubicBezTo>
                    <a:pt x="32" y="228"/>
                    <a:pt x="32" y="228"/>
                    <a:pt x="32" y="22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563;p35"/>
            <p:cNvSpPr/>
            <p:nvPr/>
          </p:nvSpPr>
          <p:spPr>
            <a:xfrm>
              <a:off x="261937" y="-4879975"/>
              <a:ext cx="439738" cy="439737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4" y="0"/>
                  </a:moveTo>
                  <a:cubicBezTo>
                    <a:pt x="127" y="0"/>
                    <a:pt x="0" y="127"/>
                    <a:pt x="0" y="284"/>
                  </a:cubicBezTo>
                  <a:cubicBezTo>
                    <a:pt x="0" y="440"/>
                    <a:pt x="127" y="567"/>
                    <a:pt x="284" y="567"/>
                  </a:cubicBezTo>
                  <a:cubicBezTo>
                    <a:pt x="440" y="567"/>
                    <a:pt x="567" y="440"/>
                    <a:pt x="567" y="284"/>
                  </a:cubicBezTo>
                  <a:cubicBezTo>
                    <a:pt x="567" y="127"/>
                    <a:pt x="440" y="0"/>
                    <a:pt x="284" y="0"/>
                  </a:cubicBezTo>
                  <a:close/>
                  <a:moveTo>
                    <a:pt x="284" y="523"/>
                  </a:moveTo>
                  <a:cubicBezTo>
                    <a:pt x="151" y="523"/>
                    <a:pt x="44" y="416"/>
                    <a:pt x="44" y="284"/>
                  </a:cubicBezTo>
                  <a:cubicBezTo>
                    <a:pt x="44" y="151"/>
                    <a:pt x="151" y="45"/>
                    <a:pt x="284" y="45"/>
                  </a:cubicBezTo>
                  <a:cubicBezTo>
                    <a:pt x="416" y="45"/>
                    <a:pt x="523" y="152"/>
                    <a:pt x="523" y="284"/>
                  </a:cubicBezTo>
                  <a:cubicBezTo>
                    <a:pt x="523" y="416"/>
                    <a:pt x="416" y="523"/>
                    <a:pt x="284" y="523"/>
                  </a:cubicBezTo>
                  <a:close/>
                  <a:moveTo>
                    <a:pt x="284" y="523"/>
                  </a:moveTo>
                  <a:cubicBezTo>
                    <a:pt x="284" y="523"/>
                    <a:pt x="284" y="523"/>
                    <a:pt x="284" y="52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74" name="Google Shape;1564;p35"/>
            <p:cNvCxnSpPr/>
            <p:nvPr/>
          </p:nvCxnSpPr>
          <p:spPr>
            <a:xfrm>
              <a:off x="482600" y="-47704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  <p:cxnSp>
          <p:nvCxnSpPr>
            <p:cNvPr id="175" name="Google Shape;1565;p35"/>
            <p:cNvCxnSpPr/>
            <p:nvPr/>
          </p:nvCxnSpPr>
          <p:spPr>
            <a:xfrm>
              <a:off x="482600" y="-4770438"/>
              <a:ext cx="0" cy="0"/>
            </a:xfrm>
            <a:prstGeom prst="straightConnector1">
              <a:avLst/>
            </a:prstGeom>
            <a:grpFill/>
            <a:ln>
              <a:noFill/>
            </a:ln>
          </p:spPr>
        </p:cxnSp>
      </p:grpSp>
      <p:sp>
        <p:nvSpPr>
          <p:cNvPr id="176" name="Google Shape;1566;p35"/>
          <p:cNvSpPr/>
          <p:nvPr/>
        </p:nvSpPr>
        <p:spPr>
          <a:xfrm>
            <a:off x="3029380" y="5879621"/>
            <a:ext cx="439738" cy="438150"/>
          </a:xfrm>
          <a:custGeom>
            <a:avLst/>
            <a:gdLst/>
            <a:ahLst/>
            <a:cxnLst/>
            <a:rect l="l" t="t" r="r" b="b"/>
            <a:pathLst>
              <a:path w="567" h="565" extrusionOk="0">
                <a:moveTo>
                  <a:pt x="284" y="0"/>
                </a:moveTo>
                <a:cubicBezTo>
                  <a:pt x="127" y="0"/>
                  <a:pt x="0" y="127"/>
                  <a:pt x="0" y="284"/>
                </a:cubicBezTo>
                <a:cubicBezTo>
                  <a:pt x="0" y="424"/>
                  <a:pt x="103" y="541"/>
                  <a:pt x="237" y="563"/>
                </a:cubicBezTo>
                <a:cubicBezTo>
                  <a:pt x="237" y="343"/>
                  <a:pt x="237" y="343"/>
                  <a:pt x="237" y="343"/>
                </a:cubicBezTo>
                <a:cubicBezTo>
                  <a:pt x="168" y="343"/>
                  <a:pt x="168" y="343"/>
                  <a:pt x="168" y="343"/>
                </a:cubicBezTo>
                <a:cubicBezTo>
                  <a:pt x="168" y="264"/>
                  <a:pt x="168" y="264"/>
                  <a:pt x="168" y="264"/>
                </a:cubicBezTo>
                <a:cubicBezTo>
                  <a:pt x="237" y="264"/>
                  <a:pt x="237" y="264"/>
                  <a:pt x="237" y="264"/>
                </a:cubicBezTo>
                <a:cubicBezTo>
                  <a:pt x="237" y="205"/>
                  <a:pt x="237" y="205"/>
                  <a:pt x="237" y="205"/>
                </a:cubicBezTo>
                <a:cubicBezTo>
                  <a:pt x="237" y="138"/>
                  <a:pt x="278" y="101"/>
                  <a:pt x="338" y="101"/>
                </a:cubicBezTo>
                <a:cubicBezTo>
                  <a:pt x="367" y="101"/>
                  <a:pt x="392" y="103"/>
                  <a:pt x="400" y="104"/>
                </a:cubicBezTo>
                <a:cubicBezTo>
                  <a:pt x="400" y="175"/>
                  <a:pt x="400" y="175"/>
                  <a:pt x="400" y="175"/>
                </a:cubicBezTo>
                <a:cubicBezTo>
                  <a:pt x="358" y="175"/>
                  <a:pt x="358" y="175"/>
                  <a:pt x="358" y="175"/>
                </a:cubicBezTo>
                <a:cubicBezTo>
                  <a:pt x="325" y="175"/>
                  <a:pt x="318" y="190"/>
                  <a:pt x="318" y="213"/>
                </a:cubicBezTo>
                <a:cubicBezTo>
                  <a:pt x="318" y="264"/>
                  <a:pt x="318" y="264"/>
                  <a:pt x="318" y="264"/>
                </a:cubicBezTo>
                <a:cubicBezTo>
                  <a:pt x="397" y="264"/>
                  <a:pt x="397" y="264"/>
                  <a:pt x="397" y="264"/>
                </a:cubicBezTo>
                <a:cubicBezTo>
                  <a:pt x="387" y="343"/>
                  <a:pt x="387" y="343"/>
                  <a:pt x="387" y="343"/>
                </a:cubicBezTo>
                <a:cubicBezTo>
                  <a:pt x="318" y="343"/>
                  <a:pt x="318" y="343"/>
                  <a:pt x="318" y="343"/>
                </a:cubicBezTo>
                <a:cubicBezTo>
                  <a:pt x="318" y="565"/>
                  <a:pt x="318" y="565"/>
                  <a:pt x="318" y="565"/>
                </a:cubicBezTo>
                <a:cubicBezTo>
                  <a:pt x="459" y="548"/>
                  <a:pt x="567" y="429"/>
                  <a:pt x="567" y="284"/>
                </a:cubicBezTo>
                <a:cubicBezTo>
                  <a:pt x="567" y="127"/>
                  <a:pt x="440" y="0"/>
                  <a:pt x="284" y="0"/>
                </a:cubicBezTo>
                <a:close/>
                <a:moveTo>
                  <a:pt x="284" y="0"/>
                </a:moveTo>
                <a:cubicBezTo>
                  <a:pt x="284" y="0"/>
                  <a:pt x="284" y="0"/>
                  <a:pt x="284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567;p35"/>
          <p:cNvSpPr/>
          <p:nvPr/>
        </p:nvSpPr>
        <p:spPr>
          <a:xfrm>
            <a:off x="2310598" y="5846377"/>
            <a:ext cx="312738" cy="439737"/>
          </a:xfrm>
          <a:custGeom>
            <a:avLst/>
            <a:gdLst/>
            <a:ahLst/>
            <a:cxnLst/>
            <a:rect l="l" t="t" r="r" b="b"/>
            <a:pathLst>
              <a:path w="403" h="567" extrusionOk="0">
                <a:moveTo>
                  <a:pt x="202" y="164"/>
                </a:moveTo>
                <a:cubicBezTo>
                  <a:pt x="160" y="164"/>
                  <a:pt x="122" y="177"/>
                  <a:pt x="90" y="198"/>
                </a:cubicBezTo>
                <a:cubicBezTo>
                  <a:pt x="90" y="49"/>
                  <a:pt x="90" y="49"/>
                  <a:pt x="90" y="49"/>
                </a:cubicBezTo>
                <a:cubicBezTo>
                  <a:pt x="90" y="22"/>
                  <a:pt x="71" y="0"/>
                  <a:pt x="44" y="0"/>
                </a:cubicBezTo>
                <a:cubicBezTo>
                  <a:pt x="16" y="0"/>
                  <a:pt x="0" y="22"/>
                  <a:pt x="0" y="49"/>
                </a:cubicBezTo>
                <a:cubicBezTo>
                  <a:pt x="0" y="365"/>
                  <a:pt x="0" y="365"/>
                  <a:pt x="0" y="365"/>
                </a:cubicBezTo>
                <a:cubicBezTo>
                  <a:pt x="0" y="477"/>
                  <a:pt x="90" y="567"/>
                  <a:pt x="202" y="567"/>
                </a:cubicBezTo>
                <a:cubicBezTo>
                  <a:pt x="313" y="567"/>
                  <a:pt x="403" y="477"/>
                  <a:pt x="403" y="365"/>
                </a:cubicBezTo>
                <a:cubicBezTo>
                  <a:pt x="403" y="254"/>
                  <a:pt x="313" y="164"/>
                  <a:pt x="202" y="164"/>
                </a:cubicBezTo>
                <a:close/>
                <a:moveTo>
                  <a:pt x="202" y="477"/>
                </a:moveTo>
                <a:cubicBezTo>
                  <a:pt x="140" y="477"/>
                  <a:pt x="90" y="427"/>
                  <a:pt x="90" y="365"/>
                </a:cubicBezTo>
                <a:cubicBezTo>
                  <a:pt x="90" y="304"/>
                  <a:pt x="140" y="254"/>
                  <a:pt x="202" y="254"/>
                </a:cubicBezTo>
                <a:cubicBezTo>
                  <a:pt x="263" y="254"/>
                  <a:pt x="313" y="304"/>
                  <a:pt x="313" y="365"/>
                </a:cubicBezTo>
                <a:cubicBezTo>
                  <a:pt x="313" y="427"/>
                  <a:pt x="263" y="477"/>
                  <a:pt x="202" y="477"/>
                </a:cubicBezTo>
                <a:close/>
                <a:moveTo>
                  <a:pt x="202" y="477"/>
                </a:moveTo>
                <a:cubicBezTo>
                  <a:pt x="202" y="477"/>
                  <a:pt x="202" y="477"/>
                  <a:pt x="202" y="477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568;p35"/>
          <p:cNvSpPr/>
          <p:nvPr/>
        </p:nvSpPr>
        <p:spPr>
          <a:xfrm>
            <a:off x="10359543" y="5925888"/>
            <a:ext cx="422275" cy="439737"/>
          </a:xfrm>
          <a:custGeom>
            <a:avLst/>
            <a:gdLst/>
            <a:ahLst/>
            <a:cxnLst/>
            <a:rect l="l" t="t" r="r" b="b"/>
            <a:pathLst>
              <a:path w="545" h="567" extrusionOk="0">
                <a:moveTo>
                  <a:pt x="500" y="235"/>
                </a:moveTo>
                <a:cubicBezTo>
                  <a:pt x="467" y="208"/>
                  <a:pt x="420" y="191"/>
                  <a:pt x="362" y="191"/>
                </a:cubicBezTo>
                <a:cubicBezTo>
                  <a:pt x="244" y="191"/>
                  <a:pt x="181" y="290"/>
                  <a:pt x="127" y="290"/>
                </a:cubicBezTo>
                <a:cubicBezTo>
                  <a:pt x="104" y="290"/>
                  <a:pt x="86" y="264"/>
                  <a:pt x="86" y="240"/>
                </a:cubicBezTo>
                <a:cubicBezTo>
                  <a:pt x="86" y="237"/>
                  <a:pt x="86" y="235"/>
                  <a:pt x="86" y="232"/>
                </a:cubicBezTo>
                <a:cubicBezTo>
                  <a:pt x="73" y="230"/>
                  <a:pt x="73" y="230"/>
                  <a:pt x="73" y="230"/>
                </a:cubicBezTo>
                <a:cubicBezTo>
                  <a:pt x="72" y="235"/>
                  <a:pt x="72" y="241"/>
                  <a:pt x="72" y="247"/>
                </a:cubicBezTo>
                <a:cubicBezTo>
                  <a:pt x="72" y="330"/>
                  <a:pt x="134" y="383"/>
                  <a:pt x="212" y="383"/>
                </a:cubicBezTo>
                <a:cubicBezTo>
                  <a:pt x="362" y="383"/>
                  <a:pt x="406" y="261"/>
                  <a:pt x="473" y="261"/>
                </a:cubicBezTo>
                <a:cubicBezTo>
                  <a:pt x="473" y="261"/>
                  <a:pt x="473" y="261"/>
                  <a:pt x="474" y="261"/>
                </a:cubicBezTo>
                <a:cubicBezTo>
                  <a:pt x="510" y="262"/>
                  <a:pt x="532" y="290"/>
                  <a:pt x="531" y="325"/>
                </a:cubicBezTo>
                <a:cubicBezTo>
                  <a:pt x="530" y="354"/>
                  <a:pt x="515" y="379"/>
                  <a:pt x="480" y="397"/>
                </a:cubicBezTo>
                <a:cubicBezTo>
                  <a:pt x="437" y="419"/>
                  <a:pt x="365" y="432"/>
                  <a:pt x="256" y="432"/>
                </a:cubicBezTo>
                <a:cubicBezTo>
                  <a:pt x="189" y="432"/>
                  <a:pt x="105" y="418"/>
                  <a:pt x="55" y="371"/>
                </a:cubicBezTo>
                <a:cubicBezTo>
                  <a:pt x="30" y="347"/>
                  <a:pt x="13" y="314"/>
                  <a:pt x="13" y="271"/>
                </a:cubicBezTo>
                <a:cubicBezTo>
                  <a:pt x="13" y="271"/>
                  <a:pt x="13" y="271"/>
                  <a:pt x="13" y="271"/>
                </a:cubicBezTo>
                <a:cubicBezTo>
                  <a:pt x="14" y="224"/>
                  <a:pt x="30" y="181"/>
                  <a:pt x="59" y="151"/>
                </a:cubicBezTo>
                <a:cubicBezTo>
                  <a:pt x="85" y="124"/>
                  <a:pt x="121" y="108"/>
                  <a:pt x="166" y="108"/>
                </a:cubicBezTo>
                <a:cubicBezTo>
                  <a:pt x="252" y="108"/>
                  <a:pt x="312" y="173"/>
                  <a:pt x="389" y="173"/>
                </a:cubicBezTo>
                <a:cubicBezTo>
                  <a:pt x="481" y="173"/>
                  <a:pt x="532" y="128"/>
                  <a:pt x="545" y="40"/>
                </a:cubicBezTo>
                <a:cubicBezTo>
                  <a:pt x="531" y="38"/>
                  <a:pt x="531" y="38"/>
                  <a:pt x="531" y="38"/>
                </a:cubicBezTo>
                <a:cubicBezTo>
                  <a:pt x="527" y="61"/>
                  <a:pt x="512" y="89"/>
                  <a:pt x="485" y="89"/>
                </a:cubicBezTo>
                <a:cubicBezTo>
                  <a:pt x="459" y="89"/>
                  <a:pt x="432" y="66"/>
                  <a:pt x="392" y="45"/>
                </a:cubicBezTo>
                <a:cubicBezTo>
                  <a:pt x="353" y="22"/>
                  <a:pt x="307" y="0"/>
                  <a:pt x="250" y="0"/>
                </a:cubicBezTo>
                <a:cubicBezTo>
                  <a:pt x="159" y="0"/>
                  <a:pt x="82" y="54"/>
                  <a:pt x="38" y="129"/>
                </a:cubicBezTo>
                <a:cubicBezTo>
                  <a:pt x="14" y="171"/>
                  <a:pt x="0" y="221"/>
                  <a:pt x="0" y="271"/>
                </a:cubicBezTo>
                <a:cubicBezTo>
                  <a:pt x="0" y="322"/>
                  <a:pt x="9" y="369"/>
                  <a:pt x="27" y="410"/>
                </a:cubicBezTo>
                <a:cubicBezTo>
                  <a:pt x="68" y="505"/>
                  <a:pt x="155" y="567"/>
                  <a:pt x="287" y="567"/>
                </a:cubicBezTo>
                <a:cubicBezTo>
                  <a:pt x="374" y="567"/>
                  <a:pt x="470" y="533"/>
                  <a:pt x="517" y="447"/>
                </a:cubicBezTo>
                <a:cubicBezTo>
                  <a:pt x="534" y="414"/>
                  <a:pt x="545" y="374"/>
                  <a:pt x="545" y="325"/>
                </a:cubicBezTo>
                <a:cubicBezTo>
                  <a:pt x="545" y="290"/>
                  <a:pt x="529" y="258"/>
                  <a:pt x="500" y="23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569;p35"/>
          <p:cNvSpPr/>
          <p:nvPr/>
        </p:nvSpPr>
        <p:spPr>
          <a:xfrm>
            <a:off x="8684736" y="5135649"/>
            <a:ext cx="495926" cy="402871"/>
          </a:xfrm>
          <a:custGeom>
            <a:avLst/>
            <a:gdLst/>
            <a:ahLst/>
            <a:cxnLst/>
            <a:rect l="l" t="t" r="r" b="b"/>
            <a:pathLst>
              <a:path w="567" h="460" extrusionOk="0">
                <a:moveTo>
                  <a:pt x="567" y="54"/>
                </a:moveTo>
                <a:cubicBezTo>
                  <a:pt x="546" y="63"/>
                  <a:pt x="524" y="69"/>
                  <a:pt x="500" y="72"/>
                </a:cubicBezTo>
                <a:cubicBezTo>
                  <a:pt x="524" y="58"/>
                  <a:pt x="543" y="35"/>
                  <a:pt x="551" y="8"/>
                </a:cubicBezTo>
                <a:cubicBezTo>
                  <a:pt x="529" y="22"/>
                  <a:pt x="504" y="31"/>
                  <a:pt x="478" y="36"/>
                </a:cubicBezTo>
                <a:cubicBezTo>
                  <a:pt x="456" y="14"/>
                  <a:pt x="426" y="0"/>
                  <a:pt x="393" y="0"/>
                </a:cubicBezTo>
                <a:cubicBezTo>
                  <a:pt x="328" y="0"/>
                  <a:pt x="277" y="52"/>
                  <a:pt x="277" y="116"/>
                </a:cubicBezTo>
                <a:cubicBezTo>
                  <a:pt x="277" y="125"/>
                  <a:pt x="277" y="134"/>
                  <a:pt x="279" y="142"/>
                </a:cubicBezTo>
                <a:cubicBezTo>
                  <a:pt x="183" y="138"/>
                  <a:pt x="97" y="91"/>
                  <a:pt x="40" y="21"/>
                </a:cubicBezTo>
                <a:cubicBezTo>
                  <a:pt x="30" y="38"/>
                  <a:pt x="24" y="58"/>
                  <a:pt x="24" y="79"/>
                </a:cubicBezTo>
                <a:cubicBezTo>
                  <a:pt x="24" y="120"/>
                  <a:pt x="45" y="155"/>
                  <a:pt x="75" y="176"/>
                </a:cubicBezTo>
                <a:cubicBezTo>
                  <a:pt x="57" y="176"/>
                  <a:pt x="38" y="170"/>
                  <a:pt x="23" y="162"/>
                </a:cubicBezTo>
                <a:cubicBezTo>
                  <a:pt x="23" y="162"/>
                  <a:pt x="23" y="163"/>
                  <a:pt x="23" y="163"/>
                </a:cubicBezTo>
                <a:cubicBezTo>
                  <a:pt x="23" y="220"/>
                  <a:pt x="63" y="266"/>
                  <a:pt x="116" y="277"/>
                </a:cubicBezTo>
                <a:cubicBezTo>
                  <a:pt x="107" y="280"/>
                  <a:pt x="96" y="281"/>
                  <a:pt x="86" y="281"/>
                </a:cubicBezTo>
                <a:cubicBezTo>
                  <a:pt x="78" y="281"/>
                  <a:pt x="71" y="281"/>
                  <a:pt x="64" y="279"/>
                </a:cubicBezTo>
                <a:cubicBezTo>
                  <a:pt x="79" y="325"/>
                  <a:pt x="121" y="359"/>
                  <a:pt x="172" y="360"/>
                </a:cubicBezTo>
                <a:cubicBezTo>
                  <a:pt x="133" y="391"/>
                  <a:pt x="82" y="410"/>
                  <a:pt x="28" y="410"/>
                </a:cubicBezTo>
                <a:cubicBezTo>
                  <a:pt x="19" y="410"/>
                  <a:pt x="9" y="409"/>
                  <a:pt x="0" y="408"/>
                </a:cubicBezTo>
                <a:cubicBezTo>
                  <a:pt x="52" y="441"/>
                  <a:pt x="113" y="460"/>
                  <a:pt x="179" y="460"/>
                </a:cubicBezTo>
                <a:cubicBezTo>
                  <a:pt x="392" y="460"/>
                  <a:pt x="509" y="283"/>
                  <a:pt x="509" y="129"/>
                </a:cubicBezTo>
                <a:cubicBezTo>
                  <a:pt x="509" y="124"/>
                  <a:pt x="509" y="119"/>
                  <a:pt x="509" y="114"/>
                </a:cubicBezTo>
                <a:cubicBezTo>
                  <a:pt x="532" y="98"/>
                  <a:pt x="551" y="78"/>
                  <a:pt x="567" y="5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570;p35"/>
          <p:cNvSpPr/>
          <p:nvPr/>
        </p:nvSpPr>
        <p:spPr>
          <a:xfrm>
            <a:off x="3005124" y="5164556"/>
            <a:ext cx="495926" cy="347039"/>
          </a:xfrm>
          <a:custGeom>
            <a:avLst/>
            <a:gdLst/>
            <a:ahLst/>
            <a:cxnLst/>
            <a:rect l="l" t="t" r="r" b="b"/>
            <a:pathLst>
              <a:path w="567" h="397" extrusionOk="0">
                <a:moveTo>
                  <a:pt x="555" y="62"/>
                </a:moveTo>
                <a:cubicBezTo>
                  <a:pt x="548" y="38"/>
                  <a:pt x="529" y="19"/>
                  <a:pt x="505" y="12"/>
                </a:cubicBezTo>
                <a:cubicBezTo>
                  <a:pt x="461" y="0"/>
                  <a:pt x="283" y="0"/>
                  <a:pt x="283" y="0"/>
                </a:cubicBezTo>
                <a:cubicBezTo>
                  <a:pt x="283" y="0"/>
                  <a:pt x="106" y="0"/>
                  <a:pt x="61" y="12"/>
                </a:cubicBezTo>
                <a:cubicBezTo>
                  <a:pt x="38" y="18"/>
                  <a:pt x="18" y="38"/>
                  <a:pt x="11" y="62"/>
                </a:cubicBezTo>
                <a:cubicBezTo>
                  <a:pt x="0" y="107"/>
                  <a:pt x="0" y="199"/>
                  <a:pt x="0" y="199"/>
                </a:cubicBezTo>
                <a:cubicBezTo>
                  <a:pt x="0" y="199"/>
                  <a:pt x="0" y="291"/>
                  <a:pt x="11" y="335"/>
                </a:cubicBezTo>
                <a:cubicBezTo>
                  <a:pt x="18" y="359"/>
                  <a:pt x="37" y="378"/>
                  <a:pt x="61" y="385"/>
                </a:cubicBezTo>
                <a:cubicBezTo>
                  <a:pt x="106" y="397"/>
                  <a:pt x="283" y="397"/>
                  <a:pt x="283" y="397"/>
                </a:cubicBezTo>
                <a:cubicBezTo>
                  <a:pt x="283" y="397"/>
                  <a:pt x="461" y="397"/>
                  <a:pt x="505" y="385"/>
                </a:cubicBezTo>
                <a:cubicBezTo>
                  <a:pt x="529" y="379"/>
                  <a:pt x="548" y="360"/>
                  <a:pt x="555" y="335"/>
                </a:cubicBezTo>
                <a:cubicBezTo>
                  <a:pt x="567" y="291"/>
                  <a:pt x="567" y="199"/>
                  <a:pt x="567" y="199"/>
                </a:cubicBezTo>
                <a:cubicBezTo>
                  <a:pt x="567" y="199"/>
                  <a:pt x="567" y="107"/>
                  <a:pt x="555" y="62"/>
                </a:cubicBezTo>
                <a:close/>
                <a:moveTo>
                  <a:pt x="227" y="284"/>
                </a:moveTo>
                <a:cubicBezTo>
                  <a:pt x="227" y="114"/>
                  <a:pt x="227" y="114"/>
                  <a:pt x="227" y="114"/>
                </a:cubicBezTo>
                <a:cubicBezTo>
                  <a:pt x="374" y="199"/>
                  <a:pt x="374" y="199"/>
                  <a:pt x="374" y="199"/>
                </a:cubicBezTo>
                <a:lnTo>
                  <a:pt x="227" y="28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1" name="Google Shape;1571;p35"/>
          <p:cNvGrpSpPr/>
          <p:nvPr/>
        </p:nvGrpSpPr>
        <p:grpSpPr>
          <a:xfrm>
            <a:off x="4681062" y="5116922"/>
            <a:ext cx="349198" cy="425111"/>
            <a:chOff x="1684338" y="-2341563"/>
            <a:chExt cx="584200" cy="711201"/>
          </a:xfrm>
          <a:solidFill>
            <a:schemeClr val="bg1">
              <a:lumMod val="85000"/>
            </a:schemeClr>
          </a:solidFill>
        </p:grpSpPr>
        <p:sp>
          <p:nvSpPr>
            <p:cNvPr id="182" name="Google Shape;1572;p35"/>
            <p:cNvSpPr/>
            <p:nvPr/>
          </p:nvSpPr>
          <p:spPr>
            <a:xfrm>
              <a:off x="1684338" y="-2184400"/>
              <a:ext cx="584200" cy="554038"/>
            </a:xfrm>
            <a:custGeom>
              <a:avLst/>
              <a:gdLst/>
              <a:ahLst/>
              <a:cxnLst/>
              <a:rect l="l" t="t" r="r" b="b"/>
              <a:pathLst>
                <a:path w="460" h="437" extrusionOk="0">
                  <a:moveTo>
                    <a:pt x="386" y="187"/>
                  </a:moveTo>
                  <a:cubicBezTo>
                    <a:pt x="370" y="111"/>
                    <a:pt x="443" y="65"/>
                    <a:pt x="443" y="65"/>
                  </a:cubicBezTo>
                  <a:cubicBezTo>
                    <a:pt x="443" y="65"/>
                    <a:pt x="415" y="24"/>
                    <a:pt x="367" y="14"/>
                  </a:cubicBezTo>
                  <a:cubicBezTo>
                    <a:pt x="319" y="3"/>
                    <a:pt x="295" y="16"/>
                    <a:pt x="271" y="26"/>
                  </a:cubicBezTo>
                  <a:cubicBezTo>
                    <a:pt x="247" y="36"/>
                    <a:pt x="236" y="36"/>
                    <a:pt x="236" y="36"/>
                  </a:cubicBezTo>
                  <a:cubicBezTo>
                    <a:pt x="201" y="36"/>
                    <a:pt x="176" y="0"/>
                    <a:pt x="110" y="16"/>
                  </a:cubicBezTo>
                  <a:cubicBezTo>
                    <a:pt x="65" y="28"/>
                    <a:pt x="17" y="80"/>
                    <a:pt x="8" y="142"/>
                  </a:cubicBezTo>
                  <a:cubicBezTo>
                    <a:pt x="0" y="205"/>
                    <a:pt x="18" y="284"/>
                    <a:pt x="54" y="346"/>
                  </a:cubicBezTo>
                  <a:cubicBezTo>
                    <a:pt x="90" y="408"/>
                    <a:pt x="127" y="431"/>
                    <a:pt x="152" y="432"/>
                  </a:cubicBezTo>
                  <a:cubicBezTo>
                    <a:pt x="178" y="433"/>
                    <a:pt x="204" y="413"/>
                    <a:pt x="236" y="409"/>
                  </a:cubicBezTo>
                  <a:cubicBezTo>
                    <a:pt x="267" y="404"/>
                    <a:pt x="286" y="420"/>
                    <a:pt x="316" y="429"/>
                  </a:cubicBezTo>
                  <a:cubicBezTo>
                    <a:pt x="347" y="437"/>
                    <a:pt x="358" y="429"/>
                    <a:pt x="393" y="399"/>
                  </a:cubicBezTo>
                  <a:cubicBezTo>
                    <a:pt x="428" y="369"/>
                    <a:pt x="460" y="284"/>
                    <a:pt x="460" y="284"/>
                  </a:cubicBezTo>
                  <a:cubicBezTo>
                    <a:pt x="460" y="284"/>
                    <a:pt x="401" y="264"/>
                    <a:pt x="386" y="187"/>
                  </a:cubicBezTo>
                  <a:close/>
                  <a:moveTo>
                    <a:pt x="386" y="187"/>
                  </a:moveTo>
                  <a:cubicBezTo>
                    <a:pt x="386" y="187"/>
                    <a:pt x="386" y="187"/>
                    <a:pt x="386" y="18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3" name="Google Shape;1573;p35"/>
            <p:cNvSpPr/>
            <p:nvPr/>
          </p:nvSpPr>
          <p:spPr>
            <a:xfrm>
              <a:off x="1974850" y="-2341563"/>
              <a:ext cx="157163" cy="160338"/>
            </a:xfrm>
            <a:custGeom>
              <a:avLst/>
              <a:gdLst/>
              <a:ahLst/>
              <a:cxnLst/>
              <a:rect l="l" t="t" r="r" b="b"/>
              <a:pathLst>
                <a:path w="123" h="127" extrusionOk="0">
                  <a:moveTo>
                    <a:pt x="89" y="88"/>
                  </a:moveTo>
                  <a:cubicBezTo>
                    <a:pt x="123" y="53"/>
                    <a:pt x="111" y="0"/>
                    <a:pt x="111" y="0"/>
                  </a:cubicBezTo>
                  <a:cubicBezTo>
                    <a:pt x="111" y="0"/>
                    <a:pt x="64" y="8"/>
                    <a:pt x="32" y="41"/>
                  </a:cubicBezTo>
                  <a:cubicBezTo>
                    <a:pt x="0" y="74"/>
                    <a:pt x="5" y="127"/>
                    <a:pt x="5" y="127"/>
                  </a:cubicBezTo>
                  <a:cubicBezTo>
                    <a:pt x="5" y="127"/>
                    <a:pt x="55" y="122"/>
                    <a:pt x="89" y="88"/>
                  </a:cubicBezTo>
                  <a:close/>
                  <a:moveTo>
                    <a:pt x="89" y="88"/>
                  </a:moveTo>
                  <a:cubicBezTo>
                    <a:pt x="89" y="88"/>
                    <a:pt x="89" y="88"/>
                    <a:pt x="89" y="8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4" name="Google Shape;1574;p35"/>
          <p:cNvSpPr/>
          <p:nvPr/>
        </p:nvSpPr>
        <p:spPr>
          <a:xfrm>
            <a:off x="11112764" y="5111526"/>
            <a:ext cx="509063" cy="424766"/>
          </a:xfrm>
          <a:custGeom>
            <a:avLst/>
            <a:gdLst/>
            <a:ahLst/>
            <a:cxnLst/>
            <a:rect l="l" t="t" r="r" b="b"/>
            <a:pathLst>
              <a:path w="581" h="485" extrusionOk="0">
                <a:moveTo>
                  <a:pt x="231" y="317"/>
                </a:moveTo>
                <a:cubicBezTo>
                  <a:pt x="221" y="449"/>
                  <a:pt x="221" y="449"/>
                  <a:pt x="221" y="449"/>
                </a:cubicBezTo>
                <a:cubicBezTo>
                  <a:pt x="235" y="449"/>
                  <a:pt x="241" y="444"/>
                  <a:pt x="248" y="437"/>
                </a:cubicBezTo>
                <a:cubicBezTo>
                  <a:pt x="310" y="377"/>
                  <a:pt x="310" y="377"/>
                  <a:pt x="310" y="377"/>
                </a:cubicBezTo>
                <a:cubicBezTo>
                  <a:pt x="441" y="472"/>
                  <a:pt x="441" y="472"/>
                  <a:pt x="441" y="472"/>
                </a:cubicBezTo>
                <a:cubicBezTo>
                  <a:pt x="465" y="485"/>
                  <a:pt x="482" y="478"/>
                  <a:pt x="488" y="450"/>
                </a:cubicBezTo>
                <a:cubicBezTo>
                  <a:pt x="574" y="49"/>
                  <a:pt x="574" y="49"/>
                  <a:pt x="574" y="49"/>
                </a:cubicBezTo>
                <a:cubicBezTo>
                  <a:pt x="574" y="49"/>
                  <a:pt x="574" y="49"/>
                  <a:pt x="574" y="49"/>
                </a:cubicBezTo>
                <a:cubicBezTo>
                  <a:pt x="581" y="14"/>
                  <a:pt x="561" y="0"/>
                  <a:pt x="537" y="9"/>
                </a:cubicBezTo>
                <a:cubicBezTo>
                  <a:pt x="35" y="201"/>
                  <a:pt x="35" y="201"/>
                  <a:pt x="35" y="201"/>
                </a:cubicBezTo>
                <a:cubicBezTo>
                  <a:pt x="0" y="214"/>
                  <a:pt x="1" y="234"/>
                  <a:pt x="29" y="242"/>
                </a:cubicBezTo>
                <a:cubicBezTo>
                  <a:pt x="157" y="282"/>
                  <a:pt x="157" y="282"/>
                  <a:pt x="157" y="282"/>
                </a:cubicBezTo>
                <a:cubicBezTo>
                  <a:pt x="456" y="95"/>
                  <a:pt x="456" y="95"/>
                  <a:pt x="456" y="95"/>
                </a:cubicBezTo>
                <a:cubicBezTo>
                  <a:pt x="470" y="86"/>
                  <a:pt x="483" y="91"/>
                  <a:pt x="472" y="101"/>
                </a:cubicBezTo>
                <a:lnTo>
                  <a:pt x="231" y="317"/>
                </a:lnTo>
                <a:close/>
                <a:moveTo>
                  <a:pt x="231" y="317"/>
                </a:moveTo>
                <a:cubicBezTo>
                  <a:pt x="231" y="317"/>
                  <a:pt x="231" y="317"/>
                  <a:pt x="231" y="317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5" name="Google Shape;1575;p35"/>
          <p:cNvGrpSpPr/>
          <p:nvPr/>
        </p:nvGrpSpPr>
        <p:grpSpPr>
          <a:xfrm>
            <a:off x="2210951" y="5144315"/>
            <a:ext cx="471669" cy="414529"/>
            <a:chOff x="3735388" y="-2227263"/>
            <a:chExt cx="720725" cy="633413"/>
          </a:xfrm>
          <a:solidFill>
            <a:schemeClr val="bg1">
              <a:lumMod val="85000"/>
            </a:schemeClr>
          </a:solidFill>
        </p:grpSpPr>
        <p:sp>
          <p:nvSpPr>
            <p:cNvPr id="186" name="Google Shape;1576;p35"/>
            <p:cNvSpPr/>
            <p:nvPr/>
          </p:nvSpPr>
          <p:spPr>
            <a:xfrm>
              <a:off x="3979863" y="-2227263"/>
              <a:ext cx="441325" cy="381000"/>
            </a:xfrm>
            <a:custGeom>
              <a:avLst/>
              <a:gdLst/>
              <a:ahLst/>
              <a:cxnLst/>
              <a:rect l="l" t="t" r="r" b="b"/>
              <a:pathLst>
                <a:path w="348" h="299" extrusionOk="0">
                  <a:moveTo>
                    <a:pt x="166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1" y="0"/>
                    <a:pt x="6" y="3"/>
                    <a:pt x="3" y="8"/>
                  </a:cubicBezTo>
                  <a:cubicBezTo>
                    <a:pt x="0" y="14"/>
                    <a:pt x="0" y="20"/>
                    <a:pt x="3" y="25"/>
                  </a:cubicBezTo>
                  <a:cubicBezTo>
                    <a:pt x="161" y="299"/>
                    <a:pt x="161" y="299"/>
                    <a:pt x="161" y="299"/>
                  </a:cubicBezTo>
                  <a:cubicBezTo>
                    <a:pt x="348" y="299"/>
                    <a:pt x="348" y="299"/>
                    <a:pt x="348" y="299"/>
                  </a:cubicBezTo>
                  <a:cubicBezTo>
                    <a:pt x="180" y="8"/>
                    <a:pt x="180" y="8"/>
                    <a:pt x="180" y="8"/>
                  </a:cubicBezTo>
                  <a:cubicBezTo>
                    <a:pt x="177" y="3"/>
                    <a:pt x="171" y="0"/>
                    <a:pt x="166" y="0"/>
                  </a:cubicBezTo>
                  <a:close/>
                  <a:moveTo>
                    <a:pt x="166" y="0"/>
                  </a:moveTo>
                  <a:cubicBezTo>
                    <a:pt x="166" y="0"/>
                    <a:pt x="166" y="0"/>
                    <a:pt x="166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7" name="Google Shape;1577;p35"/>
            <p:cNvSpPr/>
            <p:nvPr/>
          </p:nvSpPr>
          <p:spPr>
            <a:xfrm>
              <a:off x="3735388" y="-2163763"/>
              <a:ext cx="334963" cy="569913"/>
            </a:xfrm>
            <a:custGeom>
              <a:avLst/>
              <a:gdLst/>
              <a:ahLst/>
              <a:cxnLst/>
              <a:rect l="l" t="t" r="r" b="b"/>
              <a:pathLst>
                <a:path w="264" h="448" extrusionOk="0">
                  <a:moveTo>
                    <a:pt x="171" y="0"/>
                  </a:moveTo>
                  <a:cubicBezTo>
                    <a:pt x="3" y="291"/>
                    <a:pt x="3" y="291"/>
                    <a:pt x="3" y="291"/>
                  </a:cubicBezTo>
                  <a:cubicBezTo>
                    <a:pt x="0" y="296"/>
                    <a:pt x="0" y="302"/>
                    <a:pt x="3" y="307"/>
                  </a:cubicBezTo>
                  <a:cubicBezTo>
                    <a:pt x="74" y="440"/>
                    <a:pt x="74" y="440"/>
                    <a:pt x="74" y="440"/>
                  </a:cubicBezTo>
                  <a:cubicBezTo>
                    <a:pt x="77" y="445"/>
                    <a:pt x="83" y="448"/>
                    <a:pt x="89" y="448"/>
                  </a:cubicBezTo>
                  <a:cubicBezTo>
                    <a:pt x="89" y="448"/>
                    <a:pt x="89" y="448"/>
                    <a:pt x="89" y="448"/>
                  </a:cubicBezTo>
                  <a:cubicBezTo>
                    <a:pt x="95" y="448"/>
                    <a:pt x="100" y="445"/>
                    <a:pt x="103" y="440"/>
                  </a:cubicBezTo>
                  <a:cubicBezTo>
                    <a:pt x="264" y="161"/>
                    <a:pt x="264" y="161"/>
                    <a:pt x="264" y="161"/>
                  </a:cubicBezTo>
                  <a:lnTo>
                    <a:pt x="171" y="0"/>
                  </a:lnTo>
                  <a:close/>
                  <a:moveTo>
                    <a:pt x="171" y="0"/>
                  </a:moveTo>
                  <a:cubicBezTo>
                    <a:pt x="171" y="0"/>
                    <a:pt x="171" y="0"/>
                    <a:pt x="171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8" name="Google Shape;1578;p35"/>
            <p:cNvSpPr/>
            <p:nvPr/>
          </p:nvSpPr>
          <p:spPr>
            <a:xfrm>
              <a:off x="3910013" y="-1804988"/>
              <a:ext cx="546100" cy="211138"/>
            </a:xfrm>
            <a:custGeom>
              <a:avLst/>
              <a:gdLst/>
              <a:ahLst/>
              <a:cxnLst/>
              <a:rect l="l" t="t" r="r" b="b"/>
              <a:pathLst>
                <a:path w="430" h="166" extrusionOk="0">
                  <a:moveTo>
                    <a:pt x="427" y="8"/>
                  </a:moveTo>
                  <a:cubicBezTo>
                    <a:pt x="424" y="3"/>
                    <a:pt x="419" y="0"/>
                    <a:pt x="413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341" y="166"/>
                    <a:pt x="341" y="166"/>
                    <a:pt x="341" y="166"/>
                  </a:cubicBezTo>
                  <a:cubicBezTo>
                    <a:pt x="347" y="166"/>
                    <a:pt x="353" y="163"/>
                    <a:pt x="356" y="158"/>
                  </a:cubicBezTo>
                  <a:cubicBezTo>
                    <a:pt x="427" y="25"/>
                    <a:pt x="427" y="25"/>
                    <a:pt x="427" y="25"/>
                  </a:cubicBezTo>
                  <a:cubicBezTo>
                    <a:pt x="430" y="20"/>
                    <a:pt x="430" y="13"/>
                    <a:pt x="427" y="8"/>
                  </a:cubicBezTo>
                  <a:close/>
                  <a:moveTo>
                    <a:pt x="427" y="8"/>
                  </a:moveTo>
                  <a:cubicBezTo>
                    <a:pt x="427" y="8"/>
                    <a:pt x="427" y="8"/>
                    <a:pt x="427" y="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89" name="Google Shape;1579;p35"/>
          <p:cNvGrpSpPr/>
          <p:nvPr/>
        </p:nvGrpSpPr>
        <p:grpSpPr>
          <a:xfrm>
            <a:off x="7864023" y="5093939"/>
            <a:ext cx="480494" cy="480494"/>
            <a:chOff x="7329488" y="-2212975"/>
            <a:chExt cx="728663" cy="728663"/>
          </a:xfrm>
          <a:solidFill>
            <a:schemeClr val="bg1">
              <a:lumMod val="85000"/>
            </a:schemeClr>
          </a:solidFill>
        </p:grpSpPr>
        <p:sp>
          <p:nvSpPr>
            <p:cNvPr id="190" name="Google Shape;1580;p35"/>
            <p:cNvSpPr/>
            <p:nvPr/>
          </p:nvSpPr>
          <p:spPr>
            <a:xfrm>
              <a:off x="7512050" y="-2036763"/>
              <a:ext cx="369888" cy="368300"/>
            </a:xfrm>
            <a:custGeom>
              <a:avLst/>
              <a:gdLst/>
              <a:ahLst/>
              <a:cxnLst/>
              <a:rect l="l" t="t" r="r" b="b"/>
              <a:pathLst>
                <a:path w="291" h="291" extrusionOk="0">
                  <a:moveTo>
                    <a:pt x="146" y="0"/>
                  </a:moveTo>
                  <a:cubicBezTo>
                    <a:pt x="65" y="0"/>
                    <a:pt x="0" y="66"/>
                    <a:pt x="0" y="146"/>
                  </a:cubicBezTo>
                  <a:cubicBezTo>
                    <a:pt x="0" y="226"/>
                    <a:pt x="66" y="291"/>
                    <a:pt x="146" y="291"/>
                  </a:cubicBezTo>
                  <a:cubicBezTo>
                    <a:pt x="226" y="291"/>
                    <a:pt x="291" y="226"/>
                    <a:pt x="291" y="146"/>
                  </a:cubicBezTo>
                  <a:cubicBezTo>
                    <a:pt x="291" y="65"/>
                    <a:pt x="226" y="0"/>
                    <a:pt x="146" y="0"/>
                  </a:cubicBezTo>
                  <a:close/>
                  <a:moveTo>
                    <a:pt x="146" y="240"/>
                  </a:moveTo>
                  <a:cubicBezTo>
                    <a:pt x="94" y="240"/>
                    <a:pt x="51" y="198"/>
                    <a:pt x="51" y="146"/>
                  </a:cubicBezTo>
                  <a:cubicBezTo>
                    <a:pt x="51" y="94"/>
                    <a:pt x="94" y="51"/>
                    <a:pt x="146" y="51"/>
                  </a:cubicBezTo>
                  <a:cubicBezTo>
                    <a:pt x="198" y="51"/>
                    <a:pt x="240" y="94"/>
                    <a:pt x="240" y="146"/>
                  </a:cubicBezTo>
                  <a:cubicBezTo>
                    <a:pt x="240" y="198"/>
                    <a:pt x="198" y="240"/>
                    <a:pt x="146" y="240"/>
                  </a:cubicBezTo>
                  <a:close/>
                  <a:moveTo>
                    <a:pt x="146" y="240"/>
                  </a:moveTo>
                  <a:cubicBezTo>
                    <a:pt x="146" y="240"/>
                    <a:pt x="146" y="240"/>
                    <a:pt x="146" y="24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1" name="Google Shape;1581;p35"/>
            <p:cNvSpPr/>
            <p:nvPr/>
          </p:nvSpPr>
          <p:spPr>
            <a:xfrm>
              <a:off x="7329488" y="-2212975"/>
              <a:ext cx="728663" cy="728663"/>
            </a:xfrm>
            <a:custGeom>
              <a:avLst/>
              <a:gdLst/>
              <a:ahLst/>
              <a:cxnLst/>
              <a:rect l="l" t="t" r="r" b="b"/>
              <a:pathLst>
                <a:path w="574" h="574" extrusionOk="0">
                  <a:moveTo>
                    <a:pt x="407" y="2"/>
                  </a:moveTo>
                  <a:cubicBezTo>
                    <a:pt x="354" y="0"/>
                    <a:pt x="225" y="0"/>
                    <a:pt x="173" y="2"/>
                  </a:cubicBezTo>
                  <a:cubicBezTo>
                    <a:pt x="127" y="4"/>
                    <a:pt x="87" y="15"/>
                    <a:pt x="54" y="48"/>
                  </a:cubicBezTo>
                  <a:cubicBezTo>
                    <a:pt x="0" y="103"/>
                    <a:pt x="7" y="176"/>
                    <a:pt x="7" y="284"/>
                  </a:cubicBezTo>
                  <a:cubicBezTo>
                    <a:pt x="7" y="394"/>
                    <a:pt x="0" y="466"/>
                    <a:pt x="54" y="520"/>
                  </a:cubicBezTo>
                  <a:cubicBezTo>
                    <a:pt x="109" y="574"/>
                    <a:pt x="183" y="567"/>
                    <a:pt x="290" y="567"/>
                  </a:cubicBezTo>
                  <a:cubicBezTo>
                    <a:pt x="399" y="567"/>
                    <a:pt x="437" y="567"/>
                    <a:pt x="475" y="552"/>
                  </a:cubicBezTo>
                  <a:cubicBezTo>
                    <a:pt x="528" y="532"/>
                    <a:pt x="568" y="485"/>
                    <a:pt x="571" y="401"/>
                  </a:cubicBezTo>
                  <a:cubicBezTo>
                    <a:pt x="574" y="348"/>
                    <a:pt x="574" y="219"/>
                    <a:pt x="571" y="167"/>
                  </a:cubicBezTo>
                  <a:cubicBezTo>
                    <a:pt x="567" y="68"/>
                    <a:pt x="513" y="7"/>
                    <a:pt x="407" y="2"/>
                  </a:cubicBezTo>
                  <a:close/>
                  <a:moveTo>
                    <a:pt x="489" y="483"/>
                  </a:moveTo>
                  <a:cubicBezTo>
                    <a:pt x="453" y="519"/>
                    <a:pt x="404" y="516"/>
                    <a:pt x="289" y="516"/>
                  </a:cubicBezTo>
                  <a:cubicBezTo>
                    <a:pt x="171" y="516"/>
                    <a:pt x="124" y="518"/>
                    <a:pt x="89" y="483"/>
                  </a:cubicBezTo>
                  <a:cubicBezTo>
                    <a:pt x="49" y="444"/>
                    <a:pt x="57" y="380"/>
                    <a:pt x="57" y="283"/>
                  </a:cubicBezTo>
                  <a:cubicBezTo>
                    <a:pt x="57" y="153"/>
                    <a:pt x="43" y="59"/>
                    <a:pt x="174" y="52"/>
                  </a:cubicBezTo>
                  <a:cubicBezTo>
                    <a:pt x="204" y="51"/>
                    <a:pt x="213" y="51"/>
                    <a:pt x="289" y="51"/>
                  </a:cubicBezTo>
                  <a:cubicBezTo>
                    <a:pt x="290" y="52"/>
                    <a:pt x="290" y="52"/>
                    <a:pt x="290" y="52"/>
                  </a:cubicBezTo>
                  <a:cubicBezTo>
                    <a:pt x="416" y="52"/>
                    <a:pt x="515" y="38"/>
                    <a:pt x="520" y="169"/>
                  </a:cubicBezTo>
                  <a:cubicBezTo>
                    <a:pt x="522" y="199"/>
                    <a:pt x="522" y="208"/>
                    <a:pt x="522" y="284"/>
                  </a:cubicBezTo>
                  <a:cubicBezTo>
                    <a:pt x="522" y="401"/>
                    <a:pt x="524" y="448"/>
                    <a:pt x="489" y="483"/>
                  </a:cubicBezTo>
                  <a:close/>
                  <a:moveTo>
                    <a:pt x="489" y="483"/>
                  </a:moveTo>
                  <a:cubicBezTo>
                    <a:pt x="489" y="483"/>
                    <a:pt x="489" y="483"/>
                    <a:pt x="489" y="48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2" name="Google Shape;1582;p35"/>
            <p:cNvSpPr/>
            <p:nvPr/>
          </p:nvSpPr>
          <p:spPr>
            <a:xfrm>
              <a:off x="7845425" y="-2087563"/>
              <a:ext cx="87313" cy="87313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68" y="34"/>
                  </a:moveTo>
                  <a:cubicBezTo>
                    <a:pt x="68" y="52"/>
                    <a:pt x="53" y="68"/>
                    <a:pt x="34" y="68"/>
                  </a:cubicBezTo>
                  <a:cubicBezTo>
                    <a:pt x="15" y="68"/>
                    <a:pt x="0" y="52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53" y="0"/>
                    <a:pt x="68" y="15"/>
                    <a:pt x="68" y="34"/>
                  </a:cubicBezTo>
                  <a:close/>
                  <a:moveTo>
                    <a:pt x="68" y="34"/>
                  </a:moveTo>
                  <a:cubicBezTo>
                    <a:pt x="68" y="34"/>
                    <a:pt x="68" y="34"/>
                    <a:pt x="68" y="34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93" name="Google Shape;1583;p35"/>
          <p:cNvGrpSpPr/>
          <p:nvPr/>
        </p:nvGrpSpPr>
        <p:grpSpPr>
          <a:xfrm>
            <a:off x="7154178" y="5084822"/>
            <a:ext cx="334996" cy="497019"/>
            <a:chOff x="6483350" y="-2320925"/>
            <a:chExt cx="485776" cy="720725"/>
          </a:xfrm>
          <a:solidFill>
            <a:schemeClr val="bg1">
              <a:lumMod val="85000"/>
            </a:schemeClr>
          </a:solidFill>
        </p:grpSpPr>
        <p:sp>
          <p:nvSpPr>
            <p:cNvPr id="194" name="Google Shape;1584;p35"/>
            <p:cNvSpPr/>
            <p:nvPr/>
          </p:nvSpPr>
          <p:spPr>
            <a:xfrm>
              <a:off x="6483350" y="-2217738"/>
              <a:ext cx="169863" cy="617538"/>
            </a:xfrm>
            <a:custGeom>
              <a:avLst/>
              <a:gdLst/>
              <a:ahLst/>
              <a:cxnLst/>
              <a:rect l="l" t="t" r="r" b="b"/>
              <a:pathLst>
                <a:path w="133" h="486" extrusionOk="0">
                  <a:moveTo>
                    <a:pt x="0" y="0"/>
                  </a:moveTo>
                  <a:cubicBezTo>
                    <a:pt x="0" y="486"/>
                    <a:pt x="0" y="486"/>
                    <a:pt x="0" y="486"/>
                  </a:cubicBezTo>
                  <a:cubicBezTo>
                    <a:pt x="19" y="483"/>
                    <a:pt x="19" y="483"/>
                    <a:pt x="19" y="483"/>
                  </a:cubicBezTo>
                  <a:cubicBezTo>
                    <a:pt x="52" y="478"/>
                    <a:pt x="85" y="474"/>
                    <a:pt x="117" y="472"/>
                  </a:cubicBezTo>
                  <a:cubicBezTo>
                    <a:pt x="133" y="471"/>
                    <a:pt x="133" y="471"/>
                    <a:pt x="133" y="471"/>
                  </a:cubicBezTo>
                  <a:cubicBezTo>
                    <a:pt x="133" y="294"/>
                    <a:pt x="133" y="294"/>
                    <a:pt x="133" y="294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5" name="Google Shape;1585;p35"/>
            <p:cNvSpPr/>
            <p:nvPr/>
          </p:nvSpPr>
          <p:spPr>
            <a:xfrm>
              <a:off x="6799263" y="-2320925"/>
              <a:ext cx="169863" cy="617538"/>
            </a:xfrm>
            <a:custGeom>
              <a:avLst/>
              <a:gdLst/>
              <a:ahLst/>
              <a:cxnLst/>
              <a:rect l="l" t="t" r="r" b="b"/>
              <a:pathLst>
                <a:path w="107" h="389" extrusionOk="0">
                  <a:moveTo>
                    <a:pt x="0" y="0"/>
                  </a:moveTo>
                  <a:lnTo>
                    <a:pt x="0" y="153"/>
                  </a:lnTo>
                  <a:lnTo>
                    <a:pt x="107" y="389"/>
                  </a:lnTo>
                  <a:lnTo>
                    <a:pt x="107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586;p35"/>
            <p:cNvSpPr/>
            <p:nvPr/>
          </p:nvSpPr>
          <p:spPr>
            <a:xfrm>
              <a:off x="6799263" y="-2320925"/>
              <a:ext cx="169863" cy="617538"/>
            </a:xfrm>
            <a:custGeom>
              <a:avLst/>
              <a:gdLst/>
              <a:ahLst/>
              <a:cxnLst/>
              <a:rect l="l" t="t" r="r" b="b"/>
              <a:pathLst>
                <a:path w="107" h="389" extrusionOk="0">
                  <a:moveTo>
                    <a:pt x="0" y="0"/>
                  </a:moveTo>
                  <a:lnTo>
                    <a:pt x="0" y="153"/>
                  </a:lnTo>
                  <a:lnTo>
                    <a:pt x="107" y="389"/>
                  </a:lnTo>
                  <a:lnTo>
                    <a:pt x="107" y="0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7" name="Google Shape;1587;p35"/>
            <p:cNvSpPr/>
            <p:nvPr/>
          </p:nvSpPr>
          <p:spPr>
            <a:xfrm>
              <a:off x="6483350" y="-2320925"/>
              <a:ext cx="485775" cy="720725"/>
            </a:xfrm>
            <a:custGeom>
              <a:avLst/>
              <a:gdLst/>
              <a:ahLst/>
              <a:cxnLst/>
              <a:rect l="l" t="t" r="r" b="b"/>
              <a:pathLst>
                <a:path w="382" h="567" extrusionOk="0">
                  <a:moveTo>
                    <a:pt x="249" y="272"/>
                  </a:moveTo>
                  <a:cubicBezTo>
                    <a:pt x="237" y="245"/>
                    <a:pt x="237" y="245"/>
                    <a:pt x="237" y="245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6" y="412"/>
                    <a:pt x="186" y="412"/>
                    <a:pt x="186" y="412"/>
                  </a:cubicBezTo>
                  <a:cubicBezTo>
                    <a:pt x="249" y="552"/>
                    <a:pt x="249" y="552"/>
                    <a:pt x="249" y="552"/>
                  </a:cubicBezTo>
                  <a:cubicBezTo>
                    <a:pt x="259" y="552"/>
                    <a:pt x="259" y="552"/>
                    <a:pt x="259" y="552"/>
                  </a:cubicBezTo>
                  <a:cubicBezTo>
                    <a:pt x="294" y="555"/>
                    <a:pt x="329" y="559"/>
                    <a:pt x="363" y="564"/>
                  </a:cubicBezTo>
                  <a:cubicBezTo>
                    <a:pt x="382" y="567"/>
                    <a:pt x="382" y="567"/>
                    <a:pt x="382" y="567"/>
                  </a:cubicBezTo>
                  <a:lnTo>
                    <a:pt x="249" y="272"/>
                  </a:lnTo>
                  <a:close/>
                  <a:moveTo>
                    <a:pt x="249" y="272"/>
                  </a:moveTo>
                  <a:cubicBezTo>
                    <a:pt x="249" y="272"/>
                    <a:pt x="249" y="272"/>
                    <a:pt x="249" y="27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98" name="Google Shape;1588;p35"/>
          <p:cNvGrpSpPr/>
          <p:nvPr/>
        </p:nvGrpSpPr>
        <p:grpSpPr>
          <a:xfrm>
            <a:off x="6292512" y="5146463"/>
            <a:ext cx="401013" cy="398358"/>
            <a:chOff x="5272088" y="-2346326"/>
            <a:chExt cx="719138" cy="714376"/>
          </a:xfrm>
          <a:solidFill>
            <a:schemeClr val="bg1">
              <a:lumMod val="85000"/>
            </a:schemeClr>
          </a:solidFill>
        </p:grpSpPr>
        <p:sp>
          <p:nvSpPr>
            <p:cNvPr id="199" name="Google Shape;1589;p35"/>
            <p:cNvSpPr/>
            <p:nvPr/>
          </p:nvSpPr>
          <p:spPr>
            <a:xfrm>
              <a:off x="5283200" y="-2122488"/>
              <a:ext cx="187325" cy="490538"/>
            </a:xfrm>
            <a:custGeom>
              <a:avLst/>
              <a:gdLst/>
              <a:ahLst/>
              <a:cxnLst/>
              <a:rect l="l" t="t" r="r" b="b"/>
              <a:pathLst>
                <a:path w="118" h="309" extrusionOk="0">
                  <a:moveTo>
                    <a:pt x="0" y="309"/>
                  </a:moveTo>
                  <a:lnTo>
                    <a:pt x="118" y="309"/>
                  </a:lnTo>
                  <a:lnTo>
                    <a:pt x="118" y="0"/>
                  </a:lnTo>
                  <a:lnTo>
                    <a:pt x="0" y="0"/>
                  </a:lnTo>
                  <a:lnTo>
                    <a:pt x="0" y="309"/>
                  </a:lnTo>
                  <a:close/>
                  <a:moveTo>
                    <a:pt x="27" y="26"/>
                  </a:moveTo>
                  <a:lnTo>
                    <a:pt x="91" y="26"/>
                  </a:lnTo>
                  <a:lnTo>
                    <a:pt x="91" y="282"/>
                  </a:lnTo>
                  <a:lnTo>
                    <a:pt x="27" y="282"/>
                  </a:lnTo>
                  <a:lnTo>
                    <a:pt x="27" y="26"/>
                  </a:lnTo>
                  <a:close/>
                  <a:moveTo>
                    <a:pt x="27" y="26"/>
                  </a:moveTo>
                  <a:lnTo>
                    <a:pt x="27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0" name="Google Shape;1590;p35"/>
            <p:cNvSpPr/>
            <p:nvPr/>
          </p:nvSpPr>
          <p:spPr>
            <a:xfrm>
              <a:off x="5283200" y="-2122488"/>
              <a:ext cx="187325" cy="490538"/>
            </a:xfrm>
            <a:custGeom>
              <a:avLst/>
              <a:gdLst/>
              <a:ahLst/>
              <a:cxnLst/>
              <a:rect l="l" t="t" r="r" b="b"/>
              <a:pathLst>
                <a:path w="118" h="309" extrusionOk="0">
                  <a:moveTo>
                    <a:pt x="0" y="309"/>
                  </a:moveTo>
                  <a:lnTo>
                    <a:pt x="118" y="309"/>
                  </a:lnTo>
                  <a:lnTo>
                    <a:pt x="118" y="0"/>
                  </a:lnTo>
                  <a:lnTo>
                    <a:pt x="0" y="0"/>
                  </a:lnTo>
                  <a:lnTo>
                    <a:pt x="0" y="309"/>
                  </a:lnTo>
                  <a:moveTo>
                    <a:pt x="27" y="26"/>
                  </a:moveTo>
                  <a:lnTo>
                    <a:pt x="91" y="26"/>
                  </a:lnTo>
                  <a:lnTo>
                    <a:pt x="91" y="282"/>
                  </a:lnTo>
                  <a:lnTo>
                    <a:pt x="27" y="282"/>
                  </a:lnTo>
                  <a:lnTo>
                    <a:pt x="27" y="26"/>
                  </a:lnTo>
                  <a:moveTo>
                    <a:pt x="27" y="26"/>
                  </a:moveTo>
                  <a:lnTo>
                    <a:pt x="27" y="26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1" name="Google Shape;1591;p35"/>
            <p:cNvSpPr/>
            <p:nvPr/>
          </p:nvSpPr>
          <p:spPr>
            <a:xfrm>
              <a:off x="5272088" y="-2346326"/>
              <a:ext cx="209550" cy="207963"/>
            </a:xfrm>
            <a:custGeom>
              <a:avLst/>
              <a:gdLst/>
              <a:ahLst/>
              <a:cxnLst/>
              <a:rect l="l" t="t" r="r" b="b"/>
              <a:pathLst>
                <a:path w="165" h="164" extrusionOk="0">
                  <a:moveTo>
                    <a:pt x="83" y="0"/>
                  </a:moveTo>
                  <a:cubicBezTo>
                    <a:pt x="37" y="0"/>
                    <a:pt x="0" y="36"/>
                    <a:pt x="0" y="82"/>
                  </a:cubicBezTo>
                  <a:cubicBezTo>
                    <a:pt x="0" y="127"/>
                    <a:pt x="37" y="164"/>
                    <a:pt x="83" y="164"/>
                  </a:cubicBezTo>
                  <a:cubicBezTo>
                    <a:pt x="128" y="164"/>
                    <a:pt x="165" y="127"/>
                    <a:pt x="165" y="82"/>
                  </a:cubicBezTo>
                  <a:cubicBezTo>
                    <a:pt x="165" y="36"/>
                    <a:pt x="128" y="0"/>
                    <a:pt x="83" y="0"/>
                  </a:cubicBezTo>
                  <a:close/>
                  <a:moveTo>
                    <a:pt x="34" y="82"/>
                  </a:moveTo>
                  <a:cubicBezTo>
                    <a:pt x="34" y="55"/>
                    <a:pt x="56" y="33"/>
                    <a:pt x="83" y="33"/>
                  </a:cubicBezTo>
                  <a:cubicBezTo>
                    <a:pt x="109" y="33"/>
                    <a:pt x="131" y="55"/>
                    <a:pt x="131" y="82"/>
                  </a:cubicBezTo>
                  <a:cubicBezTo>
                    <a:pt x="131" y="109"/>
                    <a:pt x="109" y="130"/>
                    <a:pt x="83" y="130"/>
                  </a:cubicBezTo>
                  <a:cubicBezTo>
                    <a:pt x="56" y="130"/>
                    <a:pt x="34" y="109"/>
                    <a:pt x="34" y="82"/>
                  </a:cubicBezTo>
                  <a:close/>
                  <a:moveTo>
                    <a:pt x="34" y="82"/>
                  </a:moveTo>
                  <a:cubicBezTo>
                    <a:pt x="34" y="82"/>
                    <a:pt x="34" y="82"/>
                    <a:pt x="34" y="8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2" name="Google Shape;1592;p35"/>
            <p:cNvSpPr/>
            <p:nvPr/>
          </p:nvSpPr>
          <p:spPr>
            <a:xfrm>
              <a:off x="5510213" y="-2138363"/>
              <a:ext cx="481013" cy="506413"/>
            </a:xfrm>
            <a:custGeom>
              <a:avLst/>
              <a:gdLst/>
              <a:ahLst/>
              <a:cxnLst/>
              <a:rect l="l" t="t" r="r" b="b"/>
              <a:pathLst>
                <a:path w="380" h="398" extrusionOk="0">
                  <a:moveTo>
                    <a:pt x="380" y="133"/>
                  </a:moveTo>
                  <a:cubicBezTo>
                    <a:pt x="375" y="58"/>
                    <a:pt x="312" y="0"/>
                    <a:pt x="234" y="0"/>
                  </a:cubicBezTo>
                  <a:cubicBezTo>
                    <a:pt x="200" y="0"/>
                    <a:pt x="167" y="12"/>
                    <a:pt x="141" y="34"/>
                  </a:cubicBezTo>
                  <a:cubicBezTo>
                    <a:pt x="141" y="12"/>
                    <a:pt x="141" y="12"/>
                    <a:pt x="141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398"/>
                    <a:pt x="0" y="398"/>
                    <a:pt x="0" y="398"/>
                  </a:cubicBezTo>
                  <a:cubicBezTo>
                    <a:pt x="147" y="398"/>
                    <a:pt x="147" y="398"/>
                    <a:pt x="147" y="398"/>
                  </a:cubicBezTo>
                  <a:cubicBezTo>
                    <a:pt x="147" y="187"/>
                    <a:pt x="147" y="187"/>
                    <a:pt x="147" y="187"/>
                  </a:cubicBezTo>
                  <a:cubicBezTo>
                    <a:pt x="147" y="163"/>
                    <a:pt x="167" y="144"/>
                    <a:pt x="190" y="144"/>
                  </a:cubicBezTo>
                  <a:cubicBezTo>
                    <a:pt x="214" y="144"/>
                    <a:pt x="234" y="163"/>
                    <a:pt x="234" y="187"/>
                  </a:cubicBezTo>
                  <a:cubicBezTo>
                    <a:pt x="234" y="398"/>
                    <a:pt x="234" y="398"/>
                    <a:pt x="234" y="398"/>
                  </a:cubicBezTo>
                  <a:cubicBezTo>
                    <a:pt x="380" y="398"/>
                    <a:pt x="380" y="398"/>
                    <a:pt x="380" y="398"/>
                  </a:cubicBezTo>
                  <a:cubicBezTo>
                    <a:pt x="380" y="133"/>
                    <a:pt x="380" y="133"/>
                    <a:pt x="380" y="133"/>
                  </a:cubicBezTo>
                  <a:close/>
                  <a:moveTo>
                    <a:pt x="114" y="365"/>
                  </a:moveTo>
                  <a:cubicBezTo>
                    <a:pt x="34" y="365"/>
                    <a:pt x="34" y="365"/>
                    <a:pt x="34" y="365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108" y="45"/>
                    <a:pt x="108" y="45"/>
                    <a:pt x="108" y="45"/>
                  </a:cubicBezTo>
                  <a:cubicBezTo>
                    <a:pt x="108" y="93"/>
                    <a:pt x="108" y="93"/>
                    <a:pt x="108" y="93"/>
                  </a:cubicBezTo>
                  <a:cubicBezTo>
                    <a:pt x="134" y="93"/>
                    <a:pt x="134" y="93"/>
                    <a:pt x="134" y="93"/>
                  </a:cubicBezTo>
                  <a:cubicBezTo>
                    <a:pt x="139" y="85"/>
                    <a:pt x="139" y="85"/>
                    <a:pt x="139" y="85"/>
                  </a:cubicBezTo>
                  <a:cubicBezTo>
                    <a:pt x="160" y="53"/>
                    <a:pt x="196" y="33"/>
                    <a:pt x="234" y="33"/>
                  </a:cubicBezTo>
                  <a:cubicBezTo>
                    <a:pt x="296" y="33"/>
                    <a:pt x="346" y="80"/>
                    <a:pt x="347" y="141"/>
                  </a:cubicBezTo>
                  <a:cubicBezTo>
                    <a:pt x="347" y="365"/>
                    <a:pt x="347" y="365"/>
                    <a:pt x="347" y="365"/>
                  </a:cubicBezTo>
                  <a:cubicBezTo>
                    <a:pt x="267" y="365"/>
                    <a:pt x="267" y="365"/>
                    <a:pt x="267" y="365"/>
                  </a:cubicBezTo>
                  <a:cubicBezTo>
                    <a:pt x="267" y="187"/>
                    <a:pt x="267" y="187"/>
                    <a:pt x="267" y="187"/>
                  </a:cubicBezTo>
                  <a:cubicBezTo>
                    <a:pt x="267" y="145"/>
                    <a:pt x="232" y="110"/>
                    <a:pt x="190" y="110"/>
                  </a:cubicBezTo>
                  <a:cubicBezTo>
                    <a:pt x="148" y="110"/>
                    <a:pt x="114" y="145"/>
                    <a:pt x="114" y="187"/>
                  </a:cubicBezTo>
                  <a:lnTo>
                    <a:pt x="114" y="365"/>
                  </a:lnTo>
                  <a:close/>
                  <a:moveTo>
                    <a:pt x="114" y="365"/>
                  </a:moveTo>
                  <a:cubicBezTo>
                    <a:pt x="114" y="365"/>
                    <a:pt x="114" y="365"/>
                    <a:pt x="114" y="365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03" name="Google Shape;1593;p35"/>
          <p:cNvGrpSpPr/>
          <p:nvPr/>
        </p:nvGrpSpPr>
        <p:grpSpPr>
          <a:xfrm>
            <a:off x="9550002" y="5077413"/>
            <a:ext cx="421482" cy="497020"/>
            <a:chOff x="9563100" y="-2246313"/>
            <a:chExt cx="611188" cy="720725"/>
          </a:xfrm>
          <a:solidFill>
            <a:schemeClr val="bg1">
              <a:lumMod val="85000"/>
            </a:schemeClr>
          </a:solidFill>
        </p:grpSpPr>
        <p:sp>
          <p:nvSpPr>
            <p:cNvPr id="204" name="Google Shape;1594;p35"/>
            <p:cNvSpPr/>
            <p:nvPr/>
          </p:nvSpPr>
          <p:spPr>
            <a:xfrm>
              <a:off x="9563100" y="-2246313"/>
              <a:ext cx="611188" cy="720725"/>
            </a:xfrm>
            <a:custGeom>
              <a:avLst/>
              <a:gdLst/>
              <a:ahLst/>
              <a:cxnLst/>
              <a:rect l="l" t="t" r="r" b="b"/>
              <a:pathLst>
                <a:path w="481" h="567" extrusionOk="0">
                  <a:moveTo>
                    <a:pt x="477" y="474"/>
                  </a:moveTo>
                  <a:cubicBezTo>
                    <a:pt x="475" y="472"/>
                    <a:pt x="472" y="469"/>
                    <a:pt x="468" y="467"/>
                  </a:cubicBezTo>
                  <a:cubicBezTo>
                    <a:pt x="467" y="466"/>
                    <a:pt x="465" y="465"/>
                    <a:pt x="462" y="464"/>
                  </a:cubicBezTo>
                  <a:cubicBezTo>
                    <a:pt x="460" y="462"/>
                    <a:pt x="457" y="461"/>
                    <a:pt x="456" y="460"/>
                  </a:cubicBezTo>
                  <a:cubicBezTo>
                    <a:pt x="454" y="458"/>
                    <a:pt x="452" y="456"/>
                    <a:pt x="449" y="454"/>
                  </a:cubicBezTo>
                  <a:cubicBezTo>
                    <a:pt x="446" y="451"/>
                    <a:pt x="444" y="448"/>
                    <a:pt x="443" y="445"/>
                  </a:cubicBezTo>
                  <a:cubicBezTo>
                    <a:pt x="441" y="441"/>
                    <a:pt x="439" y="437"/>
                    <a:pt x="438" y="432"/>
                  </a:cubicBezTo>
                  <a:cubicBezTo>
                    <a:pt x="436" y="426"/>
                    <a:pt x="436" y="420"/>
                    <a:pt x="435" y="414"/>
                  </a:cubicBezTo>
                  <a:cubicBezTo>
                    <a:pt x="432" y="416"/>
                    <a:pt x="431" y="421"/>
                    <a:pt x="431" y="429"/>
                  </a:cubicBezTo>
                  <a:cubicBezTo>
                    <a:pt x="430" y="436"/>
                    <a:pt x="432" y="444"/>
                    <a:pt x="435" y="452"/>
                  </a:cubicBezTo>
                  <a:cubicBezTo>
                    <a:pt x="439" y="460"/>
                    <a:pt x="444" y="465"/>
                    <a:pt x="451" y="467"/>
                  </a:cubicBezTo>
                  <a:cubicBezTo>
                    <a:pt x="458" y="469"/>
                    <a:pt x="463" y="472"/>
                    <a:pt x="467" y="474"/>
                  </a:cubicBezTo>
                  <a:cubicBezTo>
                    <a:pt x="471" y="477"/>
                    <a:pt x="474" y="480"/>
                    <a:pt x="475" y="483"/>
                  </a:cubicBezTo>
                  <a:cubicBezTo>
                    <a:pt x="476" y="487"/>
                    <a:pt x="474" y="490"/>
                    <a:pt x="469" y="494"/>
                  </a:cubicBezTo>
                  <a:cubicBezTo>
                    <a:pt x="464" y="498"/>
                    <a:pt x="456" y="502"/>
                    <a:pt x="445" y="506"/>
                  </a:cubicBezTo>
                  <a:cubicBezTo>
                    <a:pt x="430" y="511"/>
                    <a:pt x="419" y="516"/>
                    <a:pt x="412" y="519"/>
                  </a:cubicBezTo>
                  <a:cubicBezTo>
                    <a:pt x="406" y="523"/>
                    <a:pt x="396" y="530"/>
                    <a:pt x="384" y="540"/>
                  </a:cubicBezTo>
                  <a:cubicBezTo>
                    <a:pt x="376" y="547"/>
                    <a:pt x="367" y="551"/>
                    <a:pt x="357" y="552"/>
                  </a:cubicBezTo>
                  <a:cubicBezTo>
                    <a:pt x="348" y="552"/>
                    <a:pt x="340" y="549"/>
                    <a:pt x="334" y="541"/>
                  </a:cubicBezTo>
                  <a:cubicBezTo>
                    <a:pt x="328" y="534"/>
                    <a:pt x="326" y="523"/>
                    <a:pt x="328" y="509"/>
                  </a:cubicBezTo>
                  <a:cubicBezTo>
                    <a:pt x="332" y="483"/>
                    <a:pt x="332" y="463"/>
                    <a:pt x="328" y="448"/>
                  </a:cubicBezTo>
                  <a:cubicBezTo>
                    <a:pt x="325" y="436"/>
                    <a:pt x="324" y="426"/>
                    <a:pt x="326" y="417"/>
                  </a:cubicBezTo>
                  <a:cubicBezTo>
                    <a:pt x="328" y="408"/>
                    <a:pt x="331" y="403"/>
                    <a:pt x="335" y="402"/>
                  </a:cubicBezTo>
                  <a:cubicBezTo>
                    <a:pt x="339" y="400"/>
                    <a:pt x="343" y="403"/>
                    <a:pt x="348" y="411"/>
                  </a:cubicBezTo>
                  <a:cubicBezTo>
                    <a:pt x="348" y="412"/>
                    <a:pt x="349" y="414"/>
                    <a:pt x="350" y="417"/>
                  </a:cubicBezTo>
                  <a:cubicBezTo>
                    <a:pt x="352" y="420"/>
                    <a:pt x="353" y="423"/>
                    <a:pt x="354" y="424"/>
                  </a:cubicBezTo>
                  <a:cubicBezTo>
                    <a:pt x="355" y="425"/>
                    <a:pt x="356" y="427"/>
                    <a:pt x="358" y="429"/>
                  </a:cubicBezTo>
                  <a:cubicBezTo>
                    <a:pt x="360" y="431"/>
                    <a:pt x="363" y="432"/>
                    <a:pt x="365" y="433"/>
                  </a:cubicBezTo>
                  <a:cubicBezTo>
                    <a:pt x="368" y="434"/>
                    <a:pt x="372" y="434"/>
                    <a:pt x="375" y="435"/>
                  </a:cubicBezTo>
                  <a:cubicBezTo>
                    <a:pt x="383" y="435"/>
                    <a:pt x="389" y="433"/>
                    <a:pt x="395" y="430"/>
                  </a:cubicBezTo>
                  <a:cubicBezTo>
                    <a:pt x="400" y="427"/>
                    <a:pt x="405" y="423"/>
                    <a:pt x="407" y="420"/>
                  </a:cubicBezTo>
                  <a:cubicBezTo>
                    <a:pt x="410" y="416"/>
                    <a:pt x="413" y="412"/>
                    <a:pt x="416" y="408"/>
                  </a:cubicBezTo>
                  <a:cubicBezTo>
                    <a:pt x="419" y="405"/>
                    <a:pt x="421" y="403"/>
                    <a:pt x="423" y="402"/>
                  </a:cubicBezTo>
                  <a:cubicBezTo>
                    <a:pt x="426" y="402"/>
                    <a:pt x="428" y="400"/>
                    <a:pt x="430" y="395"/>
                  </a:cubicBezTo>
                  <a:cubicBezTo>
                    <a:pt x="432" y="391"/>
                    <a:pt x="433" y="385"/>
                    <a:pt x="434" y="378"/>
                  </a:cubicBezTo>
                  <a:cubicBezTo>
                    <a:pt x="434" y="370"/>
                    <a:pt x="434" y="361"/>
                    <a:pt x="432" y="351"/>
                  </a:cubicBezTo>
                  <a:cubicBezTo>
                    <a:pt x="429" y="333"/>
                    <a:pt x="423" y="313"/>
                    <a:pt x="413" y="291"/>
                  </a:cubicBezTo>
                  <a:cubicBezTo>
                    <a:pt x="404" y="269"/>
                    <a:pt x="393" y="252"/>
                    <a:pt x="382" y="239"/>
                  </a:cubicBezTo>
                  <a:cubicBezTo>
                    <a:pt x="361" y="217"/>
                    <a:pt x="347" y="194"/>
                    <a:pt x="340" y="170"/>
                  </a:cubicBezTo>
                  <a:cubicBezTo>
                    <a:pt x="332" y="145"/>
                    <a:pt x="329" y="123"/>
                    <a:pt x="330" y="103"/>
                  </a:cubicBezTo>
                  <a:cubicBezTo>
                    <a:pt x="331" y="89"/>
                    <a:pt x="328" y="73"/>
                    <a:pt x="321" y="56"/>
                  </a:cubicBezTo>
                  <a:cubicBezTo>
                    <a:pt x="314" y="40"/>
                    <a:pt x="304" y="27"/>
                    <a:pt x="292" y="18"/>
                  </a:cubicBezTo>
                  <a:cubicBezTo>
                    <a:pt x="285" y="12"/>
                    <a:pt x="275" y="8"/>
                    <a:pt x="264" y="5"/>
                  </a:cubicBezTo>
                  <a:cubicBezTo>
                    <a:pt x="253" y="2"/>
                    <a:pt x="242" y="0"/>
                    <a:pt x="230" y="1"/>
                  </a:cubicBezTo>
                  <a:cubicBezTo>
                    <a:pt x="217" y="1"/>
                    <a:pt x="206" y="3"/>
                    <a:pt x="198" y="7"/>
                  </a:cubicBezTo>
                  <a:cubicBezTo>
                    <a:pt x="181" y="16"/>
                    <a:pt x="170" y="27"/>
                    <a:pt x="164" y="40"/>
                  </a:cubicBezTo>
                  <a:cubicBezTo>
                    <a:pt x="159" y="53"/>
                    <a:pt x="156" y="69"/>
                    <a:pt x="157" y="88"/>
                  </a:cubicBezTo>
                  <a:cubicBezTo>
                    <a:pt x="157" y="130"/>
                    <a:pt x="159" y="162"/>
                    <a:pt x="162" y="186"/>
                  </a:cubicBezTo>
                  <a:cubicBezTo>
                    <a:pt x="159" y="197"/>
                    <a:pt x="146" y="217"/>
                    <a:pt x="122" y="248"/>
                  </a:cubicBezTo>
                  <a:cubicBezTo>
                    <a:pt x="118" y="252"/>
                    <a:pt x="114" y="257"/>
                    <a:pt x="110" y="265"/>
                  </a:cubicBezTo>
                  <a:cubicBezTo>
                    <a:pt x="106" y="272"/>
                    <a:pt x="103" y="278"/>
                    <a:pt x="101" y="284"/>
                  </a:cubicBezTo>
                  <a:cubicBezTo>
                    <a:pt x="98" y="290"/>
                    <a:pt x="95" y="298"/>
                    <a:pt x="91" y="308"/>
                  </a:cubicBezTo>
                  <a:cubicBezTo>
                    <a:pt x="87" y="319"/>
                    <a:pt x="85" y="327"/>
                    <a:pt x="83" y="331"/>
                  </a:cubicBezTo>
                  <a:cubicBezTo>
                    <a:pt x="82" y="335"/>
                    <a:pt x="79" y="339"/>
                    <a:pt x="76" y="344"/>
                  </a:cubicBezTo>
                  <a:cubicBezTo>
                    <a:pt x="73" y="350"/>
                    <a:pt x="70" y="354"/>
                    <a:pt x="68" y="359"/>
                  </a:cubicBezTo>
                  <a:cubicBezTo>
                    <a:pt x="67" y="364"/>
                    <a:pt x="66" y="370"/>
                    <a:pt x="65" y="376"/>
                  </a:cubicBezTo>
                  <a:cubicBezTo>
                    <a:pt x="65" y="380"/>
                    <a:pt x="65" y="384"/>
                    <a:pt x="66" y="388"/>
                  </a:cubicBezTo>
                  <a:cubicBezTo>
                    <a:pt x="67" y="393"/>
                    <a:pt x="68" y="394"/>
                    <a:pt x="71" y="392"/>
                  </a:cubicBezTo>
                  <a:cubicBezTo>
                    <a:pt x="80" y="385"/>
                    <a:pt x="92" y="390"/>
                    <a:pt x="106" y="405"/>
                  </a:cubicBezTo>
                  <a:cubicBezTo>
                    <a:pt x="116" y="416"/>
                    <a:pt x="134" y="442"/>
                    <a:pt x="160" y="482"/>
                  </a:cubicBezTo>
                  <a:cubicBezTo>
                    <a:pt x="162" y="485"/>
                    <a:pt x="164" y="489"/>
                    <a:pt x="166" y="493"/>
                  </a:cubicBezTo>
                  <a:cubicBezTo>
                    <a:pt x="168" y="497"/>
                    <a:pt x="170" y="503"/>
                    <a:pt x="172" y="510"/>
                  </a:cubicBezTo>
                  <a:cubicBezTo>
                    <a:pt x="174" y="516"/>
                    <a:pt x="175" y="523"/>
                    <a:pt x="174" y="528"/>
                  </a:cubicBezTo>
                  <a:cubicBezTo>
                    <a:pt x="174" y="533"/>
                    <a:pt x="172" y="539"/>
                    <a:pt x="167" y="543"/>
                  </a:cubicBezTo>
                  <a:cubicBezTo>
                    <a:pt x="163" y="548"/>
                    <a:pt x="156" y="551"/>
                    <a:pt x="147" y="552"/>
                  </a:cubicBezTo>
                  <a:cubicBezTo>
                    <a:pt x="142" y="553"/>
                    <a:pt x="136" y="552"/>
                    <a:pt x="129" y="551"/>
                  </a:cubicBezTo>
                  <a:cubicBezTo>
                    <a:pt x="122" y="549"/>
                    <a:pt x="114" y="547"/>
                    <a:pt x="103" y="543"/>
                  </a:cubicBezTo>
                  <a:cubicBezTo>
                    <a:pt x="93" y="540"/>
                    <a:pt x="85" y="538"/>
                    <a:pt x="80" y="537"/>
                  </a:cubicBezTo>
                  <a:cubicBezTo>
                    <a:pt x="72" y="535"/>
                    <a:pt x="62" y="533"/>
                    <a:pt x="48" y="530"/>
                  </a:cubicBezTo>
                  <a:cubicBezTo>
                    <a:pt x="35" y="527"/>
                    <a:pt x="26" y="525"/>
                    <a:pt x="22" y="524"/>
                  </a:cubicBezTo>
                  <a:cubicBezTo>
                    <a:pt x="15" y="522"/>
                    <a:pt x="11" y="520"/>
                    <a:pt x="10" y="516"/>
                  </a:cubicBezTo>
                  <a:cubicBezTo>
                    <a:pt x="9" y="513"/>
                    <a:pt x="11" y="508"/>
                    <a:pt x="14" y="501"/>
                  </a:cubicBezTo>
                  <a:cubicBezTo>
                    <a:pt x="18" y="494"/>
                    <a:pt x="20" y="488"/>
                    <a:pt x="20" y="485"/>
                  </a:cubicBezTo>
                  <a:cubicBezTo>
                    <a:pt x="20" y="483"/>
                    <a:pt x="20" y="481"/>
                    <a:pt x="20" y="478"/>
                  </a:cubicBezTo>
                  <a:cubicBezTo>
                    <a:pt x="19" y="476"/>
                    <a:pt x="19" y="474"/>
                    <a:pt x="18" y="473"/>
                  </a:cubicBezTo>
                  <a:cubicBezTo>
                    <a:pt x="18" y="472"/>
                    <a:pt x="17" y="470"/>
                    <a:pt x="15" y="467"/>
                  </a:cubicBezTo>
                  <a:cubicBezTo>
                    <a:pt x="14" y="465"/>
                    <a:pt x="13" y="463"/>
                    <a:pt x="13" y="462"/>
                  </a:cubicBezTo>
                  <a:cubicBezTo>
                    <a:pt x="9" y="453"/>
                    <a:pt x="9" y="447"/>
                    <a:pt x="11" y="444"/>
                  </a:cubicBezTo>
                  <a:cubicBezTo>
                    <a:pt x="13" y="441"/>
                    <a:pt x="18" y="440"/>
                    <a:pt x="25" y="440"/>
                  </a:cubicBezTo>
                  <a:cubicBezTo>
                    <a:pt x="36" y="442"/>
                    <a:pt x="44" y="440"/>
                    <a:pt x="51" y="436"/>
                  </a:cubicBezTo>
                  <a:cubicBezTo>
                    <a:pt x="62" y="429"/>
                    <a:pt x="66" y="418"/>
                    <a:pt x="61" y="402"/>
                  </a:cubicBezTo>
                  <a:cubicBezTo>
                    <a:pt x="61" y="409"/>
                    <a:pt x="60" y="415"/>
                    <a:pt x="57" y="418"/>
                  </a:cubicBezTo>
                  <a:cubicBezTo>
                    <a:pt x="55" y="422"/>
                    <a:pt x="50" y="426"/>
                    <a:pt x="44" y="429"/>
                  </a:cubicBezTo>
                  <a:cubicBezTo>
                    <a:pt x="41" y="432"/>
                    <a:pt x="34" y="433"/>
                    <a:pt x="25" y="433"/>
                  </a:cubicBezTo>
                  <a:cubicBezTo>
                    <a:pt x="16" y="434"/>
                    <a:pt x="10" y="435"/>
                    <a:pt x="7" y="438"/>
                  </a:cubicBezTo>
                  <a:cubicBezTo>
                    <a:pt x="5" y="440"/>
                    <a:pt x="4" y="442"/>
                    <a:pt x="4" y="446"/>
                  </a:cubicBezTo>
                  <a:cubicBezTo>
                    <a:pt x="4" y="450"/>
                    <a:pt x="4" y="454"/>
                    <a:pt x="5" y="458"/>
                  </a:cubicBezTo>
                  <a:cubicBezTo>
                    <a:pt x="6" y="462"/>
                    <a:pt x="7" y="466"/>
                    <a:pt x="8" y="471"/>
                  </a:cubicBezTo>
                  <a:cubicBezTo>
                    <a:pt x="10" y="476"/>
                    <a:pt x="10" y="480"/>
                    <a:pt x="10" y="484"/>
                  </a:cubicBezTo>
                  <a:cubicBezTo>
                    <a:pt x="10" y="486"/>
                    <a:pt x="8" y="492"/>
                    <a:pt x="4" y="501"/>
                  </a:cubicBezTo>
                  <a:cubicBezTo>
                    <a:pt x="0" y="510"/>
                    <a:pt x="0" y="517"/>
                    <a:pt x="2" y="522"/>
                  </a:cubicBezTo>
                  <a:cubicBezTo>
                    <a:pt x="3" y="524"/>
                    <a:pt x="5" y="526"/>
                    <a:pt x="7" y="528"/>
                  </a:cubicBezTo>
                  <a:cubicBezTo>
                    <a:pt x="10" y="530"/>
                    <a:pt x="13" y="531"/>
                    <a:pt x="18" y="533"/>
                  </a:cubicBezTo>
                  <a:cubicBezTo>
                    <a:pt x="22" y="534"/>
                    <a:pt x="26" y="535"/>
                    <a:pt x="30" y="536"/>
                  </a:cubicBezTo>
                  <a:cubicBezTo>
                    <a:pt x="34" y="536"/>
                    <a:pt x="39" y="537"/>
                    <a:pt x="46" y="539"/>
                  </a:cubicBezTo>
                  <a:cubicBezTo>
                    <a:pt x="53" y="540"/>
                    <a:pt x="58" y="541"/>
                    <a:pt x="62" y="542"/>
                  </a:cubicBezTo>
                  <a:cubicBezTo>
                    <a:pt x="76" y="544"/>
                    <a:pt x="91" y="549"/>
                    <a:pt x="108" y="555"/>
                  </a:cubicBezTo>
                  <a:cubicBezTo>
                    <a:pt x="126" y="561"/>
                    <a:pt x="137" y="565"/>
                    <a:pt x="143" y="565"/>
                  </a:cubicBezTo>
                  <a:cubicBezTo>
                    <a:pt x="149" y="565"/>
                    <a:pt x="155" y="564"/>
                    <a:pt x="160" y="561"/>
                  </a:cubicBezTo>
                  <a:cubicBezTo>
                    <a:pt x="166" y="559"/>
                    <a:pt x="170" y="556"/>
                    <a:pt x="174" y="552"/>
                  </a:cubicBezTo>
                  <a:cubicBezTo>
                    <a:pt x="178" y="549"/>
                    <a:pt x="183" y="546"/>
                    <a:pt x="191" y="543"/>
                  </a:cubicBezTo>
                  <a:cubicBezTo>
                    <a:pt x="198" y="540"/>
                    <a:pt x="207" y="538"/>
                    <a:pt x="216" y="538"/>
                  </a:cubicBezTo>
                  <a:cubicBezTo>
                    <a:pt x="220" y="538"/>
                    <a:pt x="226" y="538"/>
                    <a:pt x="234" y="537"/>
                  </a:cubicBezTo>
                  <a:cubicBezTo>
                    <a:pt x="242" y="537"/>
                    <a:pt x="248" y="537"/>
                    <a:pt x="252" y="537"/>
                  </a:cubicBezTo>
                  <a:cubicBezTo>
                    <a:pt x="270" y="537"/>
                    <a:pt x="284" y="537"/>
                    <a:pt x="293" y="537"/>
                  </a:cubicBezTo>
                  <a:cubicBezTo>
                    <a:pt x="300" y="537"/>
                    <a:pt x="305" y="538"/>
                    <a:pt x="308" y="540"/>
                  </a:cubicBezTo>
                  <a:cubicBezTo>
                    <a:pt x="312" y="542"/>
                    <a:pt x="314" y="544"/>
                    <a:pt x="315" y="546"/>
                  </a:cubicBezTo>
                  <a:cubicBezTo>
                    <a:pt x="316" y="549"/>
                    <a:pt x="318" y="551"/>
                    <a:pt x="320" y="554"/>
                  </a:cubicBezTo>
                  <a:cubicBezTo>
                    <a:pt x="323" y="557"/>
                    <a:pt x="326" y="560"/>
                    <a:pt x="330" y="562"/>
                  </a:cubicBezTo>
                  <a:cubicBezTo>
                    <a:pt x="338" y="566"/>
                    <a:pt x="347" y="567"/>
                    <a:pt x="358" y="566"/>
                  </a:cubicBezTo>
                  <a:cubicBezTo>
                    <a:pt x="368" y="566"/>
                    <a:pt x="376" y="564"/>
                    <a:pt x="379" y="560"/>
                  </a:cubicBezTo>
                  <a:cubicBezTo>
                    <a:pt x="385" y="555"/>
                    <a:pt x="393" y="548"/>
                    <a:pt x="403" y="540"/>
                  </a:cubicBezTo>
                  <a:cubicBezTo>
                    <a:pt x="413" y="532"/>
                    <a:pt x="422" y="526"/>
                    <a:pt x="430" y="522"/>
                  </a:cubicBezTo>
                  <a:cubicBezTo>
                    <a:pt x="432" y="521"/>
                    <a:pt x="435" y="520"/>
                    <a:pt x="439" y="518"/>
                  </a:cubicBezTo>
                  <a:cubicBezTo>
                    <a:pt x="443" y="516"/>
                    <a:pt x="446" y="515"/>
                    <a:pt x="449" y="513"/>
                  </a:cubicBezTo>
                  <a:cubicBezTo>
                    <a:pt x="451" y="512"/>
                    <a:pt x="455" y="510"/>
                    <a:pt x="459" y="508"/>
                  </a:cubicBezTo>
                  <a:cubicBezTo>
                    <a:pt x="463" y="506"/>
                    <a:pt x="466" y="504"/>
                    <a:pt x="468" y="502"/>
                  </a:cubicBezTo>
                  <a:cubicBezTo>
                    <a:pt x="471" y="500"/>
                    <a:pt x="473" y="498"/>
                    <a:pt x="476" y="496"/>
                  </a:cubicBezTo>
                  <a:cubicBezTo>
                    <a:pt x="478" y="494"/>
                    <a:pt x="480" y="491"/>
                    <a:pt x="480" y="489"/>
                  </a:cubicBezTo>
                  <a:cubicBezTo>
                    <a:pt x="481" y="487"/>
                    <a:pt x="481" y="484"/>
                    <a:pt x="481" y="482"/>
                  </a:cubicBezTo>
                  <a:cubicBezTo>
                    <a:pt x="481" y="480"/>
                    <a:pt x="480" y="477"/>
                    <a:pt x="477" y="474"/>
                  </a:cubicBezTo>
                  <a:close/>
                  <a:moveTo>
                    <a:pt x="308" y="169"/>
                  </a:moveTo>
                  <a:cubicBezTo>
                    <a:pt x="309" y="169"/>
                    <a:pt x="309" y="169"/>
                    <a:pt x="309" y="169"/>
                  </a:cubicBezTo>
                  <a:cubicBezTo>
                    <a:pt x="310" y="169"/>
                    <a:pt x="310" y="169"/>
                    <a:pt x="311" y="170"/>
                  </a:cubicBezTo>
                  <a:cubicBezTo>
                    <a:pt x="311" y="171"/>
                    <a:pt x="312" y="171"/>
                    <a:pt x="312" y="172"/>
                  </a:cubicBezTo>
                  <a:cubicBezTo>
                    <a:pt x="313" y="173"/>
                    <a:pt x="314" y="174"/>
                    <a:pt x="315" y="175"/>
                  </a:cubicBezTo>
                  <a:cubicBezTo>
                    <a:pt x="316" y="176"/>
                    <a:pt x="317" y="176"/>
                    <a:pt x="318" y="177"/>
                  </a:cubicBezTo>
                  <a:cubicBezTo>
                    <a:pt x="319" y="178"/>
                    <a:pt x="320" y="179"/>
                    <a:pt x="322" y="179"/>
                  </a:cubicBezTo>
                  <a:cubicBezTo>
                    <a:pt x="324" y="179"/>
                    <a:pt x="325" y="180"/>
                    <a:pt x="326" y="180"/>
                  </a:cubicBezTo>
                  <a:cubicBezTo>
                    <a:pt x="327" y="181"/>
                    <a:pt x="328" y="182"/>
                    <a:pt x="328" y="184"/>
                  </a:cubicBezTo>
                  <a:cubicBezTo>
                    <a:pt x="329" y="186"/>
                    <a:pt x="328" y="188"/>
                    <a:pt x="327" y="190"/>
                  </a:cubicBezTo>
                  <a:cubicBezTo>
                    <a:pt x="326" y="192"/>
                    <a:pt x="325" y="193"/>
                    <a:pt x="323" y="193"/>
                  </a:cubicBezTo>
                  <a:cubicBezTo>
                    <a:pt x="319" y="192"/>
                    <a:pt x="315" y="189"/>
                    <a:pt x="310" y="183"/>
                  </a:cubicBezTo>
                  <a:cubicBezTo>
                    <a:pt x="306" y="177"/>
                    <a:pt x="305" y="173"/>
                    <a:pt x="308" y="169"/>
                  </a:cubicBezTo>
                  <a:close/>
                  <a:moveTo>
                    <a:pt x="269" y="47"/>
                  </a:moveTo>
                  <a:cubicBezTo>
                    <a:pt x="270" y="45"/>
                    <a:pt x="271" y="44"/>
                    <a:pt x="271" y="43"/>
                  </a:cubicBezTo>
                  <a:cubicBezTo>
                    <a:pt x="271" y="42"/>
                    <a:pt x="271" y="41"/>
                    <a:pt x="271" y="39"/>
                  </a:cubicBezTo>
                  <a:cubicBezTo>
                    <a:pt x="271" y="38"/>
                    <a:pt x="271" y="37"/>
                    <a:pt x="271" y="35"/>
                  </a:cubicBezTo>
                  <a:cubicBezTo>
                    <a:pt x="272" y="34"/>
                    <a:pt x="273" y="33"/>
                    <a:pt x="275" y="33"/>
                  </a:cubicBezTo>
                  <a:cubicBezTo>
                    <a:pt x="277" y="33"/>
                    <a:pt x="279" y="34"/>
                    <a:pt x="283" y="38"/>
                  </a:cubicBezTo>
                  <a:cubicBezTo>
                    <a:pt x="283" y="38"/>
                    <a:pt x="284" y="39"/>
                    <a:pt x="286" y="39"/>
                  </a:cubicBezTo>
                  <a:cubicBezTo>
                    <a:pt x="287" y="40"/>
                    <a:pt x="288" y="41"/>
                    <a:pt x="288" y="42"/>
                  </a:cubicBezTo>
                  <a:cubicBezTo>
                    <a:pt x="289" y="42"/>
                    <a:pt x="289" y="43"/>
                    <a:pt x="289" y="43"/>
                  </a:cubicBezTo>
                  <a:cubicBezTo>
                    <a:pt x="289" y="44"/>
                    <a:pt x="288" y="45"/>
                    <a:pt x="286" y="45"/>
                  </a:cubicBezTo>
                  <a:cubicBezTo>
                    <a:pt x="285" y="46"/>
                    <a:pt x="283" y="46"/>
                    <a:pt x="282" y="46"/>
                  </a:cubicBezTo>
                  <a:cubicBezTo>
                    <a:pt x="280" y="46"/>
                    <a:pt x="279" y="46"/>
                    <a:pt x="279" y="46"/>
                  </a:cubicBezTo>
                  <a:cubicBezTo>
                    <a:pt x="277" y="47"/>
                    <a:pt x="276" y="48"/>
                    <a:pt x="274" y="49"/>
                  </a:cubicBezTo>
                  <a:cubicBezTo>
                    <a:pt x="273" y="50"/>
                    <a:pt x="271" y="51"/>
                    <a:pt x="271" y="52"/>
                  </a:cubicBezTo>
                  <a:cubicBezTo>
                    <a:pt x="270" y="53"/>
                    <a:pt x="269" y="53"/>
                    <a:pt x="268" y="52"/>
                  </a:cubicBezTo>
                  <a:cubicBezTo>
                    <a:pt x="267" y="51"/>
                    <a:pt x="267" y="50"/>
                    <a:pt x="267" y="49"/>
                  </a:cubicBezTo>
                  <a:cubicBezTo>
                    <a:pt x="267" y="49"/>
                    <a:pt x="268" y="48"/>
                    <a:pt x="269" y="47"/>
                  </a:cubicBezTo>
                  <a:close/>
                  <a:moveTo>
                    <a:pt x="116" y="283"/>
                  </a:moveTo>
                  <a:cubicBezTo>
                    <a:pt x="118" y="281"/>
                    <a:pt x="119" y="280"/>
                    <a:pt x="119" y="279"/>
                  </a:cubicBezTo>
                  <a:cubicBezTo>
                    <a:pt x="120" y="278"/>
                    <a:pt x="121" y="276"/>
                    <a:pt x="121" y="275"/>
                  </a:cubicBezTo>
                  <a:cubicBezTo>
                    <a:pt x="122" y="273"/>
                    <a:pt x="122" y="271"/>
                    <a:pt x="122" y="271"/>
                  </a:cubicBezTo>
                  <a:cubicBezTo>
                    <a:pt x="123" y="270"/>
                    <a:pt x="124" y="269"/>
                    <a:pt x="124" y="270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6" y="272"/>
                    <a:pt x="126" y="272"/>
                    <a:pt x="126" y="272"/>
                  </a:cubicBezTo>
                  <a:cubicBezTo>
                    <a:pt x="126" y="272"/>
                    <a:pt x="126" y="273"/>
                    <a:pt x="125" y="273"/>
                  </a:cubicBezTo>
                  <a:cubicBezTo>
                    <a:pt x="125" y="274"/>
                    <a:pt x="125" y="274"/>
                    <a:pt x="125" y="275"/>
                  </a:cubicBezTo>
                  <a:cubicBezTo>
                    <a:pt x="125" y="275"/>
                    <a:pt x="125" y="276"/>
                    <a:pt x="124" y="277"/>
                  </a:cubicBezTo>
                  <a:cubicBezTo>
                    <a:pt x="124" y="277"/>
                    <a:pt x="124" y="278"/>
                    <a:pt x="124" y="279"/>
                  </a:cubicBezTo>
                  <a:cubicBezTo>
                    <a:pt x="123" y="281"/>
                    <a:pt x="122" y="283"/>
                    <a:pt x="120" y="284"/>
                  </a:cubicBezTo>
                  <a:cubicBezTo>
                    <a:pt x="118" y="286"/>
                    <a:pt x="117" y="287"/>
                    <a:pt x="116" y="287"/>
                  </a:cubicBezTo>
                  <a:cubicBezTo>
                    <a:pt x="115" y="286"/>
                    <a:pt x="115" y="285"/>
                    <a:pt x="116" y="283"/>
                  </a:cubicBezTo>
                  <a:close/>
                  <a:moveTo>
                    <a:pt x="323" y="478"/>
                  </a:moveTo>
                  <a:cubicBezTo>
                    <a:pt x="322" y="485"/>
                    <a:pt x="321" y="494"/>
                    <a:pt x="318" y="506"/>
                  </a:cubicBezTo>
                  <a:cubicBezTo>
                    <a:pt x="316" y="518"/>
                    <a:pt x="314" y="527"/>
                    <a:pt x="314" y="531"/>
                  </a:cubicBezTo>
                  <a:cubicBezTo>
                    <a:pt x="309" y="530"/>
                    <a:pt x="307" y="529"/>
                    <a:pt x="306" y="526"/>
                  </a:cubicBezTo>
                  <a:cubicBezTo>
                    <a:pt x="306" y="523"/>
                    <a:pt x="306" y="519"/>
                    <a:pt x="308" y="514"/>
                  </a:cubicBezTo>
                  <a:cubicBezTo>
                    <a:pt x="313" y="500"/>
                    <a:pt x="315" y="490"/>
                    <a:pt x="315" y="485"/>
                  </a:cubicBezTo>
                  <a:cubicBezTo>
                    <a:pt x="316" y="475"/>
                    <a:pt x="315" y="470"/>
                    <a:pt x="312" y="468"/>
                  </a:cubicBezTo>
                  <a:cubicBezTo>
                    <a:pt x="310" y="467"/>
                    <a:pt x="306" y="470"/>
                    <a:pt x="302" y="478"/>
                  </a:cubicBezTo>
                  <a:cubicBezTo>
                    <a:pt x="292" y="493"/>
                    <a:pt x="274" y="502"/>
                    <a:pt x="246" y="505"/>
                  </a:cubicBezTo>
                  <a:cubicBezTo>
                    <a:pt x="220" y="509"/>
                    <a:pt x="203" y="505"/>
                    <a:pt x="193" y="494"/>
                  </a:cubicBezTo>
                  <a:cubicBezTo>
                    <a:pt x="191" y="492"/>
                    <a:pt x="189" y="492"/>
                    <a:pt x="187" y="493"/>
                  </a:cubicBezTo>
                  <a:cubicBezTo>
                    <a:pt x="185" y="494"/>
                    <a:pt x="183" y="495"/>
                    <a:pt x="183" y="496"/>
                  </a:cubicBezTo>
                  <a:cubicBezTo>
                    <a:pt x="183" y="496"/>
                    <a:pt x="183" y="497"/>
                    <a:pt x="183" y="498"/>
                  </a:cubicBezTo>
                  <a:cubicBezTo>
                    <a:pt x="184" y="499"/>
                    <a:pt x="185" y="500"/>
                    <a:pt x="186" y="502"/>
                  </a:cubicBezTo>
                  <a:cubicBezTo>
                    <a:pt x="188" y="503"/>
                    <a:pt x="189" y="505"/>
                    <a:pt x="190" y="507"/>
                  </a:cubicBezTo>
                  <a:cubicBezTo>
                    <a:pt x="198" y="521"/>
                    <a:pt x="197" y="531"/>
                    <a:pt x="188" y="536"/>
                  </a:cubicBezTo>
                  <a:cubicBezTo>
                    <a:pt x="188" y="526"/>
                    <a:pt x="187" y="519"/>
                    <a:pt x="185" y="514"/>
                  </a:cubicBezTo>
                  <a:cubicBezTo>
                    <a:pt x="184" y="508"/>
                    <a:pt x="181" y="503"/>
                    <a:pt x="176" y="497"/>
                  </a:cubicBezTo>
                  <a:cubicBezTo>
                    <a:pt x="172" y="490"/>
                    <a:pt x="169" y="486"/>
                    <a:pt x="167" y="483"/>
                  </a:cubicBezTo>
                  <a:cubicBezTo>
                    <a:pt x="174" y="482"/>
                    <a:pt x="178" y="479"/>
                    <a:pt x="182" y="475"/>
                  </a:cubicBezTo>
                  <a:cubicBezTo>
                    <a:pt x="185" y="471"/>
                    <a:pt x="186" y="466"/>
                    <a:pt x="186" y="462"/>
                  </a:cubicBezTo>
                  <a:cubicBezTo>
                    <a:pt x="186" y="457"/>
                    <a:pt x="184" y="453"/>
                    <a:pt x="181" y="450"/>
                  </a:cubicBezTo>
                  <a:cubicBezTo>
                    <a:pt x="179" y="448"/>
                    <a:pt x="169" y="440"/>
                    <a:pt x="151" y="425"/>
                  </a:cubicBezTo>
                  <a:cubicBezTo>
                    <a:pt x="134" y="411"/>
                    <a:pt x="123" y="402"/>
                    <a:pt x="118" y="397"/>
                  </a:cubicBezTo>
                  <a:cubicBezTo>
                    <a:pt x="117" y="396"/>
                    <a:pt x="115" y="394"/>
                    <a:pt x="111" y="391"/>
                  </a:cubicBezTo>
                  <a:cubicBezTo>
                    <a:pt x="107" y="387"/>
                    <a:pt x="104" y="384"/>
                    <a:pt x="103" y="382"/>
                  </a:cubicBezTo>
                  <a:cubicBezTo>
                    <a:pt x="93" y="360"/>
                    <a:pt x="92" y="343"/>
                    <a:pt x="100" y="329"/>
                  </a:cubicBezTo>
                  <a:cubicBezTo>
                    <a:pt x="101" y="328"/>
                    <a:pt x="101" y="328"/>
                    <a:pt x="101" y="328"/>
                  </a:cubicBezTo>
                  <a:cubicBezTo>
                    <a:pt x="102" y="328"/>
                    <a:pt x="102" y="329"/>
                    <a:pt x="101" y="333"/>
                  </a:cubicBezTo>
                  <a:cubicBezTo>
                    <a:pt x="100" y="339"/>
                    <a:pt x="100" y="345"/>
                    <a:pt x="100" y="351"/>
                  </a:cubicBezTo>
                  <a:cubicBezTo>
                    <a:pt x="101" y="364"/>
                    <a:pt x="105" y="374"/>
                    <a:pt x="111" y="381"/>
                  </a:cubicBezTo>
                  <a:cubicBezTo>
                    <a:pt x="116" y="385"/>
                    <a:pt x="119" y="385"/>
                    <a:pt x="121" y="380"/>
                  </a:cubicBezTo>
                  <a:cubicBezTo>
                    <a:pt x="122" y="378"/>
                    <a:pt x="122" y="372"/>
                    <a:pt x="122" y="361"/>
                  </a:cubicBezTo>
                  <a:cubicBezTo>
                    <a:pt x="122" y="350"/>
                    <a:pt x="122" y="343"/>
                    <a:pt x="123" y="339"/>
                  </a:cubicBezTo>
                  <a:cubicBezTo>
                    <a:pt x="124" y="327"/>
                    <a:pt x="129" y="313"/>
                    <a:pt x="138" y="295"/>
                  </a:cubicBezTo>
                  <a:cubicBezTo>
                    <a:pt x="146" y="277"/>
                    <a:pt x="153" y="268"/>
                    <a:pt x="158" y="266"/>
                  </a:cubicBezTo>
                  <a:cubicBezTo>
                    <a:pt x="154" y="260"/>
                    <a:pt x="152" y="254"/>
                    <a:pt x="154" y="247"/>
                  </a:cubicBezTo>
                  <a:cubicBezTo>
                    <a:pt x="155" y="239"/>
                    <a:pt x="157" y="233"/>
                    <a:pt x="161" y="228"/>
                  </a:cubicBezTo>
                  <a:cubicBezTo>
                    <a:pt x="164" y="223"/>
                    <a:pt x="167" y="217"/>
                    <a:pt x="170" y="211"/>
                  </a:cubicBezTo>
                  <a:cubicBezTo>
                    <a:pt x="173" y="204"/>
                    <a:pt x="175" y="198"/>
                    <a:pt x="175" y="193"/>
                  </a:cubicBezTo>
                  <a:cubicBezTo>
                    <a:pt x="175" y="191"/>
                    <a:pt x="175" y="190"/>
                    <a:pt x="175" y="190"/>
                  </a:cubicBezTo>
                  <a:cubicBezTo>
                    <a:pt x="176" y="188"/>
                    <a:pt x="178" y="190"/>
                    <a:pt x="183" y="197"/>
                  </a:cubicBezTo>
                  <a:cubicBezTo>
                    <a:pt x="192" y="210"/>
                    <a:pt x="198" y="217"/>
                    <a:pt x="203" y="220"/>
                  </a:cubicBezTo>
                  <a:cubicBezTo>
                    <a:pt x="207" y="222"/>
                    <a:pt x="212" y="222"/>
                    <a:pt x="218" y="219"/>
                  </a:cubicBezTo>
                  <a:cubicBezTo>
                    <a:pt x="224" y="217"/>
                    <a:pt x="231" y="212"/>
                    <a:pt x="239" y="206"/>
                  </a:cubicBezTo>
                  <a:cubicBezTo>
                    <a:pt x="247" y="200"/>
                    <a:pt x="255" y="195"/>
                    <a:pt x="260" y="192"/>
                  </a:cubicBezTo>
                  <a:cubicBezTo>
                    <a:pt x="261" y="192"/>
                    <a:pt x="262" y="191"/>
                    <a:pt x="263" y="191"/>
                  </a:cubicBezTo>
                  <a:cubicBezTo>
                    <a:pt x="265" y="190"/>
                    <a:pt x="266" y="189"/>
                    <a:pt x="267" y="189"/>
                  </a:cubicBezTo>
                  <a:cubicBezTo>
                    <a:pt x="267" y="189"/>
                    <a:pt x="268" y="188"/>
                    <a:pt x="269" y="188"/>
                  </a:cubicBezTo>
                  <a:cubicBezTo>
                    <a:pt x="271" y="187"/>
                    <a:pt x="272" y="186"/>
                    <a:pt x="272" y="186"/>
                  </a:cubicBezTo>
                  <a:cubicBezTo>
                    <a:pt x="273" y="186"/>
                    <a:pt x="273" y="185"/>
                    <a:pt x="274" y="185"/>
                  </a:cubicBezTo>
                  <a:cubicBezTo>
                    <a:pt x="275" y="184"/>
                    <a:pt x="275" y="183"/>
                    <a:pt x="275" y="183"/>
                  </a:cubicBezTo>
                  <a:cubicBezTo>
                    <a:pt x="276" y="182"/>
                    <a:pt x="276" y="182"/>
                    <a:pt x="276" y="182"/>
                  </a:cubicBezTo>
                  <a:cubicBezTo>
                    <a:pt x="275" y="180"/>
                    <a:pt x="274" y="178"/>
                    <a:pt x="273" y="178"/>
                  </a:cubicBezTo>
                  <a:cubicBezTo>
                    <a:pt x="272" y="178"/>
                    <a:pt x="270" y="178"/>
                    <a:pt x="267" y="179"/>
                  </a:cubicBezTo>
                  <a:cubicBezTo>
                    <a:pt x="265" y="180"/>
                    <a:pt x="263" y="181"/>
                    <a:pt x="260" y="183"/>
                  </a:cubicBezTo>
                  <a:cubicBezTo>
                    <a:pt x="257" y="184"/>
                    <a:pt x="254" y="186"/>
                    <a:pt x="250" y="188"/>
                  </a:cubicBezTo>
                  <a:cubicBezTo>
                    <a:pt x="247" y="190"/>
                    <a:pt x="243" y="192"/>
                    <a:pt x="240" y="194"/>
                  </a:cubicBezTo>
                  <a:cubicBezTo>
                    <a:pt x="236" y="195"/>
                    <a:pt x="232" y="197"/>
                    <a:pt x="228" y="198"/>
                  </a:cubicBezTo>
                  <a:cubicBezTo>
                    <a:pt x="224" y="199"/>
                    <a:pt x="220" y="200"/>
                    <a:pt x="217" y="200"/>
                  </a:cubicBezTo>
                  <a:cubicBezTo>
                    <a:pt x="208" y="200"/>
                    <a:pt x="201" y="198"/>
                    <a:pt x="196" y="193"/>
                  </a:cubicBezTo>
                  <a:cubicBezTo>
                    <a:pt x="192" y="190"/>
                    <a:pt x="191" y="188"/>
                    <a:pt x="190" y="187"/>
                  </a:cubicBezTo>
                  <a:cubicBezTo>
                    <a:pt x="190" y="186"/>
                    <a:pt x="191" y="186"/>
                    <a:pt x="193" y="187"/>
                  </a:cubicBezTo>
                  <a:cubicBezTo>
                    <a:pt x="205" y="188"/>
                    <a:pt x="213" y="188"/>
                    <a:pt x="218" y="187"/>
                  </a:cubicBezTo>
                  <a:cubicBezTo>
                    <a:pt x="224" y="186"/>
                    <a:pt x="231" y="184"/>
                    <a:pt x="240" y="180"/>
                  </a:cubicBezTo>
                  <a:cubicBezTo>
                    <a:pt x="242" y="179"/>
                    <a:pt x="247" y="177"/>
                    <a:pt x="255" y="174"/>
                  </a:cubicBezTo>
                  <a:cubicBezTo>
                    <a:pt x="262" y="171"/>
                    <a:pt x="268" y="168"/>
                    <a:pt x="272" y="167"/>
                  </a:cubicBezTo>
                  <a:cubicBezTo>
                    <a:pt x="275" y="166"/>
                    <a:pt x="277" y="165"/>
                    <a:pt x="278" y="164"/>
                  </a:cubicBezTo>
                  <a:cubicBezTo>
                    <a:pt x="279" y="163"/>
                    <a:pt x="279" y="161"/>
                    <a:pt x="279" y="160"/>
                  </a:cubicBezTo>
                  <a:cubicBezTo>
                    <a:pt x="278" y="159"/>
                    <a:pt x="278" y="158"/>
                    <a:pt x="277" y="158"/>
                  </a:cubicBezTo>
                  <a:cubicBezTo>
                    <a:pt x="274" y="156"/>
                    <a:pt x="272" y="157"/>
                    <a:pt x="270" y="160"/>
                  </a:cubicBezTo>
                  <a:cubicBezTo>
                    <a:pt x="269" y="162"/>
                    <a:pt x="267" y="164"/>
                    <a:pt x="264" y="166"/>
                  </a:cubicBezTo>
                  <a:cubicBezTo>
                    <a:pt x="260" y="167"/>
                    <a:pt x="257" y="169"/>
                    <a:pt x="254" y="170"/>
                  </a:cubicBezTo>
                  <a:cubicBezTo>
                    <a:pt x="251" y="171"/>
                    <a:pt x="248" y="172"/>
                    <a:pt x="243" y="173"/>
                  </a:cubicBezTo>
                  <a:cubicBezTo>
                    <a:pt x="239" y="174"/>
                    <a:pt x="237" y="175"/>
                    <a:pt x="236" y="175"/>
                  </a:cubicBezTo>
                  <a:cubicBezTo>
                    <a:pt x="225" y="179"/>
                    <a:pt x="214" y="180"/>
                    <a:pt x="204" y="180"/>
                  </a:cubicBezTo>
                  <a:cubicBezTo>
                    <a:pt x="199" y="180"/>
                    <a:pt x="196" y="179"/>
                    <a:pt x="193" y="178"/>
                  </a:cubicBezTo>
                  <a:cubicBezTo>
                    <a:pt x="190" y="177"/>
                    <a:pt x="188" y="175"/>
                    <a:pt x="187" y="174"/>
                  </a:cubicBezTo>
                  <a:cubicBezTo>
                    <a:pt x="186" y="172"/>
                    <a:pt x="184" y="170"/>
                    <a:pt x="182" y="168"/>
                  </a:cubicBezTo>
                  <a:cubicBezTo>
                    <a:pt x="180" y="165"/>
                    <a:pt x="177" y="163"/>
                    <a:pt x="174" y="162"/>
                  </a:cubicBezTo>
                  <a:cubicBezTo>
                    <a:pt x="172" y="161"/>
                    <a:pt x="171" y="159"/>
                    <a:pt x="172" y="156"/>
                  </a:cubicBezTo>
                  <a:cubicBezTo>
                    <a:pt x="172" y="153"/>
                    <a:pt x="174" y="150"/>
                    <a:pt x="176" y="147"/>
                  </a:cubicBezTo>
                  <a:cubicBezTo>
                    <a:pt x="177" y="147"/>
                    <a:pt x="179" y="146"/>
                    <a:pt x="183" y="143"/>
                  </a:cubicBezTo>
                  <a:cubicBezTo>
                    <a:pt x="187" y="141"/>
                    <a:pt x="190" y="139"/>
                    <a:pt x="192" y="136"/>
                  </a:cubicBezTo>
                  <a:cubicBezTo>
                    <a:pt x="194" y="133"/>
                    <a:pt x="197" y="130"/>
                    <a:pt x="201" y="127"/>
                  </a:cubicBezTo>
                  <a:cubicBezTo>
                    <a:pt x="202" y="126"/>
                    <a:pt x="202" y="124"/>
                    <a:pt x="202" y="120"/>
                  </a:cubicBezTo>
                  <a:cubicBezTo>
                    <a:pt x="202" y="116"/>
                    <a:pt x="201" y="112"/>
                    <a:pt x="199" y="108"/>
                  </a:cubicBezTo>
                  <a:cubicBezTo>
                    <a:pt x="197" y="103"/>
                    <a:pt x="194" y="101"/>
                    <a:pt x="190" y="101"/>
                  </a:cubicBezTo>
                  <a:cubicBezTo>
                    <a:pt x="185" y="101"/>
                    <a:pt x="182" y="102"/>
                    <a:pt x="180" y="105"/>
                  </a:cubicBezTo>
                  <a:cubicBezTo>
                    <a:pt x="178" y="109"/>
                    <a:pt x="177" y="112"/>
                    <a:pt x="177" y="117"/>
                  </a:cubicBezTo>
                  <a:cubicBezTo>
                    <a:pt x="177" y="121"/>
                    <a:pt x="178" y="125"/>
                    <a:pt x="180" y="128"/>
                  </a:cubicBezTo>
                  <a:cubicBezTo>
                    <a:pt x="182" y="131"/>
                    <a:pt x="183" y="132"/>
                    <a:pt x="185" y="132"/>
                  </a:cubicBezTo>
                  <a:cubicBezTo>
                    <a:pt x="187" y="132"/>
                    <a:pt x="188" y="133"/>
                    <a:pt x="187" y="135"/>
                  </a:cubicBezTo>
                  <a:cubicBezTo>
                    <a:pt x="186" y="137"/>
                    <a:pt x="184" y="139"/>
                    <a:pt x="182" y="139"/>
                  </a:cubicBezTo>
                  <a:cubicBezTo>
                    <a:pt x="180" y="140"/>
                    <a:pt x="179" y="138"/>
                    <a:pt x="177" y="135"/>
                  </a:cubicBezTo>
                  <a:cubicBezTo>
                    <a:pt x="175" y="132"/>
                    <a:pt x="174" y="128"/>
                    <a:pt x="173" y="123"/>
                  </a:cubicBezTo>
                  <a:cubicBezTo>
                    <a:pt x="172" y="118"/>
                    <a:pt x="172" y="115"/>
                    <a:pt x="172" y="111"/>
                  </a:cubicBezTo>
                  <a:cubicBezTo>
                    <a:pt x="172" y="105"/>
                    <a:pt x="174" y="99"/>
                    <a:pt x="177" y="93"/>
                  </a:cubicBezTo>
                  <a:cubicBezTo>
                    <a:pt x="180" y="87"/>
                    <a:pt x="184" y="84"/>
                    <a:pt x="190" y="84"/>
                  </a:cubicBezTo>
                  <a:cubicBezTo>
                    <a:pt x="196" y="84"/>
                    <a:pt x="201" y="88"/>
                    <a:pt x="204" y="95"/>
                  </a:cubicBezTo>
                  <a:cubicBezTo>
                    <a:pt x="208" y="102"/>
                    <a:pt x="210" y="111"/>
                    <a:pt x="209" y="123"/>
                  </a:cubicBezTo>
                  <a:cubicBezTo>
                    <a:pt x="210" y="125"/>
                    <a:pt x="212" y="125"/>
                    <a:pt x="214" y="125"/>
                  </a:cubicBezTo>
                  <a:cubicBezTo>
                    <a:pt x="217" y="124"/>
                    <a:pt x="220" y="124"/>
                    <a:pt x="225" y="125"/>
                  </a:cubicBezTo>
                  <a:cubicBezTo>
                    <a:pt x="229" y="125"/>
                    <a:pt x="232" y="126"/>
                    <a:pt x="234" y="128"/>
                  </a:cubicBezTo>
                  <a:cubicBezTo>
                    <a:pt x="234" y="128"/>
                    <a:pt x="234" y="126"/>
                    <a:pt x="234" y="123"/>
                  </a:cubicBezTo>
                  <a:cubicBezTo>
                    <a:pt x="230" y="97"/>
                    <a:pt x="240" y="82"/>
                    <a:pt x="262" y="81"/>
                  </a:cubicBezTo>
                  <a:cubicBezTo>
                    <a:pt x="266" y="81"/>
                    <a:pt x="269" y="82"/>
                    <a:pt x="271" y="83"/>
                  </a:cubicBezTo>
                  <a:cubicBezTo>
                    <a:pt x="273" y="84"/>
                    <a:pt x="276" y="86"/>
                    <a:pt x="278" y="88"/>
                  </a:cubicBezTo>
                  <a:cubicBezTo>
                    <a:pt x="281" y="90"/>
                    <a:pt x="283" y="93"/>
                    <a:pt x="285" y="98"/>
                  </a:cubicBezTo>
                  <a:cubicBezTo>
                    <a:pt x="287" y="102"/>
                    <a:pt x="288" y="107"/>
                    <a:pt x="289" y="113"/>
                  </a:cubicBezTo>
                  <a:cubicBezTo>
                    <a:pt x="289" y="125"/>
                    <a:pt x="289" y="125"/>
                    <a:pt x="289" y="125"/>
                  </a:cubicBezTo>
                  <a:cubicBezTo>
                    <a:pt x="289" y="132"/>
                    <a:pt x="288" y="136"/>
                    <a:pt x="285" y="136"/>
                  </a:cubicBezTo>
                  <a:cubicBezTo>
                    <a:pt x="281" y="138"/>
                    <a:pt x="278" y="138"/>
                    <a:pt x="276" y="136"/>
                  </a:cubicBezTo>
                  <a:cubicBezTo>
                    <a:pt x="274" y="135"/>
                    <a:pt x="274" y="132"/>
                    <a:pt x="276" y="128"/>
                  </a:cubicBezTo>
                  <a:cubicBezTo>
                    <a:pt x="278" y="123"/>
                    <a:pt x="278" y="116"/>
                    <a:pt x="275" y="110"/>
                  </a:cubicBezTo>
                  <a:cubicBezTo>
                    <a:pt x="272" y="103"/>
                    <a:pt x="267" y="99"/>
                    <a:pt x="259" y="100"/>
                  </a:cubicBezTo>
                  <a:cubicBezTo>
                    <a:pt x="254" y="100"/>
                    <a:pt x="250" y="103"/>
                    <a:pt x="248" y="109"/>
                  </a:cubicBezTo>
                  <a:cubicBezTo>
                    <a:pt x="245" y="114"/>
                    <a:pt x="244" y="119"/>
                    <a:pt x="245" y="125"/>
                  </a:cubicBezTo>
                  <a:cubicBezTo>
                    <a:pt x="246" y="130"/>
                    <a:pt x="247" y="133"/>
                    <a:pt x="248" y="133"/>
                  </a:cubicBezTo>
                  <a:cubicBezTo>
                    <a:pt x="250" y="133"/>
                    <a:pt x="253" y="135"/>
                    <a:pt x="260" y="138"/>
                  </a:cubicBezTo>
                  <a:cubicBezTo>
                    <a:pt x="266" y="141"/>
                    <a:pt x="271" y="143"/>
                    <a:pt x="274" y="144"/>
                  </a:cubicBezTo>
                  <a:cubicBezTo>
                    <a:pt x="282" y="145"/>
                    <a:pt x="287" y="148"/>
                    <a:pt x="288" y="152"/>
                  </a:cubicBezTo>
                  <a:cubicBezTo>
                    <a:pt x="289" y="155"/>
                    <a:pt x="288" y="160"/>
                    <a:pt x="286" y="167"/>
                  </a:cubicBezTo>
                  <a:cubicBezTo>
                    <a:pt x="284" y="174"/>
                    <a:pt x="284" y="180"/>
                    <a:pt x="284" y="184"/>
                  </a:cubicBezTo>
                  <a:cubicBezTo>
                    <a:pt x="285" y="189"/>
                    <a:pt x="287" y="193"/>
                    <a:pt x="289" y="197"/>
                  </a:cubicBezTo>
                  <a:cubicBezTo>
                    <a:pt x="292" y="200"/>
                    <a:pt x="294" y="204"/>
                    <a:pt x="297" y="207"/>
                  </a:cubicBezTo>
                  <a:cubicBezTo>
                    <a:pt x="299" y="210"/>
                    <a:pt x="302" y="216"/>
                    <a:pt x="306" y="225"/>
                  </a:cubicBezTo>
                  <a:cubicBezTo>
                    <a:pt x="310" y="233"/>
                    <a:pt x="313" y="244"/>
                    <a:pt x="316" y="257"/>
                  </a:cubicBezTo>
                  <a:cubicBezTo>
                    <a:pt x="316" y="258"/>
                    <a:pt x="317" y="258"/>
                    <a:pt x="318" y="260"/>
                  </a:cubicBezTo>
                  <a:cubicBezTo>
                    <a:pt x="319" y="261"/>
                    <a:pt x="321" y="262"/>
                    <a:pt x="322" y="264"/>
                  </a:cubicBezTo>
                  <a:cubicBezTo>
                    <a:pt x="324" y="266"/>
                    <a:pt x="325" y="269"/>
                    <a:pt x="327" y="272"/>
                  </a:cubicBezTo>
                  <a:cubicBezTo>
                    <a:pt x="329" y="275"/>
                    <a:pt x="331" y="280"/>
                    <a:pt x="333" y="286"/>
                  </a:cubicBezTo>
                  <a:cubicBezTo>
                    <a:pt x="335" y="293"/>
                    <a:pt x="338" y="300"/>
                    <a:pt x="339" y="308"/>
                  </a:cubicBezTo>
                  <a:cubicBezTo>
                    <a:pt x="342" y="318"/>
                    <a:pt x="343" y="329"/>
                    <a:pt x="343" y="342"/>
                  </a:cubicBezTo>
                  <a:cubicBezTo>
                    <a:pt x="343" y="355"/>
                    <a:pt x="344" y="364"/>
                    <a:pt x="346" y="368"/>
                  </a:cubicBezTo>
                  <a:cubicBezTo>
                    <a:pt x="347" y="373"/>
                    <a:pt x="351" y="375"/>
                    <a:pt x="358" y="374"/>
                  </a:cubicBezTo>
                  <a:cubicBezTo>
                    <a:pt x="366" y="374"/>
                    <a:pt x="371" y="369"/>
                    <a:pt x="374" y="361"/>
                  </a:cubicBezTo>
                  <a:cubicBezTo>
                    <a:pt x="380" y="336"/>
                    <a:pt x="375" y="307"/>
                    <a:pt x="356" y="273"/>
                  </a:cubicBezTo>
                  <a:cubicBezTo>
                    <a:pt x="350" y="260"/>
                    <a:pt x="344" y="251"/>
                    <a:pt x="338" y="247"/>
                  </a:cubicBezTo>
                  <a:cubicBezTo>
                    <a:pt x="346" y="251"/>
                    <a:pt x="353" y="259"/>
                    <a:pt x="361" y="271"/>
                  </a:cubicBezTo>
                  <a:cubicBezTo>
                    <a:pt x="369" y="282"/>
                    <a:pt x="374" y="293"/>
                    <a:pt x="376" y="303"/>
                  </a:cubicBezTo>
                  <a:cubicBezTo>
                    <a:pt x="376" y="304"/>
                    <a:pt x="377" y="307"/>
                    <a:pt x="378" y="311"/>
                  </a:cubicBezTo>
                  <a:cubicBezTo>
                    <a:pt x="379" y="316"/>
                    <a:pt x="379" y="319"/>
                    <a:pt x="379" y="319"/>
                  </a:cubicBezTo>
                  <a:cubicBezTo>
                    <a:pt x="379" y="320"/>
                    <a:pt x="380" y="322"/>
                    <a:pt x="381" y="326"/>
                  </a:cubicBezTo>
                  <a:cubicBezTo>
                    <a:pt x="381" y="329"/>
                    <a:pt x="382" y="332"/>
                    <a:pt x="382" y="333"/>
                  </a:cubicBezTo>
                  <a:cubicBezTo>
                    <a:pt x="382" y="334"/>
                    <a:pt x="382" y="336"/>
                    <a:pt x="382" y="339"/>
                  </a:cubicBezTo>
                  <a:cubicBezTo>
                    <a:pt x="382" y="342"/>
                    <a:pt x="382" y="344"/>
                    <a:pt x="382" y="346"/>
                  </a:cubicBezTo>
                  <a:cubicBezTo>
                    <a:pt x="382" y="348"/>
                    <a:pt x="381" y="350"/>
                    <a:pt x="381" y="353"/>
                  </a:cubicBezTo>
                  <a:cubicBezTo>
                    <a:pt x="381" y="356"/>
                    <a:pt x="380" y="358"/>
                    <a:pt x="379" y="361"/>
                  </a:cubicBezTo>
                  <a:cubicBezTo>
                    <a:pt x="379" y="364"/>
                    <a:pt x="378" y="367"/>
                    <a:pt x="377" y="370"/>
                  </a:cubicBezTo>
                  <a:cubicBezTo>
                    <a:pt x="389" y="375"/>
                    <a:pt x="394" y="379"/>
                    <a:pt x="394" y="383"/>
                  </a:cubicBezTo>
                  <a:cubicBezTo>
                    <a:pt x="390" y="379"/>
                    <a:pt x="384" y="377"/>
                    <a:pt x="375" y="376"/>
                  </a:cubicBezTo>
                  <a:cubicBezTo>
                    <a:pt x="367" y="375"/>
                    <a:pt x="360" y="376"/>
                    <a:pt x="353" y="379"/>
                  </a:cubicBezTo>
                  <a:cubicBezTo>
                    <a:pt x="345" y="383"/>
                    <a:pt x="342" y="388"/>
                    <a:pt x="342" y="396"/>
                  </a:cubicBezTo>
                  <a:cubicBezTo>
                    <a:pt x="334" y="396"/>
                    <a:pt x="329" y="398"/>
                    <a:pt x="326" y="402"/>
                  </a:cubicBezTo>
                  <a:cubicBezTo>
                    <a:pt x="321" y="407"/>
                    <a:pt x="318" y="415"/>
                    <a:pt x="318" y="424"/>
                  </a:cubicBezTo>
                  <a:cubicBezTo>
                    <a:pt x="318" y="433"/>
                    <a:pt x="319" y="444"/>
                    <a:pt x="321" y="455"/>
                  </a:cubicBezTo>
                  <a:cubicBezTo>
                    <a:pt x="322" y="466"/>
                    <a:pt x="323" y="473"/>
                    <a:pt x="323" y="478"/>
                  </a:cubicBezTo>
                  <a:close/>
                  <a:moveTo>
                    <a:pt x="190" y="112"/>
                  </a:moveTo>
                  <a:cubicBezTo>
                    <a:pt x="190" y="112"/>
                    <a:pt x="189" y="111"/>
                    <a:pt x="189" y="110"/>
                  </a:cubicBezTo>
                  <a:cubicBezTo>
                    <a:pt x="189" y="108"/>
                    <a:pt x="190" y="107"/>
                    <a:pt x="192" y="108"/>
                  </a:cubicBezTo>
                  <a:cubicBezTo>
                    <a:pt x="193" y="108"/>
                    <a:pt x="194" y="110"/>
                    <a:pt x="195" y="112"/>
                  </a:cubicBezTo>
                  <a:cubicBezTo>
                    <a:pt x="196" y="115"/>
                    <a:pt x="197" y="118"/>
                    <a:pt x="196" y="122"/>
                  </a:cubicBezTo>
                  <a:cubicBezTo>
                    <a:pt x="196" y="122"/>
                    <a:pt x="196" y="123"/>
                    <a:pt x="195" y="123"/>
                  </a:cubicBezTo>
                  <a:cubicBezTo>
                    <a:pt x="193" y="123"/>
                    <a:pt x="192" y="121"/>
                    <a:pt x="193" y="116"/>
                  </a:cubicBezTo>
                  <a:cubicBezTo>
                    <a:pt x="193" y="113"/>
                    <a:pt x="192" y="112"/>
                    <a:pt x="190" y="112"/>
                  </a:cubicBezTo>
                  <a:close/>
                  <a:moveTo>
                    <a:pt x="272" y="117"/>
                  </a:moveTo>
                  <a:cubicBezTo>
                    <a:pt x="272" y="118"/>
                    <a:pt x="272" y="118"/>
                    <a:pt x="272" y="118"/>
                  </a:cubicBezTo>
                  <a:cubicBezTo>
                    <a:pt x="270" y="119"/>
                    <a:pt x="269" y="119"/>
                    <a:pt x="269" y="118"/>
                  </a:cubicBezTo>
                  <a:cubicBezTo>
                    <a:pt x="268" y="113"/>
                    <a:pt x="266" y="109"/>
                    <a:pt x="263" y="109"/>
                  </a:cubicBezTo>
                  <a:cubicBezTo>
                    <a:pt x="262" y="108"/>
                    <a:pt x="262" y="108"/>
                    <a:pt x="262" y="108"/>
                  </a:cubicBezTo>
                  <a:cubicBezTo>
                    <a:pt x="261" y="107"/>
                    <a:pt x="261" y="106"/>
                    <a:pt x="264" y="106"/>
                  </a:cubicBezTo>
                  <a:cubicBezTo>
                    <a:pt x="265" y="106"/>
                    <a:pt x="266" y="106"/>
                    <a:pt x="267" y="107"/>
                  </a:cubicBezTo>
                  <a:cubicBezTo>
                    <a:pt x="268" y="107"/>
                    <a:pt x="270" y="109"/>
                    <a:pt x="271" y="111"/>
                  </a:cubicBezTo>
                  <a:cubicBezTo>
                    <a:pt x="272" y="112"/>
                    <a:pt x="272" y="114"/>
                    <a:pt x="272" y="117"/>
                  </a:cubicBezTo>
                  <a:close/>
                  <a:moveTo>
                    <a:pt x="272" y="117"/>
                  </a:moveTo>
                  <a:cubicBezTo>
                    <a:pt x="272" y="117"/>
                    <a:pt x="272" y="117"/>
                    <a:pt x="272" y="11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5" name="Google Shape;1595;p35"/>
            <p:cNvSpPr/>
            <p:nvPr/>
          </p:nvSpPr>
          <p:spPr>
            <a:xfrm>
              <a:off x="9815513" y="-2081213"/>
              <a:ext cx="12700" cy="9525"/>
            </a:xfrm>
            <a:custGeom>
              <a:avLst/>
              <a:gdLst/>
              <a:ahLst/>
              <a:cxnLst/>
              <a:rect l="l" t="t" r="r" b="b"/>
              <a:pathLst>
                <a:path w="9" h="7" extrusionOk="0">
                  <a:moveTo>
                    <a:pt x="0" y="5"/>
                  </a:moveTo>
                  <a:cubicBezTo>
                    <a:pt x="0" y="6"/>
                    <a:pt x="0" y="7"/>
                    <a:pt x="1" y="7"/>
                  </a:cubicBezTo>
                  <a:cubicBezTo>
                    <a:pt x="2" y="7"/>
                    <a:pt x="3" y="6"/>
                    <a:pt x="4" y="4"/>
                  </a:cubicBezTo>
                  <a:cubicBezTo>
                    <a:pt x="5" y="2"/>
                    <a:pt x="6" y="1"/>
                    <a:pt x="9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1"/>
                    <a:pt x="0" y="3"/>
                    <a:pt x="0" y="5"/>
                  </a:cubicBezTo>
                  <a:close/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6" name="Google Shape;1596;p35"/>
            <p:cNvSpPr/>
            <p:nvPr/>
          </p:nvSpPr>
          <p:spPr>
            <a:xfrm>
              <a:off x="9850438" y="-2081213"/>
              <a:ext cx="14288" cy="6350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0" y="2"/>
                  </a:moveTo>
                  <a:cubicBezTo>
                    <a:pt x="2" y="2"/>
                    <a:pt x="4" y="2"/>
                    <a:pt x="6" y="4"/>
                  </a:cubicBezTo>
                  <a:cubicBezTo>
                    <a:pt x="7" y="5"/>
                    <a:pt x="8" y="6"/>
                    <a:pt x="9" y="6"/>
                  </a:cubicBezTo>
                  <a:cubicBezTo>
                    <a:pt x="10" y="5"/>
                    <a:pt x="11" y="4"/>
                    <a:pt x="10" y="3"/>
                  </a:cubicBezTo>
                  <a:cubicBezTo>
                    <a:pt x="8" y="0"/>
                    <a:pt x="5" y="0"/>
                    <a:pt x="0" y="2"/>
                  </a:cubicBezTo>
                  <a:close/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07" name="Google Shape;1597;p35"/>
          <p:cNvSpPr/>
          <p:nvPr/>
        </p:nvSpPr>
        <p:spPr>
          <a:xfrm>
            <a:off x="5440790" y="5087630"/>
            <a:ext cx="495926" cy="477315"/>
          </a:xfrm>
          <a:custGeom>
            <a:avLst/>
            <a:gdLst/>
            <a:ahLst/>
            <a:cxnLst/>
            <a:rect l="l" t="t" r="r" b="b"/>
            <a:pathLst>
              <a:path w="567" h="546" extrusionOk="0">
                <a:moveTo>
                  <a:pt x="284" y="0"/>
                </a:moveTo>
                <a:cubicBezTo>
                  <a:pt x="127" y="0"/>
                  <a:pt x="0" y="125"/>
                  <a:pt x="0" y="279"/>
                </a:cubicBezTo>
                <a:cubicBezTo>
                  <a:pt x="0" y="402"/>
                  <a:pt x="82" y="506"/>
                  <a:pt x="194" y="543"/>
                </a:cubicBezTo>
                <a:cubicBezTo>
                  <a:pt x="208" y="546"/>
                  <a:pt x="214" y="537"/>
                  <a:pt x="214" y="530"/>
                </a:cubicBezTo>
                <a:cubicBezTo>
                  <a:pt x="214" y="523"/>
                  <a:pt x="213" y="506"/>
                  <a:pt x="213" y="483"/>
                </a:cubicBezTo>
                <a:cubicBezTo>
                  <a:pt x="134" y="499"/>
                  <a:pt x="118" y="445"/>
                  <a:pt x="118" y="445"/>
                </a:cubicBezTo>
                <a:cubicBezTo>
                  <a:pt x="105" y="413"/>
                  <a:pt x="86" y="404"/>
                  <a:pt x="86" y="404"/>
                </a:cubicBezTo>
                <a:cubicBezTo>
                  <a:pt x="61" y="387"/>
                  <a:pt x="88" y="387"/>
                  <a:pt x="88" y="387"/>
                </a:cubicBezTo>
                <a:cubicBezTo>
                  <a:pt x="117" y="389"/>
                  <a:pt x="132" y="416"/>
                  <a:pt x="132" y="416"/>
                </a:cubicBezTo>
                <a:cubicBezTo>
                  <a:pt x="157" y="459"/>
                  <a:pt x="198" y="446"/>
                  <a:pt x="214" y="439"/>
                </a:cubicBezTo>
                <a:cubicBezTo>
                  <a:pt x="217" y="421"/>
                  <a:pt x="224" y="409"/>
                  <a:pt x="232" y="402"/>
                </a:cubicBezTo>
                <a:cubicBezTo>
                  <a:pt x="169" y="395"/>
                  <a:pt x="103" y="371"/>
                  <a:pt x="103" y="264"/>
                </a:cubicBezTo>
                <a:cubicBezTo>
                  <a:pt x="103" y="234"/>
                  <a:pt x="114" y="209"/>
                  <a:pt x="132" y="190"/>
                </a:cubicBezTo>
                <a:cubicBezTo>
                  <a:pt x="129" y="183"/>
                  <a:pt x="119" y="154"/>
                  <a:pt x="135" y="116"/>
                </a:cubicBezTo>
                <a:cubicBezTo>
                  <a:pt x="135" y="116"/>
                  <a:pt x="158" y="109"/>
                  <a:pt x="213" y="145"/>
                </a:cubicBezTo>
                <a:cubicBezTo>
                  <a:pt x="235" y="138"/>
                  <a:pt x="259" y="135"/>
                  <a:pt x="284" y="135"/>
                </a:cubicBezTo>
                <a:cubicBezTo>
                  <a:pt x="308" y="135"/>
                  <a:pt x="332" y="138"/>
                  <a:pt x="354" y="145"/>
                </a:cubicBezTo>
                <a:cubicBezTo>
                  <a:pt x="408" y="109"/>
                  <a:pt x="432" y="116"/>
                  <a:pt x="432" y="116"/>
                </a:cubicBezTo>
                <a:cubicBezTo>
                  <a:pt x="447" y="154"/>
                  <a:pt x="438" y="183"/>
                  <a:pt x="435" y="190"/>
                </a:cubicBezTo>
                <a:cubicBezTo>
                  <a:pt x="453" y="209"/>
                  <a:pt x="464" y="234"/>
                  <a:pt x="464" y="264"/>
                </a:cubicBezTo>
                <a:cubicBezTo>
                  <a:pt x="464" y="371"/>
                  <a:pt x="398" y="395"/>
                  <a:pt x="335" y="402"/>
                </a:cubicBezTo>
                <a:cubicBezTo>
                  <a:pt x="344" y="410"/>
                  <a:pt x="354" y="427"/>
                  <a:pt x="354" y="453"/>
                </a:cubicBezTo>
                <a:cubicBezTo>
                  <a:pt x="354" y="491"/>
                  <a:pt x="353" y="521"/>
                  <a:pt x="353" y="530"/>
                </a:cubicBezTo>
                <a:cubicBezTo>
                  <a:pt x="353" y="537"/>
                  <a:pt x="358" y="546"/>
                  <a:pt x="373" y="543"/>
                </a:cubicBezTo>
                <a:cubicBezTo>
                  <a:pt x="486" y="506"/>
                  <a:pt x="567" y="402"/>
                  <a:pt x="567" y="279"/>
                </a:cubicBezTo>
                <a:cubicBezTo>
                  <a:pt x="567" y="125"/>
                  <a:pt x="440" y="0"/>
                  <a:pt x="284" y="0"/>
                </a:cubicBezTo>
                <a:close/>
                <a:moveTo>
                  <a:pt x="284" y="0"/>
                </a:moveTo>
                <a:cubicBezTo>
                  <a:pt x="284" y="0"/>
                  <a:pt x="284" y="0"/>
                  <a:pt x="284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1598;p35"/>
          <p:cNvSpPr/>
          <p:nvPr/>
        </p:nvSpPr>
        <p:spPr>
          <a:xfrm>
            <a:off x="4620244" y="5871290"/>
            <a:ext cx="495926" cy="497020"/>
          </a:xfrm>
          <a:custGeom>
            <a:avLst/>
            <a:gdLst/>
            <a:ahLst/>
            <a:cxnLst/>
            <a:rect l="l" t="t" r="r" b="b"/>
            <a:pathLst>
              <a:path w="567" h="567" extrusionOk="0">
                <a:moveTo>
                  <a:pt x="283" y="0"/>
                </a:moveTo>
                <a:cubicBezTo>
                  <a:pt x="127" y="0"/>
                  <a:pt x="0" y="117"/>
                  <a:pt x="0" y="262"/>
                </a:cubicBezTo>
                <a:cubicBezTo>
                  <a:pt x="0" y="345"/>
                  <a:pt x="41" y="418"/>
                  <a:pt x="105" y="466"/>
                </a:cubicBezTo>
                <a:cubicBezTo>
                  <a:pt x="105" y="567"/>
                  <a:pt x="105" y="567"/>
                  <a:pt x="105" y="567"/>
                </a:cubicBezTo>
                <a:cubicBezTo>
                  <a:pt x="202" y="514"/>
                  <a:pt x="202" y="514"/>
                  <a:pt x="202" y="514"/>
                </a:cubicBezTo>
                <a:cubicBezTo>
                  <a:pt x="228" y="521"/>
                  <a:pt x="255" y="525"/>
                  <a:pt x="283" y="525"/>
                </a:cubicBezTo>
                <a:cubicBezTo>
                  <a:pt x="440" y="525"/>
                  <a:pt x="567" y="407"/>
                  <a:pt x="567" y="262"/>
                </a:cubicBezTo>
                <a:cubicBezTo>
                  <a:pt x="567" y="117"/>
                  <a:pt x="440" y="0"/>
                  <a:pt x="283" y="0"/>
                </a:cubicBezTo>
                <a:close/>
                <a:moveTo>
                  <a:pt x="311" y="353"/>
                </a:moveTo>
                <a:cubicBezTo>
                  <a:pt x="239" y="276"/>
                  <a:pt x="239" y="276"/>
                  <a:pt x="239" y="276"/>
                </a:cubicBezTo>
                <a:cubicBezTo>
                  <a:pt x="98" y="353"/>
                  <a:pt x="98" y="353"/>
                  <a:pt x="98" y="353"/>
                </a:cubicBezTo>
                <a:cubicBezTo>
                  <a:pt x="253" y="189"/>
                  <a:pt x="253" y="189"/>
                  <a:pt x="253" y="189"/>
                </a:cubicBezTo>
                <a:cubicBezTo>
                  <a:pt x="327" y="266"/>
                  <a:pt x="327" y="266"/>
                  <a:pt x="327" y="266"/>
                </a:cubicBezTo>
                <a:cubicBezTo>
                  <a:pt x="466" y="189"/>
                  <a:pt x="466" y="189"/>
                  <a:pt x="466" y="189"/>
                </a:cubicBezTo>
                <a:lnTo>
                  <a:pt x="311" y="3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1599;p35"/>
          <p:cNvSpPr/>
          <p:nvPr/>
        </p:nvSpPr>
        <p:spPr>
          <a:xfrm>
            <a:off x="3910573" y="5861977"/>
            <a:ext cx="268216" cy="497020"/>
          </a:xfrm>
          <a:custGeom>
            <a:avLst/>
            <a:gdLst/>
            <a:ahLst/>
            <a:cxnLst/>
            <a:rect l="l" t="t" r="r" b="b"/>
            <a:pathLst>
              <a:path w="306" h="567" extrusionOk="0">
                <a:moveTo>
                  <a:pt x="85" y="320"/>
                </a:moveTo>
                <a:cubicBezTo>
                  <a:pt x="83" y="320"/>
                  <a:pt x="36" y="320"/>
                  <a:pt x="15" y="320"/>
                </a:cubicBezTo>
                <a:cubicBezTo>
                  <a:pt x="4" y="320"/>
                  <a:pt x="0" y="315"/>
                  <a:pt x="0" y="305"/>
                </a:cubicBezTo>
                <a:cubicBezTo>
                  <a:pt x="0" y="276"/>
                  <a:pt x="0" y="247"/>
                  <a:pt x="0" y="219"/>
                </a:cubicBezTo>
                <a:cubicBezTo>
                  <a:pt x="0" y="208"/>
                  <a:pt x="4" y="204"/>
                  <a:pt x="15" y="204"/>
                </a:cubicBezTo>
                <a:cubicBezTo>
                  <a:pt x="85" y="204"/>
                  <a:pt x="85" y="204"/>
                  <a:pt x="85" y="204"/>
                </a:cubicBezTo>
                <a:cubicBezTo>
                  <a:pt x="85" y="202"/>
                  <a:pt x="85" y="161"/>
                  <a:pt x="85" y="142"/>
                </a:cubicBezTo>
                <a:cubicBezTo>
                  <a:pt x="85" y="113"/>
                  <a:pt x="90" y="86"/>
                  <a:pt x="104" y="61"/>
                </a:cubicBezTo>
                <a:cubicBezTo>
                  <a:pt x="119" y="36"/>
                  <a:pt x="140" y="19"/>
                  <a:pt x="167" y="9"/>
                </a:cubicBezTo>
                <a:cubicBezTo>
                  <a:pt x="185" y="3"/>
                  <a:pt x="203" y="0"/>
                  <a:pt x="222" y="0"/>
                </a:cubicBezTo>
                <a:cubicBezTo>
                  <a:pt x="292" y="0"/>
                  <a:pt x="292" y="0"/>
                  <a:pt x="292" y="0"/>
                </a:cubicBezTo>
                <a:cubicBezTo>
                  <a:pt x="302" y="0"/>
                  <a:pt x="306" y="4"/>
                  <a:pt x="306" y="14"/>
                </a:cubicBezTo>
                <a:cubicBezTo>
                  <a:pt x="306" y="95"/>
                  <a:pt x="306" y="95"/>
                  <a:pt x="306" y="95"/>
                </a:cubicBezTo>
                <a:cubicBezTo>
                  <a:pt x="306" y="105"/>
                  <a:pt x="302" y="109"/>
                  <a:pt x="292" y="109"/>
                </a:cubicBezTo>
                <a:cubicBezTo>
                  <a:pt x="272" y="109"/>
                  <a:pt x="253" y="109"/>
                  <a:pt x="234" y="110"/>
                </a:cubicBezTo>
                <a:cubicBezTo>
                  <a:pt x="215" y="110"/>
                  <a:pt x="205" y="119"/>
                  <a:pt x="205" y="139"/>
                </a:cubicBezTo>
                <a:cubicBezTo>
                  <a:pt x="204" y="160"/>
                  <a:pt x="205" y="181"/>
                  <a:pt x="205" y="203"/>
                </a:cubicBezTo>
                <a:cubicBezTo>
                  <a:pt x="287" y="203"/>
                  <a:pt x="287" y="203"/>
                  <a:pt x="287" y="203"/>
                </a:cubicBezTo>
                <a:cubicBezTo>
                  <a:pt x="299" y="203"/>
                  <a:pt x="303" y="207"/>
                  <a:pt x="303" y="218"/>
                </a:cubicBezTo>
                <a:cubicBezTo>
                  <a:pt x="303" y="304"/>
                  <a:pt x="303" y="304"/>
                  <a:pt x="303" y="304"/>
                </a:cubicBezTo>
                <a:cubicBezTo>
                  <a:pt x="303" y="315"/>
                  <a:pt x="299" y="319"/>
                  <a:pt x="287" y="319"/>
                </a:cubicBezTo>
                <a:cubicBezTo>
                  <a:pt x="262" y="319"/>
                  <a:pt x="207" y="319"/>
                  <a:pt x="205" y="319"/>
                </a:cubicBezTo>
                <a:cubicBezTo>
                  <a:pt x="205" y="550"/>
                  <a:pt x="205" y="550"/>
                  <a:pt x="205" y="550"/>
                </a:cubicBezTo>
                <a:cubicBezTo>
                  <a:pt x="205" y="562"/>
                  <a:pt x="202" y="567"/>
                  <a:pt x="189" y="567"/>
                </a:cubicBezTo>
                <a:cubicBezTo>
                  <a:pt x="159" y="567"/>
                  <a:pt x="130" y="567"/>
                  <a:pt x="100" y="567"/>
                </a:cubicBezTo>
                <a:cubicBezTo>
                  <a:pt x="89" y="567"/>
                  <a:pt x="85" y="562"/>
                  <a:pt x="85" y="552"/>
                </a:cubicBezTo>
                <a:cubicBezTo>
                  <a:pt x="85" y="477"/>
                  <a:pt x="85" y="322"/>
                  <a:pt x="85" y="320"/>
                </a:cubicBezTo>
                <a:close/>
                <a:moveTo>
                  <a:pt x="85" y="320"/>
                </a:moveTo>
                <a:cubicBezTo>
                  <a:pt x="85" y="320"/>
                  <a:pt x="85" y="320"/>
                  <a:pt x="85" y="320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0" name="Google Shape;1600;p35"/>
          <p:cNvGrpSpPr/>
          <p:nvPr/>
        </p:nvGrpSpPr>
        <p:grpSpPr>
          <a:xfrm>
            <a:off x="3875553" y="5090637"/>
            <a:ext cx="400916" cy="475237"/>
            <a:chOff x="3930650" y="-960438"/>
            <a:chExt cx="608013" cy="720726"/>
          </a:xfrm>
          <a:solidFill>
            <a:schemeClr val="bg1">
              <a:lumMod val="85000"/>
            </a:schemeClr>
          </a:solidFill>
        </p:grpSpPr>
        <p:sp>
          <p:nvSpPr>
            <p:cNvPr id="211" name="Google Shape;1601;p35"/>
            <p:cNvSpPr/>
            <p:nvPr/>
          </p:nvSpPr>
          <p:spPr>
            <a:xfrm>
              <a:off x="3930650" y="-663575"/>
              <a:ext cx="608013" cy="423863"/>
            </a:xfrm>
            <a:custGeom>
              <a:avLst/>
              <a:gdLst/>
              <a:ahLst/>
              <a:cxnLst/>
              <a:rect l="l" t="t" r="r" b="b"/>
              <a:pathLst>
                <a:path w="479" h="334" extrusionOk="0">
                  <a:moveTo>
                    <a:pt x="471" y="54"/>
                  </a:moveTo>
                  <a:cubicBezTo>
                    <a:pt x="465" y="28"/>
                    <a:pt x="444" y="9"/>
                    <a:pt x="419" y="7"/>
                  </a:cubicBezTo>
                  <a:cubicBezTo>
                    <a:pt x="360" y="0"/>
                    <a:pt x="300" y="0"/>
                    <a:pt x="240" y="0"/>
                  </a:cubicBezTo>
                  <a:cubicBezTo>
                    <a:pt x="180" y="0"/>
                    <a:pt x="120" y="0"/>
                    <a:pt x="61" y="7"/>
                  </a:cubicBezTo>
                  <a:cubicBezTo>
                    <a:pt x="36" y="9"/>
                    <a:pt x="15" y="28"/>
                    <a:pt x="9" y="54"/>
                  </a:cubicBezTo>
                  <a:cubicBezTo>
                    <a:pt x="0" y="90"/>
                    <a:pt x="0" y="130"/>
                    <a:pt x="0" y="167"/>
                  </a:cubicBezTo>
                  <a:cubicBezTo>
                    <a:pt x="0" y="204"/>
                    <a:pt x="0" y="244"/>
                    <a:pt x="9" y="280"/>
                  </a:cubicBezTo>
                  <a:cubicBezTo>
                    <a:pt x="15" y="305"/>
                    <a:pt x="35" y="324"/>
                    <a:pt x="60" y="327"/>
                  </a:cubicBezTo>
                  <a:cubicBezTo>
                    <a:pt x="120" y="334"/>
                    <a:pt x="180" y="334"/>
                    <a:pt x="240" y="334"/>
                  </a:cubicBezTo>
                  <a:cubicBezTo>
                    <a:pt x="299" y="334"/>
                    <a:pt x="360" y="334"/>
                    <a:pt x="419" y="327"/>
                  </a:cubicBezTo>
                  <a:cubicBezTo>
                    <a:pt x="444" y="324"/>
                    <a:pt x="465" y="305"/>
                    <a:pt x="471" y="280"/>
                  </a:cubicBezTo>
                  <a:cubicBezTo>
                    <a:pt x="479" y="244"/>
                    <a:pt x="479" y="204"/>
                    <a:pt x="479" y="167"/>
                  </a:cubicBezTo>
                  <a:cubicBezTo>
                    <a:pt x="479" y="130"/>
                    <a:pt x="479" y="90"/>
                    <a:pt x="471" y="54"/>
                  </a:cubicBezTo>
                  <a:close/>
                  <a:moveTo>
                    <a:pt x="137" y="82"/>
                  </a:moveTo>
                  <a:cubicBezTo>
                    <a:pt x="102" y="82"/>
                    <a:pt x="102" y="82"/>
                    <a:pt x="102" y="82"/>
                  </a:cubicBezTo>
                  <a:cubicBezTo>
                    <a:pt x="102" y="266"/>
                    <a:pt x="102" y="266"/>
                    <a:pt x="102" y="266"/>
                  </a:cubicBezTo>
                  <a:cubicBezTo>
                    <a:pt x="70" y="266"/>
                    <a:pt x="70" y="266"/>
                    <a:pt x="70" y="266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36" y="82"/>
                    <a:pt x="36" y="82"/>
                    <a:pt x="36" y="82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137" y="52"/>
                    <a:pt x="137" y="52"/>
                    <a:pt x="137" y="52"/>
                  </a:cubicBezTo>
                  <a:lnTo>
                    <a:pt x="137" y="82"/>
                  </a:lnTo>
                  <a:close/>
                  <a:moveTo>
                    <a:pt x="224" y="266"/>
                  </a:moveTo>
                  <a:cubicBezTo>
                    <a:pt x="195" y="266"/>
                    <a:pt x="195" y="266"/>
                    <a:pt x="195" y="266"/>
                  </a:cubicBezTo>
                  <a:cubicBezTo>
                    <a:pt x="195" y="248"/>
                    <a:pt x="195" y="248"/>
                    <a:pt x="195" y="248"/>
                  </a:cubicBezTo>
                  <a:cubicBezTo>
                    <a:pt x="184" y="262"/>
                    <a:pt x="173" y="268"/>
                    <a:pt x="162" y="268"/>
                  </a:cubicBezTo>
                  <a:cubicBezTo>
                    <a:pt x="153" y="268"/>
                    <a:pt x="147" y="264"/>
                    <a:pt x="144" y="256"/>
                  </a:cubicBezTo>
                  <a:cubicBezTo>
                    <a:pt x="142" y="251"/>
                    <a:pt x="141" y="244"/>
                    <a:pt x="141" y="232"/>
                  </a:cubicBezTo>
                  <a:cubicBezTo>
                    <a:pt x="141" y="106"/>
                    <a:pt x="141" y="106"/>
                    <a:pt x="141" y="106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70" y="224"/>
                    <a:pt x="170" y="224"/>
                    <a:pt x="170" y="224"/>
                  </a:cubicBezTo>
                  <a:cubicBezTo>
                    <a:pt x="170" y="231"/>
                    <a:pt x="170" y="234"/>
                    <a:pt x="170" y="235"/>
                  </a:cubicBezTo>
                  <a:cubicBezTo>
                    <a:pt x="171" y="239"/>
                    <a:pt x="173" y="242"/>
                    <a:pt x="177" y="242"/>
                  </a:cubicBezTo>
                  <a:cubicBezTo>
                    <a:pt x="183" y="242"/>
                    <a:pt x="189" y="237"/>
                    <a:pt x="195" y="228"/>
                  </a:cubicBezTo>
                  <a:cubicBezTo>
                    <a:pt x="195" y="106"/>
                    <a:pt x="195" y="106"/>
                    <a:pt x="195" y="106"/>
                  </a:cubicBezTo>
                  <a:cubicBezTo>
                    <a:pt x="224" y="106"/>
                    <a:pt x="224" y="106"/>
                    <a:pt x="224" y="106"/>
                  </a:cubicBezTo>
                  <a:lnTo>
                    <a:pt x="224" y="266"/>
                  </a:lnTo>
                  <a:close/>
                  <a:moveTo>
                    <a:pt x="334" y="218"/>
                  </a:moveTo>
                  <a:cubicBezTo>
                    <a:pt x="334" y="233"/>
                    <a:pt x="333" y="243"/>
                    <a:pt x="331" y="250"/>
                  </a:cubicBezTo>
                  <a:cubicBezTo>
                    <a:pt x="327" y="262"/>
                    <a:pt x="320" y="268"/>
                    <a:pt x="308" y="268"/>
                  </a:cubicBezTo>
                  <a:cubicBezTo>
                    <a:pt x="298" y="268"/>
                    <a:pt x="288" y="262"/>
                    <a:pt x="278" y="250"/>
                  </a:cubicBezTo>
                  <a:cubicBezTo>
                    <a:pt x="278" y="266"/>
                    <a:pt x="278" y="266"/>
                    <a:pt x="278" y="266"/>
                  </a:cubicBezTo>
                  <a:cubicBezTo>
                    <a:pt x="249" y="266"/>
                    <a:pt x="249" y="266"/>
                    <a:pt x="249" y="266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78" y="52"/>
                    <a:pt x="278" y="52"/>
                    <a:pt x="278" y="52"/>
                  </a:cubicBezTo>
                  <a:cubicBezTo>
                    <a:pt x="278" y="122"/>
                    <a:pt x="278" y="122"/>
                    <a:pt x="278" y="122"/>
                  </a:cubicBezTo>
                  <a:cubicBezTo>
                    <a:pt x="288" y="110"/>
                    <a:pt x="298" y="104"/>
                    <a:pt x="308" y="104"/>
                  </a:cubicBezTo>
                  <a:cubicBezTo>
                    <a:pt x="320" y="104"/>
                    <a:pt x="327" y="110"/>
                    <a:pt x="331" y="122"/>
                  </a:cubicBezTo>
                  <a:cubicBezTo>
                    <a:pt x="333" y="129"/>
                    <a:pt x="334" y="139"/>
                    <a:pt x="334" y="154"/>
                  </a:cubicBezTo>
                  <a:lnTo>
                    <a:pt x="334" y="218"/>
                  </a:lnTo>
                  <a:close/>
                  <a:moveTo>
                    <a:pt x="443" y="191"/>
                  </a:moveTo>
                  <a:cubicBezTo>
                    <a:pt x="385" y="191"/>
                    <a:pt x="385" y="191"/>
                    <a:pt x="385" y="191"/>
                  </a:cubicBezTo>
                  <a:cubicBezTo>
                    <a:pt x="385" y="220"/>
                    <a:pt x="385" y="220"/>
                    <a:pt x="385" y="220"/>
                  </a:cubicBezTo>
                  <a:cubicBezTo>
                    <a:pt x="385" y="234"/>
                    <a:pt x="390" y="242"/>
                    <a:pt x="400" y="242"/>
                  </a:cubicBezTo>
                  <a:cubicBezTo>
                    <a:pt x="407" y="242"/>
                    <a:pt x="412" y="238"/>
                    <a:pt x="413" y="230"/>
                  </a:cubicBezTo>
                  <a:cubicBezTo>
                    <a:pt x="413" y="229"/>
                    <a:pt x="414" y="222"/>
                    <a:pt x="414" y="211"/>
                  </a:cubicBezTo>
                  <a:cubicBezTo>
                    <a:pt x="443" y="211"/>
                    <a:pt x="443" y="211"/>
                    <a:pt x="443" y="211"/>
                  </a:cubicBezTo>
                  <a:cubicBezTo>
                    <a:pt x="443" y="215"/>
                    <a:pt x="443" y="215"/>
                    <a:pt x="443" y="215"/>
                  </a:cubicBezTo>
                  <a:cubicBezTo>
                    <a:pt x="443" y="224"/>
                    <a:pt x="443" y="231"/>
                    <a:pt x="443" y="233"/>
                  </a:cubicBezTo>
                  <a:cubicBezTo>
                    <a:pt x="442" y="240"/>
                    <a:pt x="439" y="246"/>
                    <a:pt x="436" y="251"/>
                  </a:cubicBezTo>
                  <a:cubicBezTo>
                    <a:pt x="428" y="262"/>
                    <a:pt x="416" y="268"/>
                    <a:pt x="401" y="268"/>
                  </a:cubicBezTo>
                  <a:cubicBezTo>
                    <a:pt x="386" y="268"/>
                    <a:pt x="374" y="263"/>
                    <a:pt x="366" y="252"/>
                  </a:cubicBezTo>
                  <a:cubicBezTo>
                    <a:pt x="360" y="244"/>
                    <a:pt x="357" y="231"/>
                    <a:pt x="357" y="214"/>
                  </a:cubicBezTo>
                  <a:cubicBezTo>
                    <a:pt x="357" y="158"/>
                    <a:pt x="357" y="158"/>
                    <a:pt x="357" y="158"/>
                  </a:cubicBezTo>
                  <a:cubicBezTo>
                    <a:pt x="357" y="141"/>
                    <a:pt x="359" y="129"/>
                    <a:pt x="366" y="121"/>
                  </a:cubicBezTo>
                  <a:cubicBezTo>
                    <a:pt x="374" y="110"/>
                    <a:pt x="385" y="104"/>
                    <a:pt x="400" y="104"/>
                  </a:cubicBezTo>
                  <a:cubicBezTo>
                    <a:pt x="415" y="104"/>
                    <a:pt x="426" y="110"/>
                    <a:pt x="434" y="121"/>
                  </a:cubicBezTo>
                  <a:cubicBezTo>
                    <a:pt x="440" y="129"/>
                    <a:pt x="443" y="141"/>
                    <a:pt x="443" y="158"/>
                  </a:cubicBezTo>
                  <a:cubicBezTo>
                    <a:pt x="443" y="191"/>
                    <a:pt x="443" y="191"/>
                    <a:pt x="443" y="191"/>
                  </a:cubicBezTo>
                  <a:close/>
                  <a:moveTo>
                    <a:pt x="443" y="191"/>
                  </a:moveTo>
                  <a:cubicBezTo>
                    <a:pt x="443" y="191"/>
                    <a:pt x="443" y="191"/>
                    <a:pt x="443" y="19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2" name="Google Shape;1602;p35"/>
            <p:cNvSpPr/>
            <p:nvPr/>
          </p:nvSpPr>
          <p:spPr>
            <a:xfrm>
              <a:off x="4419600" y="-498475"/>
              <a:ext cx="36513" cy="46038"/>
            </a:xfrm>
            <a:custGeom>
              <a:avLst/>
              <a:gdLst/>
              <a:ahLst/>
              <a:cxnLst/>
              <a:rect l="l" t="t" r="r" b="b"/>
              <a:pathLst>
                <a:path w="29" h="37" extrusionOk="0">
                  <a:moveTo>
                    <a:pt x="15" y="0"/>
                  </a:moveTo>
                  <a:cubicBezTo>
                    <a:pt x="5" y="0"/>
                    <a:pt x="0" y="8"/>
                    <a:pt x="0" y="2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8"/>
                    <a:pt x="25" y="0"/>
                    <a:pt x="15" y="0"/>
                  </a:cubicBezTo>
                  <a:close/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3" name="Google Shape;1603;p35"/>
            <p:cNvSpPr/>
            <p:nvPr/>
          </p:nvSpPr>
          <p:spPr>
            <a:xfrm>
              <a:off x="4284663" y="-498475"/>
              <a:ext cx="33338" cy="141288"/>
            </a:xfrm>
            <a:custGeom>
              <a:avLst/>
              <a:gdLst/>
              <a:ahLst/>
              <a:cxnLst/>
              <a:rect l="l" t="t" r="r" b="b"/>
              <a:pathLst>
                <a:path w="27" h="112" extrusionOk="0">
                  <a:moveTo>
                    <a:pt x="15" y="0"/>
                  </a:moveTo>
                  <a:cubicBezTo>
                    <a:pt x="10" y="0"/>
                    <a:pt x="5" y="3"/>
                    <a:pt x="0" y="7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5" y="109"/>
                    <a:pt x="10" y="112"/>
                    <a:pt x="15" y="112"/>
                  </a:cubicBezTo>
                  <a:cubicBezTo>
                    <a:pt x="23" y="112"/>
                    <a:pt x="27" y="105"/>
                    <a:pt x="27" y="9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8"/>
                    <a:pt x="23" y="0"/>
                    <a:pt x="15" y="0"/>
                  </a:cubicBezTo>
                  <a:close/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4" name="Google Shape;1604;p35"/>
            <p:cNvSpPr/>
            <p:nvPr/>
          </p:nvSpPr>
          <p:spPr>
            <a:xfrm>
              <a:off x="4295775" y="-890588"/>
              <a:ext cx="106363" cy="207963"/>
            </a:xfrm>
            <a:custGeom>
              <a:avLst/>
              <a:gdLst/>
              <a:ahLst/>
              <a:cxnLst/>
              <a:rect l="l" t="t" r="r" b="b"/>
              <a:pathLst>
                <a:path w="84" h="163" extrusionOk="0">
                  <a:moveTo>
                    <a:pt x="22" y="163"/>
                  </a:moveTo>
                  <a:cubicBezTo>
                    <a:pt x="32" y="163"/>
                    <a:pt x="44" y="157"/>
                    <a:pt x="55" y="144"/>
                  </a:cubicBezTo>
                  <a:cubicBezTo>
                    <a:pt x="55" y="161"/>
                    <a:pt x="55" y="161"/>
                    <a:pt x="55" y="161"/>
                  </a:cubicBezTo>
                  <a:cubicBezTo>
                    <a:pt x="84" y="161"/>
                    <a:pt x="84" y="161"/>
                    <a:pt x="84" y="161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49" y="132"/>
                    <a:pt x="43" y="137"/>
                    <a:pt x="37" y="137"/>
                  </a:cubicBezTo>
                  <a:cubicBezTo>
                    <a:pt x="33" y="137"/>
                    <a:pt x="31" y="134"/>
                    <a:pt x="30" y="130"/>
                  </a:cubicBezTo>
                  <a:cubicBezTo>
                    <a:pt x="30" y="129"/>
                    <a:pt x="30" y="125"/>
                    <a:pt x="30" y="119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39"/>
                    <a:pt x="1" y="146"/>
                    <a:pt x="3" y="151"/>
                  </a:cubicBezTo>
                  <a:cubicBezTo>
                    <a:pt x="6" y="160"/>
                    <a:pt x="12" y="163"/>
                    <a:pt x="22" y="163"/>
                  </a:cubicBezTo>
                  <a:close/>
                  <a:moveTo>
                    <a:pt x="22" y="163"/>
                  </a:moveTo>
                  <a:cubicBezTo>
                    <a:pt x="22" y="163"/>
                    <a:pt x="22" y="163"/>
                    <a:pt x="22" y="163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5" name="Google Shape;1605;p35"/>
            <p:cNvSpPr/>
            <p:nvPr/>
          </p:nvSpPr>
          <p:spPr>
            <a:xfrm>
              <a:off x="4013200" y="-960438"/>
              <a:ext cx="142875" cy="274638"/>
            </a:xfrm>
            <a:custGeom>
              <a:avLst/>
              <a:gdLst/>
              <a:ahLst/>
              <a:cxnLst/>
              <a:rect l="l" t="t" r="r" b="b"/>
              <a:pathLst>
                <a:path w="112" h="216" extrusionOk="0">
                  <a:moveTo>
                    <a:pt x="40" y="128"/>
                  </a:moveTo>
                  <a:cubicBezTo>
                    <a:pt x="40" y="216"/>
                    <a:pt x="40" y="216"/>
                    <a:pt x="40" y="216"/>
                  </a:cubicBezTo>
                  <a:cubicBezTo>
                    <a:pt x="73" y="216"/>
                    <a:pt x="73" y="216"/>
                    <a:pt x="73" y="216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57" y="85"/>
                    <a:pt x="57" y="85"/>
                    <a:pt x="57" y="85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20"/>
                    <a:pt x="14" y="40"/>
                    <a:pt x="21" y="60"/>
                  </a:cubicBezTo>
                  <a:cubicBezTo>
                    <a:pt x="31" y="90"/>
                    <a:pt x="37" y="113"/>
                    <a:pt x="40" y="128"/>
                  </a:cubicBezTo>
                  <a:close/>
                  <a:moveTo>
                    <a:pt x="40" y="128"/>
                  </a:moveTo>
                  <a:cubicBezTo>
                    <a:pt x="40" y="128"/>
                    <a:pt x="40" y="128"/>
                    <a:pt x="40" y="12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6" name="Google Shape;1606;p35"/>
            <p:cNvSpPr/>
            <p:nvPr/>
          </p:nvSpPr>
          <p:spPr>
            <a:xfrm>
              <a:off x="4156075" y="-892175"/>
              <a:ext cx="109538" cy="209550"/>
            </a:xfrm>
            <a:custGeom>
              <a:avLst/>
              <a:gdLst/>
              <a:ahLst/>
              <a:cxnLst/>
              <a:rect l="l" t="t" r="r" b="b"/>
              <a:pathLst>
                <a:path w="86" h="165" extrusionOk="0">
                  <a:moveTo>
                    <a:pt x="43" y="165"/>
                  </a:moveTo>
                  <a:cubicBezTo>
                    <a:pt x="58" y="165"/>
                    <a:pt x="69" y="160"/>
                    <a:pt x="77" y="149"/>
                  </a:cubicBezTo>
                  <a:cubicBezTo>
                    <a:pt x="83" y="141"/>
                    <a:pt x="86" y="128"/>
                    <a:pt x="86" y="111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6" y="37"/>
                    <a:pt x="83" y="25"/>
                    <a:pt x="77" y="16"/>
                  </a:cubicBezTo>
                  <a:cubicBezTo>
                    <a:pt x="69" y="5"/>
                    <a:pt x="58" y="0"/>
                    <a:pt x="43" y="0"/>
                  </a:cubicBezTo>
                  <a:cubicBezTo>
                    <a:pt x="29" y="0"/>
                    <a:pt x="17" y="5"/>
                    <a:pt x="9" y="16"/>
                  </a:cubicBezTo>
                  <a:cubicBezTo>
                    <a:pt x="3" y="25"/>
                    <a:pt x="0" y="37"/>
                    <a:pt x="0" y="5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28"/>
                    <a:pt x="3" y="141"/>
                    <a:pt x="9" y="149"/>
                  </a:cubicBezTo>
                  <a:cubicBezTo>
                    <a:pt x="17" y="160"/>
                    <a:pt x="29" y="165"/>
                    <a:pt x="43" y="165"/>
                  </a:cubicBezTo>
                  <a:close/>
                  <a:moveTo>
                    <a:pt x="29" y="49"/>
                  </a:moveTo>
                  <a:cubicBezTo>
                    <a:pt x="29" y="34"/>
                    <a:pt x="34" y="26"/>
                    <a:pt x="43" y="26"/>
                  </a:cubicBezTo>
                  <a:cubicBezTo>
                    <a:pt x="53" y="26"/>
                    <a:pt x="57" y="34"/>
                    <a:pt x="57" y="49"/>
                  </a:cubicBezTo>
                  <a:cubicBezTo>
                    <a:pt x="57" y="116"/>
                    <a:pt x="57" y="116"/>
                    <a:pt x="57" y="116"/>
                  </a:cubicBezTo>
                  <a:cubicBezTo>
                    <a:pt x="57" y="131"/>
                    <a:pt x="53" y="139"/>
                    <a:pt x="43" y="139"/>
                  </a:cubicBezTo>
                  <a:cubicBezTo>
                    <a:pt x="34" y="139"/>
                    <a:pt x="29" y="131"/>
                    <a:pt x="29" y="116"/>
                  </a:cubicBezTo>
                  <a:lnTo>
                    <a:pt x="29" y="49"/>
                  </a:lnTo>
                  <a:close/>
                  <a:moveTo>
                    <a:pt x="29" y="49"/>
                  </a:moveTo>
                  <a:cubicBezTo>
                    <a:pt x="29" y="49"/>
                    <a:pt x="29" y="49"/>
                    <a:pt x="29" y="49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17" name="Google Shape;1607;p35"/>
          <p:cNvGrpSpPr/>
          <p:nvPr/>
        </p:nvGrpSpPr>
        <p:grpSpPr>
          <a:xfrm>
            <a:off x="1430898" y="5106619"/>
            <a:ext cx="445807" cy="446790"/>
            <a:chOff x="8416925" y="-2270125"/>
            <a:chExt cx="719138" cy="720725"/>
          </a:xfrm>
          <a:solidFill>
            <a:schemeClr val="bg1">
              <a:lumMod val="85000"/>
            </a:schemeClr>
          </a:solidFill>
        </p:grpSpPr>
        <p:sp>
          <p:nvSpPr>
            <p:cNvPr id="218" name="Google Shape;1608;p35"/>
            <p:cNvSpPr/>
            <p:nvPr/>
          </p:nvSpPr>
          <p:spPr>
            <a:xfrm>
              <a:off x="8766175" y="-2046288"/>
              <a:ext cx="369888" cy="496888"/>
            </a:xfrm>
            <a:custGeom>
              <a:avLst/>
              <a:gdLst/>
              <a:ahLst/>
              <a:cxnLst/>
              <a:rect l="l" t="t" r="r" b="b"/>
              <a:pathLst>
                <a:path w="292" h="391" extrusionOk="0">
                  <a:moveTo>
                    <a:pt x="271" y="0"/>
                  </a:moveTo>
                  <a:cubicBezTo>
                    <a:pt x="91" y="0"/>
                    <a:pt x="91" y="0"/>
                    <a:pt x="91" y="0"/>
                  </a:cubicBezTo>
                  <a:cubicBezTo>
                    <a:pt x="123" y="24"/>
                    <a:pt x="145" y="63"/>
                    <a:pt x="145" y="107"/>
                  </a:cubicBezTo>
                  <a:cubicBezTo>
                    <a:pt x="145" y="142"/>
                    <a:pt x="128" y="171"/>
                    <a:pt x="109" y="198"/>
                  </a:cubicBezTo>
                  <a:cubicBezTo>
                    <a:pt x="77" y="243"/>
                    <a:pt x="0" y="390"/>
                    <a:pt x="0" y="390"/>
                  </a:cubicBezTo>
                  <a:cubicBezTo>
                    <a:pt x="3" y="390"/>
                    <a:pt x="6" y="391"/>
                    <a:pt x="9" y="391"/>
                  </a:cubicBezTo>
                  <a:cubicBezTo>
                    <a:pt x="165" y="391"/>
                    <a:pt x="292" y="264"/>
                    <a:pt x="292" y="107"/>
                  </a:cubicBezTo>
                  <a:cubicBezTo>
                    <a:pt x="292" y="69"/>
                    <a:pt x="285" y="33"/>
                    <a:pt x="271" y="0"/>
                  </a:cubicBezTo>
                  <a:close/>
                  <a:moveTo>
                    <a:pt x="271" y="0"/>
                  </a:moveTo>
                  <a:cubicBezTo>
                    <a:pt x="271" y="0"/>
                    <a:pt x="271" y="0"/>
                    <a:pt x="271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9" name="Google Shape;1609;p35"/>
            <p:cNvSpPr/>
            <p:nvPr/>
          </p:nvSpPr>
          <p:spPr>
            <a:xfrm>
              <a:off x="8497888" y="-2270125"/>
              <a:ext cx="592138" cy="328613"/>
            </a:xfrm>
            <a:custGeom>
              <a:avLst/>
              <a:gdLst/>
              <a:ahLst/>
              <a:cxnLst/>
              <a:rect l="l" t="t" r="r" b="b"/>
              <a:pathLst>
                <a:path w="467" h="258" extrusionOk="0">
                  <a:moveTo>
                    <a:pt x="219" y="148"/>
                  </a:moveTo>
                  <a:cubicBezTo>
                    <a:pt x="281" y="147"/>
                    <a:pt x="467" y="145"/>
                    <a:pt x="467" y="145"/>
                  </a:cubicBezTo>
                  <a:cubicBezTo>
                    <a:pt x="419" y="58"/>
                    <a:pt x="326" y="0"/>
                    <a:pt x="220" y="0"/>
                  </a:cubicBezTo>
                  <a:cubicBezTo>
                    <a:pt x="131" y="0"/>
                    <a:pt x="52" y="41"/>
                    <a:pt x="0" y="104"/>
                  </a:cubicBezTo>
                  <a:cubicBezTo>
                    <a:pt x="87" y="258"/>
                    <a:pt x="87" y="258"/>
                    <a:pt x="87" y="258"/>
                  </a:cubicBezTo>
                  <a:cubicBezTo>
                    <a:pt x="98" y="195"/>
                    <a:pt x="153" y="148"/>
                    <a:pt x="219" y="148"/>
                  </a:cubicBezTo>
                  <a:close/>
                  <a:moveTo>
                    <a:pt x="219" y="148"/>
                  </a:moveTo>
                  <a:cubicBezTo>
                    <a:pt x="219" y="148"/>
                    <a:pt x="219" y="148"/>
                    <a:pt x="219" y="148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0" name="Google Shape;1610;p35"/>
            <p:cNvSpPr/>
            <p:nvPr/>
          </p:nvSpPr>
          <p:spPr>
            <a:xfrm>
              <a:off x="8416925" y="-2101850"/>
              <a:ext cx="419100" cy="547688"/>
            </a:xfrm>
            <a:custGeom>
              <a:avLst/>
              <a:gdLst/>
              <a:ahLst/>
              <a:cxnLst/>
              <a:rect l="l" t="t" r="r" b="b"/>
              <a:pathLst>
                <a:path w="330" h="431" extrusionOk="0">
                  <a:moveTo>
                    <a:pt x="284" y="287"/>
                  </a:moveTo>
                  <a:cubicBezTo>
                    <a:pt x="225" y="287"/>
                    <a:pt x="179" y="247"/>
                    <a:pt x="156" y="196"/>
                  </a:cubicBezTo>
                  <a:cubicBezTo>
                    <a:pt x="133" y="145"/>
                    <a:pt x="44" y="0"/>
                    <a:pt x="44" y="0"/>
                  </a:cubicBezTo>
                  <a:cubicBezTo>
                    <a:pt x="17" y="44"/>
                    <a:pt x="0" y="95"/>
                    <a:pt x="0" y="151"/>
                  </a:cubicBezTo>
                  <a:cubicBezTo>
                    <a:pt x="0" y="293"/>
                    <a:pt x="105" y="411"/>
                    <a:pt x="242" y="431"/>
                  </a:cubicBezTo>
                  <a:cubicBezTo>
                    <a:pt x="330" y="278"/>
                    <a:pt x="330" y="278"/>
                    <a:pt x="330" y="278"/>
                  </a:cubicBezTo>
                  <a:cubicBezTo>
                    <a:pt x="315" y="284"/>
                    <a:pt x="300" y="287"/>
                    <a:pt x="284" y="287"/>
                  </a:cubicBezTo>
                  <a:close/>
                  <a:moveTo>
                    <a:pt x="284" y="287"/>
                  </a:moveTo>
                  <a:cubicBezTo>
                    <a:pt x="284" y="287"/>
                    <a:pt x="284" y="287"/>
                    <a:pt x="284" y="287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1" name="Google Shape;1611;p35"/>
            <p:cNvSpPr/>
            <p:nvPr/>
          </p:nvSpPr>
          <p:spPr>
            <a:xfrm>
              <a:off x="8661400" y="-2025650"/>
              <a:ext cx="231775" cy="231775"/>
            </a:xfrm>
            <a:custGeom>
              <a:avLst/>
              <a:gdLst/>
              <a:ahLst/>
              <a:cxnLst/>
              <a:rect l="l" t="t" r="r" b="b"/>
              <a:pathLst>
                <a:path w="183" h="183" extrusionOk="0">
                  <a:moveTo>
                    <a:pt x="183" y="91"/>
                  </a:moveTo>
                  <a:cubicBezTo>
                    <a:pt x="183" y="142"/>
                    <a:pt x="142" y="183"/>
                    <a:pt x="92" y="183"/>
                  </a:cubicBezTo>
                  <a:cubicBezTo>
                    <a:pt x="41" y="183"/>
                    <a:pt x="0" y="142"/>
                    <a:pt x="0" y="91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2" y="0"/>
                    <a:pt x="183" y="41"/>
                    <a:pt x="183" y="91"/>
                  </a:cubicBezTo>
                  <a:close/>
                  <a:moveTo>
                    <a:pt x="183" y="91"/>
                  </a:moveTo>
                  <a:cubicBezTo>
                    <a:pt x="183" y="91"/>
                    <a:pt x="183" y="91"/>
                    <a:pt x="183" y="91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22" name="Google Shape;1612;p35"/>
          <p:cNvSpPr/>
          <p:nvPr/>
        </p:nvSpPr>
        <p:spPr>
          <a:xfrm>
            <a:off x="564034" y="5107820"/>
            <a:ext cx="451024" cy="451024"/>
          </a:xfrm>
          <a:custGeom>
            <a:avLst/>
            <a:gdLst/>
            <a:ahLst/>
            <a:cxnLst/>
            <a:rect l="l" t="t" r="r" b="b"/>
            <a:pathLst>
              <a:path w="1536" h="1536" extrusionOk="0">
                <a:moveTo>
                  <a:pt x="1523" y="629"/>
                </a:moveTo>
                <a:cubicBezTo>
                  <a:pt x="1517" y="592"/>
                  <a:pt x="1517" y="592"/>
                  <a:pt x="1517" y="592"/>
                </a:cubicBezTo>
                <a:cubicBezTo>
                  <a:pt x="768" y="592"/>
                  <a:pt x="768" y="592"/>
                  <a:pt x="768" y="592"/>
                </a:cubicBezTo>
                <a:cubicBezTo>
                  <a:pt x="768" y="952"/>
                  <a:pt x="768" y="952"/>
                  <a:pt x="768" y="952"/>
                </a:cubicBezTo>
                <a:cubicBezTo>
                  <a:pt x="1132" y="952"/>
                  <a:pt x="1132" y="952"/>
                  <a:pt x="1132" y="952"/>
                </a:cubicBezTo>
                <a:cubicBezTo>
                  <a:pt x="1097" y="1022"/>
                  <a:pt x="1043" y="1080"/>
                  <a:pt x="977" y="1119"/>
                </a:cubicBezTo>
                <a:cubicBezTo>
                  <a:pt x="915" y="1155"/>
                  <a:pt x="844" y="1176"/>
                  <a:pt x="768" y="1176"/>
                </a:cubicBezTo>
                <a:cubicBezTo>
                  <a:pt x="619" y="1176"/>
                  <a:pt x="489" y="1096"/>
                  <a:pt x="417" y="976"/>
                </a:cubicBezTo>
                <a:cubicBezTo>
                  <a:pt x="381" y="915"/>
                  <a:pt x="360" y="844"/>
                  <a:pt x="360" y="768"/>
                </a:cubicBezTo>
                <a:cubicBezTo>
                  <a:pt x="360" y="692"/>
                  <a:pt x="381" y="621"/>
                  <a:pt x="417" y="560"/>
                </a:cubicBezTo>
                <a:cubicBezTo>
                  <a:pt x="489" y="440"/>
                  <a:pt x="619" y="360"/>
                  <a:pt x="768" y="360"/>
                </a:cubicBezTo>
                <a:cubicBezTo>
                  <a:pt x="877" y="360"/>
                  <a:pt x="979" y="402"/>
                  <a:pt x="1057" y="479"/>
                </a:cubicBezTo>
                <a:cubicBezTo>
                  <a:pt x="1088" y="511"/>
                  <a:pt x="1088" y="511"/>
                  <a:pt x="1088" y="511"/>
                </a:cubicBezTo>
                <a:cubicBezTo>
                  <a:pt x="1343" y="257"/>
                  <a:pt x="1343" y="257"/>
                  <a:pt x="1343" y="257"/>
                </a:cubicBezTo>
                <a:cubicBezTo>
                  <a:pt x="1311" y="225"/>
                  <a:pt x="1311" y="225"/>
                  <a:pt x="1311" y="225"/>
                </a:cubicBezTo>
                <a:cubicBezTo>
                  <a:pt x="1166" y="80"/>
                  <a:pt x="973" y="0"/>
                  <a:pt x="768" y="0"/>
                </a:cubicBezTo>
                <a:cubicBezTo>
                  <a:pt x="563" y="0"/>
                  <a:pt x="370" y="80"/>
                  <a:pt x="225" y="225"/>
                </a:cubicBezTo>
                <a:cubicBezTo>
                  <a:pt x="201" y="249"/>
                  <a:pt x="179" y="274"/>
                  <a:pt x="158" y="301"/>
                </a:cubicBezTo>
                <a:cubicBezTo>
                  <a:pt x="56" y="434"/>
                  <a:pt x="0" y="597"/>
                  <a:pt x="0" y="768"/>
                </a:cubicBezTo>
                <a:cubicBezTo>
                  <a:pt x="0" y="939"/>
                  <a:pt x="56" y="1102"/>
                  <a:pt x="158" y="1235"/>
                </a:cubicBezTo>
                <a:cubicBezTo>
                  <a:pt x="179" y="1262"/>
                  <a:pt x="201" y="1287"/>
                  <a:pt x="225" y="1311"/>
                </a:cubicBezTo>
                <a:cubicBezTo>
                  <a:pt x="370" y="1456"/>
                  <a:pt x="563" y="1536"/>
                  <a:pt x="768" y="1536"/>
                </a:cubicBezTo>
                <a:cubicBezTo>
                  <a:pt x="939" y="1536"/>
                  <a:pt x="1102" y="1480"/>
                  <a:pt x="1235" y="1378"/>
                </a:cubicBezTo>
                <a:cubicBezTo>
                  <a:pt x="1262" y="1357"/>
                  <a:pt x="1287" y="1335"/>
                  <a:pt x="1311" y="1311"/>
                </a:cubicBezTo>
                <a:cubicBezTo>
                  <a:pt x="1456" y="1166"/>
                  <a:pt x="1536" y="973"/>
                  <a:pt x="1536" y="768"/>
                </a:cubicBezTo>
                <a:cubicBezTo>
                  <a:pt x="1536" y="721"/>
                  <a:pt x="1532" y="674"/>
                  <a:pt x="1523" y="62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1613;p35"/>
          <p:cNvSpPr/>
          <p:nvPr/>
        </p:nvSpPr>
        <p:spPr>
          <a:xfrm>
            <a:off x="11204435" y="5915592"/>
            <a:ext cx="417392" cy="443405"/>
          </a:xfrm>
          <a:custGeom>
            <a:avLst/>
            <a:gdLst/>
            <a:ahLst/>
            <a:cxnLst/>
            <a:rect l="l" t="t" r="r" b="b"/>
            <a:pathLst>
              <a:path w="353" h="375" extrusionOk="0">
                <a:moveTo>
                  <a:pt x="309" y="0"/>
                </a:moveTo>
                <a:lnTo>
                  <a:pt x="309" y="370"/>
                </a:lnTo>
                <a:lnTo>
                  <a:pt x="92" y="0"/>
                </a:lnTo>
                <a:lnTo>
                  <a:pt x="43" y="0"/>
                </a:lnTo>
                <a:lnTo>
                  <a:pt x="41" y="0"/>
                </a:lnTo>
                <a:lnTo>
                  <a:pt x="41" y="0"/>
                </a:lnTo>
                <a:lnTo>
                  <a:pt x="0" y="0"/>
                </a:lnTo>
                <a:lnTo>
                  <a:pt x="0" y="375"/>
                </a:lnTo>
                <a:lnTo>
                  <a:pt x="43" y="375"/>
                </a:lnTo>
                <a:lnTo>
                  <a:pt x="43" y="5"/>
                </a:lnTo>
                <a:lnTo>
                  <a:pt x="261" y="375"/>
                </a:lnTo>
                <a:lnTo>
                  <a:pt x="309" y="375"/>
                </a:lnTo>
                <a:lnTo>
                  <a:pt x="312" y="375"/>
                </a:lnTo>
                <a:lnTo>
                  <a:pt x="312" y="375"/>
                </a:lnTo>
                <a:lnTo>
                  <a:pt x="353" y="375"/>
                </a:lnTo>
                <a:lnTo>
                  <a:pt x="353" y="0"/>
                </a:lnTo>
                <a:lnTo>
                  <a:pt x="309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" name="Google Shape;1614;p35"/>
          <p:cNvSpPr/>
          <p:nvPr/>
        </p:nvSpPr>
        <p:spPr>
          <a:xfrm>
            <a:off x="10316726" y="2107471"/>
            <a:ext cx="459340" cy="385785"/>
          </a:xfrm>
          <a:custGeom>
            <a:avLst/>
            <a:gdLst/>
            <a:ahLst/>
            <a:cxnLst/>
            <a:rect l="l" t="t" r="r" b="b"/>
            <a:pathLst>
              <a:path w="849" h="714" extrusionOk="0">
                <a:moveTo>
                  <a:pt x="750" y="200"/>
                </a:moveTo>
                <a:cubicBezTo>
                  <a:pt x="750" y="29"/>
                  <a:pt x="750" y="29"/>
                  <a:pt x="750" y="29"/>
                </a:cubicBezTo>
                <a:cubicBezTo>
                  <a:pt x="750" y="18"/>
                  <a:pt x="743" y="7"/>
                  <a:pt x="733" y="2"/>
                </a:cubicBezTo>
                <a:cubicBezTo>
                  <a:pt x="729" y="1"/>
                  <a:pt x="725" y="0"/>
                  <a:pt x="721" y="0"/>
                </a:cubicBezTo>
                <a:cubicBezTo>
                  <a:pt x="714" y="0"/>
                  <a:pt x="707" y="3"/>
                  <a:pt x="702" y="7"/>
                </a:cubicBezTo>
                <a:cubicBezTo>
                  <a:pt x="597" y="100"/>
                  <a:pt x="462" y="155"/>
                  <a:pt x="322" y="163"/>
                </a:cubicBezTo>
                <a:cubicBezTo>
                  <a:pt x="311" y="164"/>
                  <a:pt x="299" y="164"/>
                  <a:pt x="288" y="164"/>
                </a:cubicBezTo>
                <a:cubicBezTo>
                  <a:pt x="127" y="164"/>
                  <a:pt x="127" y="164"/>
                  <a:pt x="127" y="164"/>
                </a:cubicBezTo>
                <a:cubicBezTo>
                  <a:pt x="111" y="164"/>
                  <a:pt x="98" y="177"/>
                  <a:pt x="98" y="193"/>
                </a:cubicBezTo>
                <a:cubicBezTo>
                  <a:pt x="98" y="197"/>
                  <a:pt x="98" y="197"/>
                  <a:pt x="98" y="197"/>
                </a:cubicBezTo>
                <a:cubicBezTo>
                  <a:pt x="29" y="197"/>
                  <a:pt x="29" y="197"/>
                  <a:pt x="29" y="197"/>
                </a:cubicBezTo>
                <a:cubicBezTo>
                  <a:pt x="13" y="197"/>
                  <a:pt x="0" y="210"/>
                  <a:pt x="0" y="226"/>
                </a:cubicBezTo>
                <a:cubicBezTo>
                  <a:pt x="0" y="423"/>
                  <a:pt x="0" y="423"/>
                  <a:pt x="0" y="423"/>
                </a:cubicBezTo>
                <a:cubicBezTo>
                  <a:pt x="0" y="439"/>
                  <a:pt x="13" y="452"/>
                  <a:pt x="29" y="452"/>
                </a:cubicBezTo>
                <a:cubicBezTo>
                  <a:pt x="98" y="452"/>
                  <a:pt x="98" y="452"/>
                  <a:pt x="98" y="452"/>
                </a:cubicBezTo>
                <a:cubicBezTo>
                  <a:pt x="98" y="456"/>
                  <a:pt x="98" y="456"/>
                  <a:pt x="98" y="456"/>
                </a:cubicBezTo>
                <a:cubicBezTo>
                  <a:pt x="98" y="472"/>
                  <a:pt x="111" y="485"/>
                  <a:pt x="127" y="485"/>
                </a:cubicBezTo>
                <a:cubicBezTo>
                  <a:pt x="147" y="485"/>
                  <a:pt x="147" y="485"/>
                  <a:pt x="147" y="485"/>
                </a:cubicBezTo>
                <a:cubicBezTo>
                  <a:pt x="147" y="685"/>
                  <a:pt x="147" y="685"/>
                  <a:pt x="147" y="685"/>
                </a:cubicBezTo>
                <a:cubicBezTo>
                  <a:pt x="147" y="701"/>
                  <a:pt x="160" y="714"/>
                  <a:pt x="176" y="714"/>
                </a:cubicBezTo>
                <a:cubicBezTo>
                  <a:pt x="275" y="714"/>
                  <a:pt x="275" y="714"/>
                  <a:pt x="275" y="714"/>
                </a:cubicBezTo>
                <a:cubicBezTo>
                  <a:pt x="291" y="714"/>
                  <a:pt x="304" y="701"/>
                  <a:pt x="304" y="685"/>
                </a:cubicBezTo>
                <a:cubicBezTo>
                  <a:pt x="304" y="485"/>
                  <a:pt x="304" y="485"/>
                  <a:pt x="304" y="485"/>
                </a:cubicBezTo>
                <a:cubicBezTo>
                  <a:pt x="310" y="485"/>
                  <a:pt x="316" y="485"/>
                  <a:pt x="322" y="486"/>
                </a:cubicBezTo>
                <a:cubicBezTo>
                  <a:pt x="462" y="493"/>
                  <a:pt x="597" y="549"/>
                  <a:pt x="702" y="642"/>
                </a:cubicBezTo>
                <a:cubicBezTo>
                  <a:pt x="707" y="646"/>
                  <a:pt x="714" y="649"/>
                  <a:pt x="721" y="649"/>
                </a:cubicBezTo>
                <a:cubicBezTo>
                  <a:pt x="725" y="649"/>
                  <a:pt x="729" y="648"/>
                  <a:pt x="733" y="646"/>
                </a:cubicBezTo>
                <a:cubicBezTo>
                  <a:pt x="743" y="642"/>
                  <a:pt x="750" y="631"/>
                  <a:pt x="750" y="620"/>
                </a:cubicBezTo>
                <a:cubicBezTo>
                  <a:pt x="750" y="449"/>
                  <a:pt x="750" y="449"/>
                  <a:pt x="750" y="449"/>
                </a:cubicBezTo>
                <a:cubicBezTo>
                  <a:pt x="807" y="435"/>
                  <a:pt x="849" y="383"/>
                  <a:pt x="849" y="324"/>
                </a:cubicBezTo>
                <a:cubicBezTo>
                  <a:pt x="849" y="266"/>
                  <a:pt x="807" y="214"/>
                  <a:pt x="750" y="200"/>
                </a:cubicBezTo>
                <a:close/>
                <a:moveTo>
                  <a:pt x="790" y="324"/>
                </a:moveTo>
                <a:cubicBezTo>
                  <a:pt x="790" y="352"/>
                  <a:pt x="775" y="376"/>
                  <a:pt x="750" y="387"/>
                </a:cubicBezTo>
                <a:cubicBezTo>
                  <a:pt x="750" y="262"/>
                  <a:pt x="750" y="262"/>
                  <a:pt x="750" y="262"/>
                </a:cubicBezTo>
                <a:cubicBezTo>
                  <a:pt x="775" y="273"/>
                  <a:pt x="790" y="297"/>
                  <a:pt x="790" y="324"/>
                </a:cubicBezTo>
                <a:close/>
                <a:moveTo>
                  <a:pt x="692" y="90"/>
                </a:moveTo>
                <a:cubicBezTo>
                  <a:pt x="692" y="559"/>
                  <a:pt x="692" y="559"/>
                  <a:pt x="692" y="559"/>
                </a:cubicBezTo>
                <a:cubicBezTo>
                  <a:pt x="593" y="486"/>
                  <a:pt x="476" y="441"/>
                  <a:pt x="353" y="430"/>
                </a:cubicBezTo>
                <a:cubicBezTo>
                  <a:pt x="353" y="219"/>
                  <a:pt x="353" y="219"/>
                  <a:pt x="353" y="219"/>
                </a:cubicBezTo>
                <a:cubicBezTo>
                  <a:pt x="476" y="207"/>
                  <a:pt x="593" y="163"/>
                  <a:pt x="692" y="90"/>
                </a:cubicBezTo>
                <a:close/>
                <a:moveTo>
                  <a:pt x="246" y="485"/>
                </a:moveTo>
                <a:cubicBezTo>
                  <a:pt x="246" y="656"/>
                  <a:pt x="246" y="656"/>
                  <a:pt x="246" y="656"/>
                </a:cubicBezTo>
                <a:cubicBezTo>
                  <a:pt x="206" y="656"/>
                  <a:pt x="206" y="656"/>
                  <a:pt x="206" y="656"/>
                </a:cubicBezTo>
                <a:cubicBezTo>
                  <a:pt x="206" y="485"/>
                  <a:pt x="206" y="485"/>
                  <a:pt x="206" y="485"/>
                </a:cubicBezTo>
                <a:lnTo>
                  <a:pt x="246" y="485"/>
                </a:lnTo>
                <a:close/>
                <a:moveTo>
                  <a:pt x="295" y="222"/>
                </a:moveTo>
                <a:cubicBezTo>
                  <a:pt x="295" y="427"/>
                  <a:pt x="295" y="427"/>
                  <a:pt x="295" y="427"/>
                </a:cubicBezTo>
                <a:cubicBezTo>
                  <a:pt x="293" y="426"/>
                  <a:pt x="290" y="426"/>
                  <a:pt x="288" y="426"/>
                </a:cubicBezTo>
                <a:cubicBezTo>
                  <a:pt x="156" y="426"/>
                  <a:pt x="156" y="426"/>
                  <a:pt x="156" y="426"/>
                </a:cubicBezTo>
                <a:cubicBezTo>
                  <a:pt x="156" y="222"/>
                  <a:pt x="156" y="222"/>
                  <a:pt x="156" y="222"/>
                </a:cubicBezTo>
                <a:cubicBezTo>
                  <a:pt x="288" y="222"/>
                  <a:pt x="288" y="222"/>
                  <a:pt x="288" y="222"/>
                </a:cubicBezTo>
                <a:cubicBezTo>
                  <a:pt x="290" y="222"/>
                  <a:pt x="293" y="222"/>
                  <a:pt x="295" y="222"/>
                </a:cubicBezTo>
                <a:close/>
                <a:moveTo>
                  <a:pt x="98" y="255"/>
                </a:moveTo>
                <a:cubicBezTo>
                  <a:pt x="98" y="394"/>
                  <a:pt x="98" y="394"/>
                  <a:pt x="98" y="394"/>
                </a:cubicBezTo>
                <a:cubicBezTo>
                  <a:pt x="58" y="394"/>
                  <a:pt x="58" y="394"/>
                  <a:pt x="58" y="394"/>
                </a:cubicBezTo>
                <a:cubicBezTo>
                  <a:pt x="58" y="255"/>
                  <a:pt x="58" y="255"/>
                  <a:pt x="58" y="255"/>
                </a:cubicBezTo>
                <a:lnTo>
                  <a:pt x="98" y="25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5" name="Google Shape;1615;p35"/>
          <p:cNvSpPr/>
          <p:nvPr/>
        </p:nvSpPr>
        <p:spPr>
          <a:xfrm>
            <a:off x="2946696" y="3601180"/>
            <a:ext cx="598074" cy="477309"/>
          </a:xfrm>
          <a:custGeom>
            <a:avLst/>
            <a:gdLst/>
            <a:ahLst/>
            <a:cxnLst/>
            <a:rect l="l" t="t" r="r" b="b"/>
            <a:pathLst>
              <a:path w="1157" h="922" extrusionOk="0">
                <a:moveTo>
                  <a:pt x="1144" y="676"/>
                </a:moveTo>
                <a:cubicBezTo>
                  <a:pt x="1054" y="587"/>
                  <a:pt x="1054" y="587"/>
                  <a:pt x="1054" y="587"/>
                </a:cubicBezTo>
                <a:cubicBezTo>
                  <a:pt x="1054" y="280"/>
                  <a:pt x="1054" y="280"/>
                  <a:pt x="1054" y="280"/>
                </a:cubicBezTo>
                <a:cubicBezTo>
                  <a:pt x="1113" y="259"/>
                  <a:pt x="1113" y="259"/>
                  <a:pt x="1113" y="259"/>
                </a:cubicBezTo>
                <a:cubicBezTo>
                  <a:pt x="1126" y="255"/>
                  <a:pt x="1135" y="242"/>
                  <a:pt x="1135" y="228"/>
                </a:cubicBezTo>
                <a:cubicBezTo>
                  <a:pt x="1135" y="213"/>
                  <a:pt x="1126" y="201"/>
                  <a:pt x="1113" y="196"/>
                </a:cubicBezTo>
                <a:cubicBezTo>
                  <a:pt x="579" y="3"/>
                  <a:pt x="579" y="3"/>
                  <a:pt x="579" y="3"/>
                </a:cubicBezTo>
                <a:cubicBezTo>
                  <a:pt x="572" y="0"/>
                  <a:pt x="564" y="0"/>
                  <a:pt x="556" y="3"/>
                </a:cubicBezTo>
                <a:cubicBezTo>
                  <a:pt x="23" y="196"/>
                  <a:pt x="23" y="196"/>
                  <a:pt x="23" y="196"/>
                </a:cubicBezTo>
                <a:cubicBezTo>
                  <a:pt x="9" y="201"/>
                  <a:pt x="0" y="213"/>
                  <a:pt x="0" y="227"/>
                </a:cubicBezTo>
                <a:cubicBezTo>
                  <a:pt x="0" y="242"/>
                  <a:pt x="9" y="254"/>
                  <a:pt x="22" y="259"/>
                </a:cubicBezTo>
                <a:cubicBezTo>
                  <a:pt x="219" y="332"/>
                  <a:pt x="219" y="332"/>
                  <a:pt x="219" y="332"/>
                </a:cubicBezTo>
                <a:cubicBezTo>
                  <a:pt x="219" y="555"/>
                  <a:pt x="219" y="555"/>
                  <a:pt x="219" y="555"/>
                </a:cubicBezTo>
                <a:cubicBezTo>
                  <a:pt x="219" y="562"/>
                  <a:pt x="221" y="569"/>
                  <a:pt x="225" y="574"/>
                </a:cubicBezTo>
                <a:cubicBezTo>
                  <a:pt x="228" y="577"/>
                  <a:pt x="248" y="605"/>
                  <a:pt x="301" y="632"/>
                </a:cubicBezTo>
                <a:cubicBezTo>
                  <a:pt x="367" y="666"/>
                  <a:pt x="455" y="683"/>
                  <a:pt x="561" y="683"/>
                </a:cubicBezTo>
                <a:cubicBezTo>
                  <a:pt x="666" y="683"/>
                  <a:pt x="754" y="666"/>
                  <a:pt x="821" y="632"/>
                </a:cubicBezTo>
                <a:cubicBezTo>
                  <a:pt x="875" y="606"/>
                  <a:pt x="896" y="578"/>
                  <a:pt x="898" y="575"/>
                </a:cubicBezTo>
                <a:cubicBezTo>
                  <a:pt x="902" y="569"/>
                  <a:pt x="905" y="562"/>
                  <a:pt x="905" y="555"/>
                </a:cubicBezTo>
                <a:cubicBezTo>
                  <a:pt x="905" y="334"/>
                  <a:pt x="905" y="334"/>
                  <a:pt x="905" y="334"/>
                </a:cubicBezTo>
                <a:cubicBezTo>
                  <a:pt x="987" y="305"/>
                  <a:pt x="987" y="305"/>
                  <a:pt x="987" y="305"/>
                </a:cubicBezTo>
                <a:cubicBezTo>
                  <a:pt x="987" y="587"/>
                  <a:pt x="987" y="587"/>
                  <a:pt x="987" y="587"/>
                </a:cubicBezTo>
                <a:cubicBezTo>
                  <a:pt x="898" y="676"/>
                  <a:pt x="898" y="676"/>
                  <a:pt x="898" y="676"/>
                </a:cubicBezTo>
                <a:cubicBezTo>
                  <a:pt x="891" y="683"/>
                  <a:pt x="888" y="691"/>
                  <a:pt x="888" y="700"/>
                </a:cubicBezTo>
                <a:cubicBezTo>
                  <a:pt x="888" y="709"/>
                  <a:pt x="891" y="718"/>
                  <a:pt x="898" y="724"/>
                </a:cubicBezTo>
                <a:cubicBezTo>
                  <a:pt x="987" y="813"/>
                  <a:pt x="987" y="813"/>
                  <a:pt x="987" y="813"/>
                </a:cubicBezTo>
                <a:cubicBezTo>
                  <a:pt x="987" y="888"/>
                  <a:pt x="987" y="888"/>
                  <a:pt x="987" y="888"/>
                </a:cubicBezTo>
                <a:cubicBezTo>
                  <a:pt x="987" y="907"/>
                  <a:pt x="1002" y="922"/>
                  <a:pt x="1021" y="922"/>
                </a:cubicBezTo>
                <a:cubicBezTo>
                  <a:pt x="1039" y="922"/>
                  <a:pt x="1054" y="907"/>
                  <a:pt x="1054" y="888"/>
                </a:cubicBezTo>
                <a:cubicBezTo>
                  <a:pt x="1054" y="813"/>
                  <a:pt x="1054" y="813"/>
                  <a:pt x="1054" y="813"/>
                </a:cubicBezTo>
                <a:cubicBezTo>
                  <a:pt x="1144" y="724"/>
                  <a:pt x="1144" y="724"/>
                  <a:pt x="1144" y="724"/>
                </a:cubicBezTo>
                <a:cubicBezTo>
                  <a:pt x="1157" y="711"/>
                  <a:pt x="1157" y="689"/>
                  <a:pt x="1144" y="676"/>
                </a:cubicBezTo>
                <a:close/>
                <a:moveTo>
                  <a:pt x="568" y="70"/>
                </a:moveTo>
                <a:cubicBezTo>
                  <a:pt x="1002" y="228"/>
                  <a:pt x="1002" y="228"/>
                  <a:pt x="1002" y="228"/>
                </a:cubicBezTo>
                <a:cubicBezTo>
                  <a:pt x="561" y="387"/>
                  <a:pt x="561" y="387"/>
                  <a:pt x="561" y="387"/>
                </a:cubicBezTo>
                <a:cubicBezTo>
                  <a:pt x="132" y="228"/>
                  <a:pt x="132" y="228"/>
                  <a:pt x="132" y="228"/>
                </a:cubicBezTo>
                <a:lnTo>
                  <a:pt x="568" y="70"/>
                </a:lnTo>
                <a:close/>
                <a:moveTo>
                  <a:pt x="837" y="541"/>
                </a:moveTo>
                <a:cubicBezTo>
                  <a:pt x="722" y="645"/>
                  <a:pt x="378" y="633"/>
                  <a:pt x="287" y="542"/>
                </a:cubicBezTo>
                <a:cubicBezTo>
                  <a:pt x="287" y="357"/>
                  <a:pt x="287" y="357"/>
                  <a:pt x="287" y="357"/>
                </a:cubicBezTo>
                <a:cubicBezTo>
                  <a:pt x="549" y="454"/>
                  <a:pt x="549" y="454"/>
                  <a:pt x="549" y="454"/>
                </a:cubicBezTo>
                <a:cubicBezTo>
                  <a:pt x="553" y="455"/>
                  <a:pt x="557" y="459"/>
                  <a:pt x="572" y="454"/>
                </a:cubicBezTo>
                <a:cubicBezTo>
                  <a:pt x="837" y="359"/>
                  <a:pt x="837" y="359"/>
                  <a:pt x="837" y="359"/>
                </a:cubicBezTo>
                <a:cubicBezTo>
                  <a:pt x="837" y="541"/>
                  <a:pt x="837" y="541"/>
                  <a:pt x="837" y="541"/>
                </a:cubicBezTo>
                <a:close/>
                <a:moveTo>
                  <a:pt x="1021" y="752"/>
                </a:moveTo>
                <a:cubicBezTo>
                  <a:pt x="969" y="700"/>
                  <a:pt x="969" y="700"/>
                  <a:pt x="969" y="700"/>
                </a:cubicBezTo>
                <a:cubicBezTo>
                  <a:pt x="1021" y="649"/>
                  <a:pt x="1021" y="649"/>
                  <a:pt x="1021" y="649"/>
                </a:cubicBezTo>
                <a:cubicBezTo>
                  <a:pt x="1072" y="700"/>
                  <a:pt x="1072" y="700"/>
                  <a:pt x="1072" y="700"/>
                </a:cubicBezTo>
                <a:lnTo>
                  <a:pt x="1021" y="75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26" name="Google Shape;1616;p35"/>
          <p:cNvGrpSpPr/>
          <p:nvPr/>
        </p:nvGrpSpPr>
        <p:grpSpPr>
          <a:xfrm>
            <a:off x="4620382" y="3586908"/>
            <a:ext cx="550632" cy="500313"/>
            <a:chOff x="7708900" y="-1536700"/>
            <a:chExt cx="608013" cy="552450"/>
          </a:xfrm>
          <a:solidFill>
            <a:schemeClr val="bg1">
              <a:lumMod val="85000"/>
            </a:schemeClr>
          </a:solidFill>
        </p:grpSpPr>
        <p:sp>
          <p:nvSpPr>
            <p:cNvPr id="227" name="Google Shape;1617;p35"/>
            <p:cNvSpPr/>
            <p:nvPr/>
          </p:nvSpPr>
          <p:spPr>
            <a:xfrm>
              <a:off x="7708900" y="-1536700"/>
              <a:ext cx="150813" cy="411162"/>
            </a:xfrm>
            <a:custGeom>
              <a:avLst/>
              <a:gdLst/>
              <a:ahLst/>
              <a:cxnLst/>
              <a:rect l="l" t="t" r="r" b="b"/>
              <a:pathLst>
                <a:path w="263" h="718" extrusionOk="0">
                  <a:moveTo>
                    <a:pt x="247" y="73"/>
                  </a:moveTo>
                  <a:cubicBezTo>
                    <a:pt x="263" y="58"/>
                    <a:pt x="263" y="32"/>
                    <a:pt x="247" y="16"/>
                  </a:cubicBezTo>
                  <a:cubicBezTo>
                    <a:pt x="231" y="0"/>
                    <a:pt x="205" y="0"/>
                    <a:pt x="190" y="16"/>
                  </a:cubicBezTo>
                  <a:cubicBezTo>
                    <a:pt x="0" y="205"/>
                    <a:pt x="0" y="513"/>
                    <a:pt x="190" y="702"/>
                  </a:cubicBezTo>
                  <a:cubicBezTo>
                    <a:pt x="205" y="718"/>
                    <a:pt x="231" y="718"/>
                    <a:pt x="247" y="702"/>
                  </a:cubicBezTo>
                  <a:cubicBezTo>
                    <a:pt x="263" y="687"/>
                    <a:pt x="263" y="661"/>
                    <a:pt x="247" y="645"/>
                  </a:cubicBezTo>
                  <a:cubicBezTo>
                    <a:pt x="89" y="488"/>
                    <a:pt x="89" y="231"/>
                    <a:pt x="247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8" name="Google Shape;1618;p35"/>
            <p:cNvSpPr/>
            <p:nvPr/>
          </p:nvSpPr>
          <p:spPr>
            <a:xfrm>
              <a:off x="8167688" y="-1536700"/>
              <a:ext cx="149225" cy="411162"/>
            </a:xfrm>
            <a:custGeom>
              <a:avLst/>
              <a:gdLst/>
              <a:ahLst/>
              <a:cxnLst/>
              <a:rect l="l" t="t" r="r" b="b"/>
              <a:pathLst>
                <a:path w="262" h="718" extrusionOk="0">
                  <a:moveTo>
                    <a:pt x="73" y="16"/>
                  </a:moveTo>
                  <a:cubicBezTo>
                    <a:pt x="57" y="0"/>
                    <a:pt x="31" y="0"/>
                    <a:pt x="16" y="16"/>
                  </a:cubicBezTo>
                  <a:cubicBezTo>
                    <a:pt x="0" y="32"/>
                    <a:pt x="0" y="58"/>
                    <a:pt x="16" y="73"/>
                  </a:cubicBezTo>
                  <a:cubicBezTo>
                    <a:pt x="173" y="231"/>
                    <a:pt x="173" y="488"/>
                    <a:pt x="16" y="645"/>
                  </a:cubicBezTo>
                  <a:cubicBezTo>
                    <a:pt x="0" y="661"/>
                    <a:pt x="0" y="687"/>
                    <a:pt x="16" y="702"/>
                  </a:cubicBezTo>
                  <a:cubicBezTo>
                    <a:pt x="31" y="718"/>
                    <a:pt x="57" y="718"/>
                    <a:pt x="73" y="702"/>
                  </a:cubicBezTo>
                  <a:cubicBezTo>
                    <a:pt x="262" y="513"/>
                    <a:pt x="262" y="205"/>
                    <a:pt x="73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9" name="Google Shape;1619;p35"/>
            <p:cNvSpPr/>
            <p:nvPr/>
          </p:nvSpPr>
          <p:spPr>
            <a:xfrm>
              <a:off x="7810500" y="-1470025"/>
              <a:ext cx="114300" cy="279400"/>
            </a:xfrm>
            <a:custGeom>
              <a:avLst/>
              <a:gdLst/>
              <a:ahLst/>
              <a:cxnLst/>
              <a:rect l="l" t="t" r="r" b="b"/>
              <a:pathLst>
                <a:path w="199" h="489" extrusionOk="0">
                  <a:moveTo>
                    <a:pt x="183" y="73"/>
                  </a:moveTo>
                  <a:cubicBezTo>
                    <a:pt x="199" y="57"/>
                    <a:pt x="199" y="31"/>
                    <a:pt x="183" y="16"/>
                  </a:cubicBezTo>
                  <a:cubicBezTo>
                    <a:pt x="167" y="0"/>
                    <a:pt x="142" y="0"/>
                    <a:pt x="126" y="16"/>
                  </a:cubicBezTo>
                  <a:cubicBezTo>
                    <a:pt x="0" y="142"/>
                    <a:pt x="0" y="347"/>
                    <a:pt x="126" y="473"/>
                  </a:cubicBezTo>
                  <a:cubicBezTo>
                    <a:pt x="142" y="489"/>
                    <a:pt x="167" y="489"/>
                    <a:pt x="183" y="473"/>
                  </a:cubicBezTo>
                  <a:cubicBezTo>
                    <a:pt x="199" y="457"/>
                    <a:pt x="199" y="432"/>
                    <a:pt x="183" y="416"/>
                  </a:cubicBezTo>
                  <a:cubicBezTo>
                    <a:pt x="89" y="321"/>
                    <a:pt x="89" y="167"/>
                    <a:pt x="183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0" name="Google Shape;1620;p35"/>
            <p:cNvSpPr/>
            <p:nvPr/>
          </p:nvSpPr>
          <p:spPr>
            <a:xfrm>
              <a:off x="8102600" y="-1470025"/>
              <a:ext cx="114300" cy="279400"/>
            </a:xfrm>
            <a:custGeom>
              <a:avLst/>
              <a:gdLst/>
              <a:ahLst/>
              <a:cxnLst/>
              <a:rect l="l" t="t" r="r" b="b"/>
              <a:pathLst>
                <a:path w="199" h="489" extrusionOk="0">
                  <a:moveTo>
                    <a:pt x="73" y="16"/>
                  </a:moveTo>
                  <a:cubicBezTo>
                    <a:pt x="57" y="0"/>
                    <a:pt x="31" y="0"/>
                    <a:pt x="15" y="16"/>
                  </a:cubicBezTo>
                  <a:cubicBezTo>
                    <a:pt x="0" y="31"/>
                    <a:pt x="0" y="57"/>
                    <a:pt x="15" y="73"/>
                  </a:cubicBezTo>
                  <a:cubicBezTo>
                    <a:pt x="110" y="167"/>
                    <a:pt x="110" y="321"/>
                    <a:pt x="15" y="416"/>
                  </a:cubicBezTo>
                  <a:cubicBezTo>
                    <a:pt x="0" y="432"/>
                    <a:pt x="0" y="457"/>
                    <a:pt x="15" y="473"/>
                  </a:cubicBezTo>
                  <a:cubicBezTo>
                    <a:pt x="31" y="489"/>
                    <a:pt x="57" y="489"/>
                    <a:pt x="73" y="473"/>
                  </a:cubicBezTo>
                  <a:cubicBezTo>
                    <a:pt x="199" y="347"/>
                    <a:pt x="199" y="142"/>
                    <a:pt x="73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1" name="Google Shape;1621;p35"/>
            <p:cNvSpPr/>
            <p:nvPr/>
          </p:nvSpPr>
          <p:spPr>
            <a:xfrm>
              <a:off x="7921625" y="-1422400"/>
              <a:ext cx="184150" cy="438150"/>
            </a:xfrm>
            <a:custGeom>
              <a:avLst/>
              <a:gdLst/>
              <a:ahLst/>
              <a:cxnLst/>
              <a:rect l="l" t="t" r="r" b="b"/>
              <a:pathLst>
                <a:path w="324" h="768" extrusionOk="0">
                  <a:moveTo>
                    <a:pt x="324" y="161"/>
                  </a:moveTo>
                  <a:cubicBezTo>
                    <a:pt x="324" y="72"/>
                    <a:pt x="251" y="0"/>
                    <a:pt x="162" y="0"/>
                  </a:cubicBezTo>
                  <a:cubicBezTo>
                    <a:pt x="72" y="0"/>
                    <a:pt x="0" y="72"/>
                    <a:pt x="0" y="161"/>
                  </a:cubicBezTo>
                  <a:cubicBezTo>
                    <a:pt x="0" y="237"/>
                    <a:pt x="52" y="300"/>
                    <a:pt x="121" y="318"/>
                  </a:cubicBezTo>
                  <a:cubicBezTo>
                    <a:pt x="121" y="727"/>
                    <a:pt x="121" y="727"/>
                    <a:pt x="121" y="727"/>
                  </a:cubicBezTo>
                  <a:cubicBezTo>
                    <a:pt x="121" y="750"/>
                    <a:pt x="139" y="768"/>
                    <a:pt x="162" y="768"/>
                  </a:cubicBezTo>
                  <a:cubicBezTo>
                    <a:pt x="184" y="768"/>
                    <a:pt x="202" y="750"/>
                    <a:pt x="202" y="727"/>
                  </a:cubicBezTo>
                  <a:cubicBezTo>
                    <a:pt x="202" y="318"/>
                    <a:pt x="202" y="318"/>
                    <a:pt x="202" y="318"/>
                  </a:cubicBezTo>
                  <a:cubicBezTo>
                    <a:pt x="272" y="300"/>
                    <a:pt x="324" y="237"/>
                    <a:pt x="324" y="161"/>
                  </a:cubicBezTo>
                  <a:close/>
                  <a:moveTo>
                    <a:pt x="162" y="242"/>
                  </a:moveTo>
                  <a:cubicBezTo>
                    <a:pt x="117" y="242"/>
                    <a:pt x="81" y="206"/>
                    <a:pt x="81" y="161"/>
                  </a:cubicBezTo>
                  <a:cubicBezTo>
                    <a:pt x="81" y="117"/>
                    <a:pt x="117" y="80"/>
                    <a:pt x="162" y="80"/>
                  </a:cubicBezTo>
                  <a:cubicBezTo>
                    <a:pt x="206" y="80"/>
                    <a:pt x="243" y="117"/>
                    <a:pt x="243" y="161"/>
                  </a:cubicBezTo>
                  <a:cubicBezTo>
                    <a:pt x="243" y="206"/>
                    <a:pt x="206" y="242"/>
                    <a:pt x="162" y="2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32" name="Google Shape;1622;p35"/>
          <p:cNvGrpSpPr/>
          <p:nvPr/>
        </p:nvGrpSpPr>
        <p:grpSpPr>
          <a:xfrm>
            <a:off x="5445497" y="3612599"/>
            <a:ext cx="488811" cy="383860"/>
            <a:chOff x="8475663" y="-1528763"/>
            <a:chExt cx="539750" cy="423862"/>
          </a:xfrm>
          <a:solidFill>
            <a:schemeClr val="bg1">
              <a:lumMod val="85000"/>
            </a:schemeClr>
          </a:solidFill>
        </p:grpSpPr>
        <p:sp>
          <p:nvSpPr>
            <p:cNvPr id="233" name="Google Shape;1623;p35"/>
            <p:cNvSpPr/>
            <p:nvPr/>
          </p:nvSpPr>
          <p:spPr>
            <a:xfrm>
              <a:off x="8688388" y="-1220788"/>
              <a:ext cx="114300" cy="115887"/>
            </a:xfrm>
            <a:custGeom>
              <a:avLst/>
              <a:gdLst/>
              <a:ahLst/>
              <a:cxnLst/>
              <a:rect l="l" t="t" r="r" b="b"/>
              <a:pathLst>
                <a:path w="202" h="202" extrusionOk="0">
                  <a:moveTo>
                    <a:pt x="36" y="36"/>
                  </a:moveTo>
                  <a:cubicBezTo>
                    <a:pt x="0" y="72"/>
                    <a:pt x="0" y="130"/>
                    <a:pt x="36" y="166"/>
                  </a:cubicBezTo>
                  <a:cubicBezTo>
                    <a:pt x="72" y="202"/>
                    <a:pt x="130" y="202"/>
                    <a:pt x="166" y="166"/>
                  </a:cubicBezTo>
                  <a:cubicBezTo>
                    <a:pt x="202" y="130"/>
                    <a:pt x="202" y="72"/>
                    <a:pt x="166" y="36"/>
                  </a:cubicBezTo>
                  <a:cubicBezTo>
                    <a:pt x="130" y="0"/>
                    <a:pt x="72" y="0"/>
                    <a:pt x="36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4" name="Google Shape;1624;p35"/>
            <p:cNvSpPr/>
            <p:nvPr/>
          </p:nvSpPr>
          <p:spPr>
            <a:xfrm>
              <a:off x="8618538" y="-1325563"/>
              <a:ext cx="254000" cy="103187"/>
            </a:xfrm>
            <a:custGeom>
              <a:avLst/>
              <a:gdLst/>
              <a:ahLst/>
              <a:cxnLst/>
              <a:rect l="l" t="t" r="r" b="b"/>
              <a:pathLst>
                <a:path w="444" h="180" extrusionOk="0">
                  <a:moveTo>
                    <a:pt x="222" y="0"/>
                  </a:moveTo>
                  <a:cubicBezTo>
                    <a:pt x="146" y="0"/>
                    <a:pt x="75" y="29"/>
                    <a:pt x="21" y="83"/>
                  </a:cubicBezTo>
                  <a:cubicBezTo>
                    <a:pt x="0" y="104"/>
                    <a:pt x="0" y="138"/>
                    <a:pt x="21" y="159"/>
                  </a:cubicBezTo>
                  <a:cubicBezTo>
                    <a:pt x="42" y="180"/>
                    <a:pt x="77" y="180"/>
                    <a:pt x="98" y="159"/>
                  </a:cubicBezTo>
                  <a:cubicBezTo>
                    <a:pt x="131" y="126"/>
                    <a:pt x="175" y="107"/>
                    <a:pt x="222" y="107"/>
                  </a:cubicBezTo>
                  <a:cubicBezTo>
                    <a:pt x="269" y="107"/>
                    <a:pt x="314" y="126"/>
                    <a:pt x="347" y="159"/>
                  </a:cubicBezTo>
                  <a:cubicBezTo>
                    <a:pt x="357" y="170"/>
                    <a:pt x="371" y="175"/>
                    <a:pt x="385" y="175"/>
                  </a:cubicBezTo>
                  <a:cubicBezTo>
                    <a:pt x="399" y="175"/>
                    <a:pt x="413" y="170"/>
                    <a:pt x="423" y="159"/>
                  </a:cubicBezTo>
                  <a:cubicBezTo>
                    <a:pt x="444" y="138"/>
                    <a:pt x="444" y="104"/>
                    <a:pt x="423" y="83"/>
                  </a:cubicBezTo>
                  <a:cubicBezTo>
                    <a:pt x="369" y="29"/>
                    <a:pt x="298" y="0"/>
                    <a:pt x="2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5" name="Google Shape;1625;p35"/>
            <p:cNvSpPr/>
            <p:nvPr/>
          </p:nvSpPr>
          <p:spPr>
            <a:xfrm>
              <a:off x="8547100" y="-1427163"/>
              <a:ext cx="396875" cy="133350"/>
            </a:xfrm>
            <a:custGeom>
              <a:avLst/>
              <a:gdLst/>
              <a:ahLst/>
              <a:cxnLst/>
              <a:rect l="l" t="t" r="r" b="b"/>
              <a:pathLst>
                <a:path w="695" h="233" extrusionOk="0">
                  <a:moveTo>
                    <a:pt x="347" y="0"/>
                  </a:moveTo>
                  <a:cubicBezTo>
                    <a:pt x="224" y="0"/>
                    <a:pt x="108" y="48"/>
                    <a:pt x="21" y="135"/>
                  </a:cubicBezTo>
                  <a:cubicBezTo>
                    <a:pt x="0" y="156"/>
                    <a:pt x="0" y="191"/>
                    <a:pt x="21" y="212"/>
                  </a:cubicBezTo>
                  <a:cubicBezTo>
                    <a:pt x="42" y="233"/>
                    <a:pt x="76" y="233"/>
                    <a:pt x="97" y="212"/>
                  </a:cubicBezTo>
                  <a:cubicBezTo>
                    <a:pt x="164" y="145"/>
                    <a:pt x="253" y="108"/>
                    <a:pt x="347" y="108"/>
                  </a:cubicBezTo>
                  <a:cubicBezTo>
                    <a:pt x="442" y="108"/>
                    <a:pt x="531" y="145"/>
                    <a:pt x="597" y="212"/>
                  </a:cubicBezTo>
                  <a:cubicBezTo>
                    <a:pt x="608" y="222"/>
                    <a:pt x="622" y="227"/>
                    <a:pt x="635" y="227"/>
                  </a:cubicBezTo>
                  <a:cubicBezTo>
                    <a:pt x="649" y="227"/>
                    <a:pt x="663" y="222"/>
                    <a:pt x="674" y="212"/>
                  </a:cubicBezTo>
                  <a:cubicBezTo>
                    <a:pt x="695" y="191"/>
                    <a:pt x="695" y="156"/>
                    <a:pt x="674" y="135"/>
                  </a:cubicBezTo>
                  <a:cubicBezTo>
                    <a:pt x="586" y="48"/>
                    <a:pt x="471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6" name="Google Shape;1626;p35"/>
            <p:cNvSpPr/>
            <p:nvPr/>
          </p:nvSpPr>
          <p:spPr>
            <a:xfrm>
              <a:off x="8475663" y="-1528763"/>
              <a:ext cx="539750" cy="163512"/>
            </a:xfrm>
            <a:custGeom>
              <a:avLst/>
              <a:gdLst/>
              <a:ahLst/>
              <a:cxnLst/>
              <a:rect l="l" t="t" r="r" b="b"/>
              <a:pathLst>
                <a:path w="946" h="285" extrusionOk="0">
                  <a:moveTo>
                    <a:pt x="925" y="188"/>
                  </a:moveTo>
                  <a:cubicBezTo>
                    <a:pt x="805" y="67"/>
                    <a:pt x="644" y="0"/>
                    <a:pt x="473" y="0"/>
                  </a:cubicBezTo>
                  <a:cubicBezTo>
                    <a:pt x="302" y="0"/>
                    <a:pt x="142" y="67"/>
                    <a:pt x="21" y="188"/>
                  </a:cubicBezTo>
                  <a:cubicBezTo>
                    <a:pt x="0" y="209"/>
                    <a:pt x="0" y="243"/>
                    <a:pt x="21" y="264"/>
                  </a:cubicBezTo>
                  <a:cubicBezTo>
                    <a:pt x="32" y="274"/>
                    <a:pt x="45" y="280"/>
                    <a:pt x="59" y="280"/>
                  </a:cubicBezTo>
                  <a:cubicBezTo>
                    <a:pt x="73" y="280"/>
                    <a:pt x="87" y="274"/>
                    <a:pt x="97" y="264"/>
                  </a:cubicBezTo>
                  <a:cubicBezTo>
                    <a:pt x="198" y="163"/>
                    <a:pt x="331" y="108"/>
                    <a:pt x="473" y="108"/>
                  </a:cubicBezTo>
                  <a:cubicBezTo>
                    <a:pt x="615" y="108"/>
                    <a:pt x="749" y="163"/>
                    <a:pt x="849" y="264"/>
                  </a:cubicBezTo>
                  <a:cubicBezTo>
                    <a:pt x="870" y="285"/>
                    <a:pt x="904" y="285"/>
                    <a:pt x="925" y="264"/>
                  </a:cubicBezTo>
                  <a:cubicBezTo>
                    <a:pt x="946" y="243"/>
                    <a:pt x="946" y="209"/>
                    <a:pt x="925" y="18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37" name="Google Shape;1627;p35"/>
          <p:cNvSpPr/>
          <p:nvPr/>
        </p:nvSpPr>
        <p:spPr>
          <a:xfrm>
            <a:off x="3816001" y="3567995"/>
            <a:ext cx="514689" cy="514689"/>
          </a:xfrm>
          <a:custGeom>
            <a:avLst/>
            <a:gdLst/>
            <a:ahLst/>
            <a:cxnLst/>
            <a:rect l="l" t="t" r="r" b="b"/>
            <a:pathLst>
              <a:path w="996" h="997" extrusionOk="0">
                <a:moveTo>
                  <a:pt x="996" y="382"/>
                </a:moveTo>
                <a:cubicBezTo>
                  <a:pt x="996" y="289"/>
                  <a:pt x="928" y="212"/>
                  <a:pt x="838" y="199"/>
                </a:cubicBezTo>
                <a:cubicBezTo>
                  <a:pt x="839" y="194"/>
                  <a:pt x="839" y="190"/>
                  <a:pt x="839" y="185"/>
                </a:cubicBezTo>
                <a:cubicBezTo>
                  <a:pt x="839" y="83"/>
                  <a:pt x="756" y="0"/>
                  <a:pt x="654" y="0"/>
                </a:cubicBezTo>
                <a:cubicBezTo>
                  <a:pt x="589" y="0"/>
                  <a:pt x="531" y="34"/>
                  <a:pt x="498" y="86"/>
                </a:cubicBezTo>
                <a:cubicBezTo>
                  <a:pt x="465" y="34"/>
                  <a:pt x="408" y="0"/>
                  <a:pt x="342" y="0"/>
                </a:cubicBezTo>
                <a:cubicBezTo>
                  <a:pt x="241" y="0"/>
                  <a:pt x="158" y="83"/>
                  <a:pt x="158" y="185"/>
                </a:cubicBezTo>
                <a:cubicBezTo>
                  <a:pt x="158" y="190"/>
                  <a:pt x="158" y="194"/>
                  <a:pt x="158" y="199"/>
                </a:cubicBezTo>
                <a:cubicBezTo>
                  <a:pt x="69" y="212"/>
                  <a:pt x="0" y="289"/>
                  <a:pt x="0" y="382"/>
                </a:cubicBezTo>
                <a:cubicBezTo>
                  <a:pt x="0" y="425"/>
                  <a:pt x="15" y="466"/>
                  <a:pt x="42" y="499"/>
                </a:cubicBezTo>
                <a:cubicBezTo>
                  <a:pt x="15" y="531"/>
                  <a:pt x="0" y="573"/>
                  <a:pt x="0" y="615"/>
                </a:cubicBezTo>
                <a:cubicBezTo>
                  <a:pt x="0" y="708"/>
                  <a:pt x="69" y="785"/>
                  <a:pt x="158" y="798"/>
                </a:cubicBezTo>
                <a:cubicBezTo>
                  <a:pt x="158" y="803"/>
                  <a:pt x="158" y="807"/>
                  <a:pt x="158" y="812"/>
                </a:cubicBezTo>
                <a:cubicBezTo>
                  <a:pt x="158" y="914"/>
                  <a:pt x="241" y="997"/>
                  <a:pt x="342" y="997"/>
                </a:cubicBezTo>
                <a:cubicBezTo>
                  <a:pt x="408" y="997"/>
                  <a:pt x="465" y="963"/>
                  <a:pt x="498" y="912"/>
                </a:cubicBezTo>
                <a:cubicBezTo>
                  <a:pt x="531" y="963"/>
                  <a:pt x="589" y="997"/>
                  <a:pt x="654" y="997"/>
                </a:cubicBezTo>
                <a:cubicBezTo>
                  <a:pt x="756" y="997"/>
                  <a:pt x="839" y="914"/>
                  <a:pt x="839" y="812"/>
                </a:cubicBezTo>
                <a:cubicBezTo>
                  <a:pt x="839" y="807"/>
                  <a:pt x="839" y="803"/>
                  <a:pt x="838" y="798"/>
                </a:cubicBezTo>
                <a:cubicBezTo>
                  <a:pt x="928" y="785"/>
                  <a:pt x="996" y="708"/>
                  <a:pt x="996" y="615"/>
                </a:cubicBezTo>
                <a:cubicBezTo>
                  <a:pt x="996" y="573"/>
                  <a:pt x="981" y="531"/>
                  <a:pt x="955" y="499"/>
                </a:cubicBezTo>
                <a:cubicBezTo>
                  <a:pt x="981" y="466"/>
                  <a:pt x="996" y="425"/>
                  <a:pt x="996" y="382"/>
                </a:cubicBezTo>
                <a:close/>
                <a:moveTo>
                  <a:pt x="342" y="938"/>
                </a:moveTo>
                <a:cubicBezTo>
                  <a:pt x="273" y="938"/>
                  <a:pt x="216" y="882"/>
                  <a:pt x="216" y="812"/>
                </a:cubicBezTo>
                <a:cubicBezTo>
                  <a:pt x="216" y="807"/>
                  <a:pt x="216" y="802"/>
                  <a:pt x="217" y="797"/>
                </a:cubicBezTo>
                <a:cubicBezTo>
                  <a:pt x="254" y="791"/>
                  <a:pt x="288" y="773"/>
                  <a:pt x="316" y="746"/>
                </a:cubicBezTo>
                <a:cubicBezTo>
                  <a:pt x="327" y="735"/>
                  <a:pt x="327" y="716"/>
                  <a:pt x="316" y="705"/>
                </a:cubicBezTo>
                <a:cubicBezTo>
                  <a:pt x="304" y="693"/>
                  <a:pt x="286" y="693"/>
                  <a:pt x="274" y="705"/>
                </a:cubicBezTo>
                <a:cubicBezTo>
                  <a:pt x="252" y="727"/>
                  <a:pt x="222" y="740"/>
                  <a:pt x="191" y="742"/>
                </a:cubicBezTo>
                <a:cubicBezTo>
                  <a:pt x="191" y="742"/>
                  <a:pt x="191" y="742"/>
                  <a:pt x="191" y="742"/>
                </a:cubicBezTo>
                <a:cubicBezTo>
                  <a:pt x="189" y="742"/>
                  <a:pt x="187" y="742"/>
                  <a:pt x="185" y="742"/>
                </a:cubicBezTo>
                <a:cubicBezTo>
                  <a:pt x="115" y="742"/>
                  <a:pt x="58" y="685"/>
                  <a:pt x="58" y="615"/>
                </a:cubicBezTo>
                <a:cubicBezTo>
                  <a:pt x="58" y="579"/>
                  <a:pt x="74" y="545"/>
                  <a:pt x="101" y="521"/>
                </a:cubicBezTo>
                <a:cubicBezTo>
                  <a:pt x="107" y="515"/>
                  <a:pt x="111" y="507"/>
                  <a:pt x="111" y="499"/>
                </a:cubicBezTo>
                <a:cubicBezTo>
                  <a:pt x="111" y="490"/>
                  <a:pt x="107" y="482"/>
                  <a:pt x="101" y="477"/>
                </a:cubicBezTo>
                <a:cubicBezTo>
                  <a:pt x="74" y="453"/>
                  <a:pt x="58" y="418"/>
                  <a:pt x="58" y="382"/>
                </a:cubicBezTo>
                <a:cubicBezTo>
                  <a:pt x="58" y="312"/>
                  <a:pt x="115" y="255"/>
                  <a:pt x="185" y="255"/>
                </a:cubicBezTo>
                <a:cubicBezTo>
                  <a:pt x="187" y="255"/>
                  <a:pt x="189" y="255"/>
                  <a:pt x="191" y="256"/>
                </a:cubicBezTo>
                <a:cubicBezTo>
                  <a:pt x="191" y="256"/>
                  <a:pt x="191" y="256"/>
                  <a:pt x="191" y="256"/>
                </a:cubicBezTo>
                <a:cubicBezTo>
                  <a:pt x="222" y="257"/>
                  <a:pt x="252" y="270"/>
                  <a:pt x="274" y="292"/>
                </a:cubicBezTo>
                <a:cubicBezTo>
                  <a:pt x="280" y="298"/>
                  <a:pt x="287" y="301"/>
                  <a:pt x="295" y="301"/>
                </a:cubicBezTo>
                <a:cubicBezTo>
                  <a:pt x="302" y="301"/>
                  <a:pt x="310" y="298"/>
                  <a:pt x="316" y="292"/>
                </a:cubicBezTo>
                <a:cubicBezTo>
                  <a:pt x="327" y="281"/>
                  <a:pt x="327" y="263"/>
                  <a:pt x="316" y="251"/>
                </a:cubicBezTo>
                <a:cubicBezTo>
                  <a:pt x="288" y="224"/>
                  <a:pt x="254" y="206"/>
                  <a:pt x="217" y="200"/>
                </a:cubicBezTo>
                <a:cubicBezTo>
                  <a:pt x="216" y="195"/>
                  <a:pt x="216" y="190"/>
                  <a:pt x="216" y="185"/>
                </a:cubicBezTo>
                <a:cubicBezTo>
                  <a:pt x="216" y="116"/>
                  <a:pt x="273" y="59"/>
                  <a:pt x="342" y="59"/>
                </a:cubicBezTo>
                <a:cubicBezTo>
                  <a:pt x="412" y="59"/>
                  <a:pt x="469" y="116"/>
                  <a:pt x="469" y="185"/>
                </a:cubicBezTo>
                <a:cubicBezTo>
                  <a:pt x="469" y="812"/>
                  <a:pt x="469" y="812"/>
                  <a:pt x="469" y="812"/>
                </a:cubicBezTo>
                <a:cubicBezTo>
                  <a:pt x="469" y="882"/>
                  <a:pt x="412" y="938"/>
                  <a:pt x="342" y="938"/>
                </a:cubicBezTo>
                <a:close/>
                <a:moveTo>
                  <a:pt x="895" y="521"/>
                </a:moveTo>
                <a:cubicBezTo>
                  <a:pt x="922" y="545"/>
                  <a:pt x="938" y="579"/>
                  <a:pt x="938" y="615"/>
                </a:cubicBezTo>
                <a:cubicBezTo>
                  <a:pt x="938" y="685"/>
                  <a:pt x="881" y="742"/>
                  <a:pt x="811" y="742"/>
                </a:cubicBezTo>
                <a:cubicBezTo>
                  <a:pt x="810" y="742"/>
                  <a:pt x="808" y="742"/>
                  <a:pt x="805" y="742"/>
                </a:cubicBezTo>
                <a:cubicBezTo>
                  <a:pt x="796" y="741"/>
                  <a:pt x="787" y="745"/>
                  <a:pt x="781" y="753"/>
                </a:cubicBezTo>
                <a:cubicBezTo>
                  <a:pt x="775" y="760"/>
                  <a:pt x="773" y="770"/>
                  <a:pt x="776" y="779"/>
                </a:cubicBezTo>
                <a:cubicBezTo>
                  <a:pt x="779" y="789"/>
                  <a:pt x="780" y="801"/>
                  <a:pt x="780" y="812"/>
                </a:cubicBezTo>
                <a:cubicBezTo>
                  <a:pt x="780" y="882"/>
                  <a:pt x="724" y="938"/>
                  <a:pt x="654" y="938"/>
                </a:cubicBezTo>
                <a:cubicBezTo>
                  <a:pt x="584" y="938"/>
                  <a:pt x="527" y="882"/>
                  <a:pt x="527" y="812"/>
                </a:cubicBezTo>
                <a:cubicBezTo>
                  <a:pt x="527" y="722"/>
                  <a:pt x="527" y="722"/>
                  <a:pt x="527" y="722"/>
                </a:cubicBezTo>
                <a:cubicBezTo>
                  <a:pt x="591" y="722"/>
                  <a:pt x="591" y="722"/>
                  <a:pt x="591" y="722"/>
                </a:cubicBezTo>
                <a:cubicBezTo>
                  <a:pt x="603" y="756"/>
                  <a:pt x="635" y="781"/>
                  <a:pt x="673" y="781"/>
                </a:cubicBezTo>
                <a:cubicBezTo>
                  <a:pt x="722" y="781"/>
                  <a:pt x="761" y="742"/>
                  <a:pt x="761" y="693"/>
                </a:cubicBezTo>
                <a:cubicBezTo>
                  <a:pt x="761" y="645"/>
                  <a:pt x="722" y="606"/>
                  <a:pt x="673" y="606"/>
                </a:cubicBezTo>
                <a:cubicBezTo>
                  <a:pt x="635" y="606"/>
                  <a:pt x="603" y="630"/>
                  <a:pt x="591" y="664"/>
                </a:cubicBezTo>
                <a:cubicBezTo>
                  <a:pt x="527" y="664"/>
                  <a:pt x="527" y="664"/>
                  <a:pt x="527" y="664"/>
                </a:cubicBezTo>
                <a:cubicBezTo>
                  <a:pt x="527" y="528"/>
                  <a:pt x="527" y="528"/>
                  <a:pt x="527" y="528"/>
                </a:cubicBezTo>
                <a:cubicBezTo>
                  <a:pt x="669" y="528"/>
                  <a:pt x="669" y="528"/>
                  <a:pt x="669" y="528"/>
                </a:cubicBezTo>
                <a:cubicBezTo>
                  <a:pt x="681" y="562"/>
                  <a:pt x="713" y="586"/>
                  <a:pt x="751" y="586"/>
                </a:cubicBezTo>
                <a:cubicBezTo>
                  <a:pt x="799" y="586"/>
                  <a:pt x="839" y="547"/>
                  <a:pt x="839" y="499"/>
                </a:cubicBezTo>
                <a:cubicBezTo>
                  <a:pt x="839" y="450"/>
                  <a:pt x="799" y="411"/>
                  <a:pt x="751" y="411"/>
                </a:cubicBezTo>
                <a:cubicBezTo>
                  <a:pt x="713" y="411"/>
                  <a:pt x="681" y="435"/>
                  <a:pt x="669" y="469"/>
                </a:cubicBezTo>
                <a:cubicBezTo>
                  <a:pt x="527" y="469"/>
                  <a:pt x="527" y="469"/>
                  <a:pt x="527" y="469"/>
                </a:cubicBezTo>
                <a:cubicBezTo>
                  <a:pt x="527" y="333"/>
                  <a:pt x="527" y="333"/>
                  <a:pt x="527" y="333"/>
                </a:cubicBezTo>
                <a:cubicBezTo>
                  <a:pt x="591" y="333"/>
                  <a:pt x="591" y="333"/>
                  <a:pt x="591" y="333"/>
                </a:cubicBezTo>
                <a:cubicBezTo>
                  <a:pt x="603" y="367"/>
                  <a:pt x="635" y="392"/>
                  <a:pt x="673" y="392"/>
                </a:cubicBezTo>
                <a:cubicBezTo>
                  <a:pt x="722" y="392"/>
                  <a:pt x="761" y="352"/>
                  <a:pt x="761" y="304"/>
                </a:cubicBezTo>
                <a:cubicBezTo>
                  <a:pt x="761" y="256"/>
                  <a:pt x="722" y="216"/>
                  <a:pt x="673" y="216"/>
                </a:cubicBezTo>
                <a:cubicBezTo>
                  <a:pt x="635" y="216"/>
                  <a:pt x="603" y="241"/>
                  <a:pt x="591" y="275"/>
                </a:cubicBezTo>
                <a:cubicBezTo>
                  <a:pt x="527" y="275"/>
                  <a:pt x="527" y="275"/>
                  <a:pt x="527" y="275"/>
                </a:cubicBezTo>
                <a:cubicBezTo>
                  <a:pt x="527" y="185"/>
                  <a:pt x="527" y="185"/>
                  <a:pt x="527" y="185"/>
                </a:cubicBezTo>
                <a:cubicBezTo>
                  <a:pt x="527" y="116"/>
                  <a:pt x="584" y="59"/>
                  <a:pt x="654" y="59"/>
                </a:cubicBezTo>
                <a:cubicBezTo>
                  <a:pt x="724" y="59"/>
                  <a:pt x="780" y="116"/>
                  <a:pt x="780" y="185"/>
                </a:cubicBezTo>
                <a:cubicBezTo>
                  <a:pt x="780" y="197"/>
                  <a:pt x="779" y="208"/>
                  <a:pt x="776" y="219"/>
                </a:cubicBezTo>
                <a:cubicBezTo>
                  <a:pt x="773" y="228"/>
                  <a:pt x="775" y="237"/>
                  <a:pt x="781" y="245"/>
                </a:cubicBezTo>
                <a:cubicBezTo>
                  <a:pt x="787" y="252"/>
                  <a:pt x="796" y="256"/>
                  <a:pt x="805" y="256"/>
                </a:cubicBezTo>
                <a:cubicBezTo>
                  <a:pt x="808" y="255"/>
                  <a:pt x="810" y="255"/>
                  <a:pt x="811" y="255"/>
                </a:cubicBezTo>
                <a:cubicBezTo>
                  <a:pt x="881" y="255"/>
                  <a:pt x="938" y="312"/>
                  <a:pt x="938" y="382"/>
                </a:cubicBezTo>
                <a:cubicBezTo>
                  <a:pt x="938" y="418"/>
                  <a:pt x="922" y="453"/>
                  <a:pt x="895" y="477"/>
                </a:cubicBezTo>
                <a:cubicBezTo>
                  <a:pt x="889" y="482"/>
                  <a:pt x="885" y="490"/>
                  <a:pt x="885" y="499"/>
                </a:cubicBezTo>
                <a:cubicBezTo>
                  <a:pt x="885" y="507"/>
                  <a:pt x="889" y="515"/>
                  <a:pt x="895" y="521"/>
                </a:cubicBezTo>
                <a:close/>
                <a:moveTo>
                  <a:pt x="644" y="693"/>
                </a:moveTo>
                <a:cubicBezTo>
                  <a:pt x="644" y="677"/>
                  <a:pt x="657" y="664"/>
                  <a:pt x="673" y="664"/>
                </a:cubicBezTo>
                <a:cubicBezTo>
                  <a:pt x="689" y="664"/>
                  <a:pt x="702" y="677"/>
                  <a:pt x="702" y="693"/>
                </a:cubicBezTo>
                <a:cubicBezTo>
                  <a:pt x="702" y="709"/>
                  <a:pt x="689" y="722"/>
                  <a:pt x="673" y="722"/>
                </a:cubicBezTo>
                <a:cubicBezTo>
                  <a:pt x="657" y="722"/>
                  <a:pt x="644" y="709"/>
                  <a:pt x="644" y="693"/>
                </a:cubicBezTo>
                <a:close/>
                <a:moveTo>
                  <a:pt x="722" y="499"/>
                </a:moveTo>
                <a:cubicBezTo>
                  <a:pt x="722" y="483"/>
                  <a:pt x="735" y="469"/>
                  <a:pt x="751" y="469"/>
                </a:cubicBezTo>
                <a:cubicBezTo>
                  <a:pt x="767" y="469"/>
                  <a:pt x="780" y="483"/>
                  <a:pt x="780" y="499"/>
                </a:cubicBezTo>
                <a:cubicBezTo>
                  <a:pt x="780" y="515"/>
                  <a:pt x="767" y="528"/>
                  <a:pt x="751" y="528"/>
                </a:cubicBezTo>
                <a:cubicBezTo>
                  <a:pt x="735" y="528"/>
                  <a:pt x="722" y="515"/>
                  <a:pt x="722" y="499"/>
                </a:cubicBezTo>
                <a:close/>
                <a:moveTo>
                  <a:pt x="644" y="304"/>
                </a:moveTo>
                <a:cubicBezTo>
                  <a:pt x="644" y="288"/>
                  <a:pt x="657" y="275"/>
                  <a:pt x="673" y="275"/>
                </a:cubicBezTo>
                <a:cubicBezTo>
                  <a:pt x="689" y="275"/>
                  <a:pt x="702" y="288"/>
                  <a:pt x="702" y="304"/>
                </a:cubicBezTo>
                <a:cubicBezTo>
                  <a:pt x="702" y="320"/>
                  <a:pt x="689" y="333"/>
                  <a:pt x="673" y="333"/>
                </a:cubicBezTo>
                <a:cubicBezTo>
                  <a:pt x="657" y="333"/>
                  <a:pt x="644" y="320"/>
                  <a:pt x="644" y="3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8" name="Google Shape;1628;p35"/>
          <p:cNvGrpSpPr/>
          <p:nvPr/>
        </p:nvGrpSpPr>
        <p:grpSpPr>
          <a:xfrm>
            <a:off x="6284121" y="3560894"/>
            <a:ext cx="480185" cy="481623"/>
            <a:chOff x="9239250" y="-900113"/>
            <a:chExt cx="530225" cy="531813"/>
          </a:xfrm>
          <a:solidFill>
            <a:schemeClr val="bg1">
              <a:lumMod val="85000"/>
            </a:schemeClr>
          </a:solidFill>
        </p:grpSpPr>
        <p:sp>
          <p:nvSpPr>
            <p:cNvPr id="239" name="Google Shape;1629;p35"/>
            <p:cNvSpPr/>
            <p:nvPr/>
          </p:nvSpPr>
          <p:spPr>
            <a:xfrm>
              <a:off x="9626600" y="-430213"/>
              <a:ext cx="60325" cy="61912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36" y="107"/>
                  </a:moveTo>
                  <a:cubicBezTo>
                    <a:pt x="16" y="107"/>
                    <a:pt x="0" y="91"/>
                    <a:pt x="0" y="71"/>
                  </a:cubicBezTo>
                  <a:cubicBezTo>
                    <a:pt x="0" y="51"/>
                    <a:pt x="1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16"/>
                    <a:pt x="52" y="0"/>
                    <a:pt x="72" y="0"/>
                  </a:cubicBezTo>
                  <a:cubicBezTo>
                    <a:pt x="91" y="0"/>
                    <a:pt x="107" y="16"/>
                    <a:pt x="107" y="35"/>
                  </a:cubicBezTo>
                  <a:cubicBezTo>
                    <a:pt x="107" y="75"/>
                    <a:pt x="75" y="107"/>
                    <a:pt x="36" y="10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0" name="Google Shape;1630;p35"/>
            <p:cNvSpPr/>
            <p:nvPr/>
          </p:nvSpPr>
          <p:spPr>
            <a:xfrm>
              <a:off x="9647238" y="-630238"/>
              <a:ext cx="39688" cy="241300"/>
            </a:xfrm>
            <a:custGeom>
              <a:avLst/>
              <a:gdLst/>
              <a:ahLst/>
              <a:cxnLst/>
              <a:rect l="l" t="t" r="r" b="b"/>
              <a:pathLst>
                <a:path w="71" h="422" extrusionOk="0">
                  <a:moveTo>
                    <a:pt x="35" y="422"/>
                  </a:moveTo>
                  <a:cubicBezTo>
                    <a:pt x="16" y="422"/>
                    <a:pt x="0" y="406"/>
                    <a:pt x="0" y="38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5" y="0"/>
                  </a:cubicBezTo>
                  <a:cubicBezTo>
                    <a:pt x="55" y="0"/>
                    <a:pt x="71" y="16"/>
                    <a:pt x="71" y="36"/>
                  </a:cubicBezTo>
                  <a:cubicBezTo>
                    <a:pt x="71" y="386"/>
                    <a:pt x="71" y="386"/>
                    <a:pt x="71" y="386"/>
                  </a:cubicBezTo>
                  <a:cubicBezTo>
                    <a:pt x="71" y="406"/>
                    <a:pt x="55" y="422"/>
                    <a:pt x="35" y="4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1" name="Google Shape;1631;p35"/>
            <p:cNvSpPr/>
            <p:nvPr/>
          </p:nvSpPr>
          <p:spPr>
            <a:xfrm>
              <a:off x="9259888" y="-409575"/>
              <a:ext cx="406400" cy="41275"/>
            </a:xfrm>
            <a:custGeom>
              <a:avLst/>
              <a:gdLst/>
              <a:ahLst/>
              <a:cxnLst/>
              <a:rect l="l" t="t" r="r" b="b"/>
              <a:pathLst>
                <a:path w="714" h="72" extrusionOk="0">
                  <a:moveTo>
                    <a:pt x="679" y="72"/>
                  </a:moveTo>
                  <a:cubicBezTo>
                    <a:pt x="36" y="72"/>
                    <a:pt x="36" y="72"/>
                    <a:pt x="36" y="72"/>
                  </a:cubicBez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679" y="0"/>
                    <a:pt x="679" y="0"/>
                    <a:pt x="679" y="0"/>
                  </a:cubicBezTo>
                  <a:cubicBezTo>
                    <a:pt x="698" y="0"/>
                    <a:pt x="714" y="16"/>
                    <a:pt x="714" y="36"/>
                  </a:cubicBezTo>
                  <a:cubicBezTo>
                    <a:pt x="714" y="56"/>
                    <a:pt x="698" y="72"/>
                    <a:pt x="679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2" name="Google Shape;1632;p35"/>
            <p:cNvSpPr/>
            <p:nvPr/>
          </p:nvSpPr>
          <p:spPr>
            <a:xfrm>
              <a:off x="9239250" y="-430213"/>
              <a:ext cx="60325" cy="61912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72" y="107"/>
                  </a:moveTo>
                  <a:cubicBezTo>
                    <a:pt x="32" y="107"/>
                    <a:pt x="0" y="75"/>
                    <a:pt x="0" y="35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5"/>
                  </a:cubicBezTo>
                  <a:cubicBezTo>
                    <a:pt x="72" y="35"/>
                    <a:pt x="72" y="35"/>
                    <a:pt x="72" y="35"/>
                  </a:cubicBezTo>
                  <a:cubicBezTo>
                    <a:pt x="91" y="35"/>
                    <a:pt x="107" y="51"/>
                    <a:pt x="107" y="71"/>
                  </a:cubicBezTo>
                  <a:cubicBezTo>
                    <a:pt x="107" y="91"/>
                    <a:pt x="91" y="107"/>
                    <a:pt x="72" y="10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3" name="Google Shape;1633;p35"/>
            <p:cNvSpPr/>
            <p:nvPr/>
          </p:nvSpPr>
          <p:spPr>
            <a:xfrm>
              <a:off x="9239250" y="-796925"/>
              <a:ext cx="39688" cy="407987"/>
            </a:xfrm>
            <a:custGeom>
              <a:avLst/>
              <a:gdLst/>
              <a:ahLst/>
              <a:cxnLst/>
              <a:rect l="l" t="t" r="r" b="b"/>
              <a:pathLst>
                <a:path w="72" h="714" extrusionOk="0">
                  <a:moveTo>
                    <a:pt x="36" y="714"/>
                  </a:moveTo>
                  <a:cubicBezTo>
                    <a:pt x="16" y="714"/>
                    <a:pt x="0" y="698"/>
                    <a:pt x="0" y="678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5"/>
                  </a:cubicBezTo>
                  <a:cubicBezTo>
                    <a:pt x="72" y="678"/>
                    <a:pt x="72" y="678"/>
                    <a:pt x="72" y="678"/>
                  </a:cubicBezTo>
                  <a:cubicBezTo>
                    <a:pt x="72" y="698"/>
                    <a:pt x="56" y="714"/>
                    <a:pt x="36" y="7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4" name="Google Shape;1634;p35"/>
            <p:cNvSpPr/>
            <p:nvPr/>
          </p:nvSpPr>
          <p:spPr>
            <a:xfrm>
              <a:off x="9239250" y="-817563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107" h="107" extrusionOk="0">
                  <a:moveTo>
                    <a:pt x="36" y="107"/>
                  </a:moveTo>
                  <a:cubicBezTo>
                    <a:pt x="16" y="107"/>
                    <a:pt x="0" y="91"/>
                    <a:pt x="0" y="71"/>
                  </a:cubicBezTo>
                  <a:cubicBezTo>
                    <a:pt x="0" y="32"/>
                    <a:pt x="32" y="0"/>
                    <a:pt x="72" y="0"/>
                  </a:cubicBezTo>
                  <a:cubicBezTo>
                    <a:pt x="91" y="0"/>
                    <a:pt x="107" y="16"/>
                    <a:pt x="107" y="36"/>
                  </a:cubicBezTo>
                  <a:cubicBezTo>
                    <a:pt x="107" y="55"/>
                    <a:pt x="91" y="71"/>
                    <a:pt x="72" y="71"/>
                  </a:cubicBezTo>
                  <a:cubicBezTo>
                    <a:pt x="72" y="71"/>
                    <a:pt x="72" y="71"/>
                    <a:pt x="72" y="71"/>
                  </a:cubicBezTo>
                  <a:cubicBezTo>
                    <a:pt x="72" y="91"/>
                    <a:pt x="56" y="107"/>
                    <a:pt x="36" y="10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5" name="Google Shape;1635;p35"/>
            <p:cNvSpPr/>
            <p:nvPr/>
          </p:nvSpPr>
          <p:spPr>
            <a:xfrm>
              <a:off x="9259888" y="-817563"/>
              <a:ext cx="239713" cy="39687"/>
            </a:xfrm>
            <a:custGeom>
              <a:avLst/>
              <a:gdLst/>
              <a:ahLst/>
              <a:cxnLst/>
              <a:rect l="l" t="t" r="r" b="b"/>
              <a:pathLst>
                <a:path w="422" h="71" extrusionOk="0">
                  <a:moveTo>
                    <a:pt x="386" y="71"/>
                  </a:moveTo>
                  <a:cubicBezTo>
                    <a:pt x="36" y="71"/>
                    <a:pt x="36" y="71"/>
                    <a:pt x="36" y="71"/>
                  </a:cubicBezTo>
                  <a:cubicBezTo>
                    <a:pt x="16" y="71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386" y="0"/>
                    <a:pt x="386" y="0"/>
                    <a:pt x="386" y="0"/>
                  </a:cubicBezTo>
                  <a:cubicBezTo>
                    <a:pt x="406" y="0"/>
                    <a:pt x="422" y="16"/>
                    <a:pt x="422" y="36"/>
                  </a:cubicBezTo>
                  <a:cubicBezTo>
                    <a:pt x="422" y="55"/>
                    <a:pt x="406" y="71"/>
                    <a:pt x="386" y="7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6" name="Google Shape;1636;p35"/>
            <p:cNvSpPr/>
            <p:nvPr/>
          </p:nvSpPr>
          <p:spPr>
            <a:xfrm>
              <a:off x="9440863" y="-885825"/>
              <a:ext cx="242888" cy="241300"/>
            </a:xfrm>
            <a:custGeom>
              <a:avLst/>
              <a:gdLst/>
              <a:ahLst/>
              <a:cxnLst/>
              <a:rect l="l" t="t" r="r" b="b"/>
              <a:pathLst>
                <a:path w="427" h="424" extrusionOk="0">
                  <a:moveTo>
                    <a:pt x="39" y="424"/>
                  </a:moveTo>
                  <a:cubicBezTo>
                    <a:pt x="30" y="424"/>
                    <a:pt x="21" y="420"/>
                    <a:pt x="14" y="413"/>
                  </a:cubicBezTo>
                  <a:cubicBezTo>
                    <a:pt x="0" y="399"/>
                    <a:pt x="0" y="377"/>
                    <a:pt x="14" y="363"/>
                  </a:cubicBezTo>
                  <a:cubicBezTo>
                    <a:pt x="363" y="14"/>
                    <a:pt x="363" y="14"/>
                    <a:pt x="363" y="14"/>
                  </a:cubicBezTo>
                  <a:cubicBezTo>
                    <a:pt x="377" y="0"/>
                    <a:pt x="399" y="0"/>
                    <a:pt x="413" y="14"/>
                  </a:cubicBezTo>
                  <a:cubicBezTo>
                    <a:pt x="427" y="28"/>
                    <a:pt x="427" y="50"/>
                    <a:pt x="413" y="64"/>
                  </a:cubicBezTo>
                  <a:cubicBezTo>
                    <a:pt x="64" y="413"/>
                    <a:pt x="64" y="413"/>
                    <a:pt x="64" y="413"/>
                  </a:cubicBezTo>
                  <a:cubicBezTo>
                    <a:pt x="57" y="420"/>
                    <a:pt x="48" y="424"/>
                    <a:pt x="39" y="4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7" name="Google Shape;1637;p35"/>
            <p:cNvSpPr/>
            <p:nvPr/>
          </p:nvSpPr>
          <p:spPr>
            <a:xfrm>
              <a:off x="9420225" y="-687388"/>
              <a:ext cx="65088" cy="134937"/>
            </a:xfrm>
            <a:custGeom>
              <a:avLst/>
              <a:gdLst/>
              <a:ahLst/>
              <a:cxnLst/>
              <a:rect l="l" t="t" r="r" b="b"/>
              <a:pathLst>
                <a:path w="113" h="235" extrusionOk="0">
                  <a:moveTo>
                    <a:pt x="40" y="235"/>
                  </a:moveTo>
                  <a:cubicBezTo>
                    <a:pt x="37" y="235"/>
                    <a:pt x="35" y="235"/>
                    <a:pt x="32" y="235"/>
                  </a:cubicBezTo>
                  <a:cubicBezTo>
                    <a:pt x="13" y="230"/>
                    <a:pt x="0" y="211"/>
                    <a:pt x="5" y="19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3" y="12"/>
                    <a:pt x="62" y="0"/>
                    <a:pt x="82" y="4"/>
                  </a:cubicBezTo>
                  <a:cubicBezTo>
                    <a:pt x="101" y="8"/>
                    <a:pt x="113" y="27"/>
                    <a:pt x="109" y="46"/>
                  </a:cubicBezTo>
                  <a:cubicBezTo>
                    <a:pt x="74" y="207"/>
                    <a:pt x="74" y="207"/>
                    <a:pt x="74" y="207"/>
                  </a:cubicBezTo>
                  <a:cubicBezTo>
                    <a:pt x="71" y="224"/>
                    <a:pt x="56" y="235"/>
                    <a:pt x="40" y="2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8" name="Google Shape;1638;p35"/>
            <p:cNvSpPr/>
            <p:nvPr/>
          </p:nvSpPr>
          <p:spPr>
            <a:xfrm>
              <a:off x="9512300" y="-814388"/>
              <a:ext cx="242888" cy="242887"/>
            </a:xfrm>
            <a:custGeom>
              <a:avLst/>
              <a:gdLst/>
              <a:ahLst/>
              <a:cxnLst/>
              <a:rect l="l" t="t" r="r" b="b"/>
              <a:pathLst>
                <a:path w="427" h="424" extrusionOk="0">
                  <a:moveTo>
                    <a:pt x="39" y="424"/>
                  </a:moveTo>
                  <a:cubicBezTo>
                    <a:pt x="30" y="424"/>
                    <a:pt x="21" y="420"/>
                    <a:pt x="14" y="413"/>
                  </a:cubicBezTo>
                  <a:cubicBezTo>
                    <a:pt x="0" y="399"/>
                    <a:pt x="0" y="377"/>
                    <a:pt x="14" y="363"/>
                  </a:cubicBezTo>
                  <a:cubicBezTo>
                    <a:pt x="363" y="14"/>
                    <a:pt x="363" y="14"/>
                    <a:pt x="363" y="14"/>
                  </a:cubicBezTo>
                  <a:cubicBezTo>
                    <a:pt x="377" y="0"/>
                    <a:pt x="400" y="0"/>
                    <a:pt x="413" y="14"/>
                  </a:cubicBezTo>
                  <a:cubicBezTo>
                    <a:pt x="427" y="28"/>
                    <a:pt x="427" y="51"/>
                    <a:pt x="413" y="64"/>
                  </a:cubicBezTo>
                  <a:cubicBezTo>
                    <a:pt x="65" y="413"/>
                    <a:pt x="65" y="413"/>
                    <a:pt x="65" y="413"/>
                  </a:cubicBezTo>
                  <a:cubicBezTo>
                    <a:pt x="58" y="420"/>
                    <a:pt x="48" y="424"/>
                    <a:pt x="39" y="4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9" name="Google Shape;1639;p35"/>
            <p:cNvSpPr/>
            <p:nvPr/>
          </p:nvSpPr>
          <p:spPr>
            <a:xfrm>
              <a:off x="9420225" y="-614363"/>
              <a:ext cx="136525" cy="61912"/>
            </a:xfrm>
            <a:custGeom>
              <a:avLst/>
              <a:gdLst/>
              <a:ahLst/>
              <a:cxnLst/>
              <a:rect l="l" t="t" r="r" b="b"/>
              <a:pathLst>
                <a:path w="239" h="109" extrusionOk="0">
                  <a:moveTo>
                    <a:pt x="39" y="109"/>
                  </a:moveTo>
                  <a:cubicBezTo>
                    <a:pt x="23" y="109"/>
                    <a:pt x="8" y="98"/>
                    <a:pt x="5" y="81"/>
                  </a:cubicBezTo>
                  <a:cubicBezTo>
                    <a:pt x="0" y="62"/>
                    <a:pt x="13" y="43"/>
                    <a:pt x="32" y="39"/>
                  </a:cubicBezTo>
                  <a:cubicBezTo>
                    <a:pt x="193" y="4"/>
                    <a:pt x="193" y="4"/>
                    <a:pt x="193" y="4"/>
                  </a:cubicBezTo>
                  <a:cubicBezTo>
                    <a:pt x="212" y="0"/>
                    <a:pt x="231" y="12"/>
                    <a:pt x="235" y="32"/>
                  </a:cubicBezTo>
                  <a:cubicBezTo>
                    <a:pt x="239" y="51"/>
                    <a:pt x="227" y="70"/>
                    <a:pt x="208" y="74"/>
                  </a:cubicBezTo>
                  <a:cubicBezTo>
                    <a:pt x="47" y="109"/>
                    <a:pt x="47" y="109"/>
                    <a:pt x="47" y="109"/>
                  </a:cubicBezTo>
                  <a:cubicBezTo>
                    <a:pt x="44" y="109"/>
                    <a:pt x="42" y="109"/>
                    <a:pt x="39" y="1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0" name="Google Shape;1640;p35"/>
            <p:cNvSpPr/>
            <p:nvPr/>
          </p:nvSpPr>
          <p:spPr>
            <a:xfrm>
              <a:off x="9602788" y="-850900"/>
              <a:ext cx="117475" cy="115887"/>
            </a:xfrm>
            <a:custGeom>
              <a:avLst/>
              <a:gdLst/>
              <a:ahLst/>
              <a:cxnLst/>
              <a:rect l="l" t="t" r="r" b="b"/>
              <a:pathLst>
                <a:path w="204" h="201" extrusionOk="0">
                  <a:moveTo>
                    <a:pt x="165" y="201"/>
                  </a:moveTo>
                  <a:cubicBezTo>
                    <a:pt x="156" y="201"/>
                    <a:pt x="147" y="198"/>
                    <a:pt x="140" y="191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0" y="50"/>
                    <a:pt x="0" y="28"/>
                    <a:pt x="14" y="14"/>
                  </a:cubicBezTo>
                  <a:cubicBezTo>
                    <a:pt x="27" y="0"/>
                    <a:pt x="50" y="0"/>
                    <a:pt x="64" y="14"/>
                  </a:cubicBezTo>
                  <a:cubicBezTo>
                    <a:pt x="190" y="140"/>
                    <a:pt x="190" y="140"/>
                    <a:pt x="190" y="140"/>
                  </a:cubicBezTo>
                  <a:cubicBezTo>
                    <a:pt x="204" y="154"/>
                    <a:pt x="204" y="177"/>
                    <a:pt x="190" y="191"/>
                  </a:cubicBezTo>
                  <a:cubicBezTo>
                    <a:pt x="183" y="198"/>
                    <a:pt x="174" y="201"/>
                    <a:pt x="165" y="2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1" name="Google Shape;1641;p35"/>
            <p:cNvSpPr/>
            <p:nvPr/>
          </p:nvSpPr>
          <p:spPr>
            <a:xfrm>
              <a:off x="9639300" y="-900113"/>
              <a:ext cx="130175" cy="128587"/>
            </a:xfrm>
            <a:custGeom>
              <a:avLst/>
              <a:gdLst/>
              <a:ahLst/>
              <a:cxnLst/>
              <a:rect l="l" t="t" r="r" b="b"/>
              <a:pathLst>
                <a:path w="227" h="224" extrusionOk="0">
                  <a:moveTo>
                    <a:pt x="165" y="224"/>
                  </a:moveTo>
                  <a:cubicBezTo>
                    <a:pt x="156" y="224"/>
                    <a:pt x="147" y="220"/>
                    <a:pt x="140" y="213"/>
                  </a:cubicBezTo>
                  <a:cubicBezTo>
                    <a:pt x="126" y="200"/>
                    <a:pt x="126" y="177"/>
                    <a:pt x="140" y="163"/>
                  </a:cubicBezTo>
                  <a:cubicBezTo>
                    <a:pt x="150" y="153"/>
                    <a:pt x="155" y="140"/>
                    <a:pt x="155" y="125"/>
                  </a:cubicBezTo>
                  <a:cubicBezTo>
                    <a:pt x="155" y="111"/>
                    <a:pt x="150" y="97"/>
                    <a:pt x="140" y="87"/>
                  </a:cubicBezTo>
                  <a:cubicBezTo>
                    <a:pt x="120" y="67"/>
                    <a:pt x="84" y="67"/>
                    <a:pt x="64" y="87"/>
                  </a:cubicBezTo>
                  <a:cubicBezTo>
                    <a:pt x="50" y="101"/>
                    <a:pt x="28" y="101"/>
                    <a:pt x="14" y="87"/>
                  </a:cubicBezTo>
                  <a:cubicBezTo>
                    <a:pt x="0" y="73"/>
                    <a:pt x="0" y="51"/>
                    <a:pt x="14" y="37"/>
                  </a:cubicBezTo>
                  <a:cubicBezTo>
                    <a:pt x="37" y="13"/>
                    <a:pt x="68" y="0"/>
                    <a:pt x="102" y="0"/>
                  </a:cubicBezTo>
                  <a:cubicBezTo>
                    <a:pt x="136" y="0"/>
                    <a:pt x="167" y="13"/>
                    <a:pt x="190" y="37"/>
                  </a:cubicBezTo>
                  <a:cubicBezTo>
                    <a:pt x="214" y="60"/>
                    <a:pt x="227" y="91"/>
                    <a:pt x="227" y="125"/>
                  </a:cubicBezTo>
                  <a:cubicBezTo>
                    <a:pt x="227" y="159"/>
                    <a:pt x="214" y="190"/>
                    <a:pt x="190" y="213"/>
                  </a:cubicBezTo>
                  <a:cubicBezTo>
                    <a:pt x="184" y="220"/>
                    <a:pt x="174" y="224"/>
                    <a:pt x="165" y="2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52" name="Google Shape;1642;p35"/>
          <p:cNvGrpSpPr/>
          <p:nvPr/>
        </p:nvGrpSpPr>
        <p:grpSpPr>
          <a:xfrm>
            <a:off x="7905568" y="3595057"/>
            <a:ext cx="435617" cy="435616"/>
            <a:chOff x="6961188" y="-828675"/>
            <a:chExt cx="481013" cy="481012"/>
          </a:xfrm>
          <a:solidFill>
            <a:schemeClr val="bg1">
              <a:lumMod val="85000"/>
            </a:schemeClr>
          </a:solidFill>
        </p:grpSpPr>
        <p:sp>
          <p:nvSpPr>
            <p:cNvPr id="253" name="Google Shape;1643;p35"/>
            <p:cNvSpPr/>
            <p:nvPr/>
          </p:nvSpPr>
          <p:spPr>
            <a:xfrm>
              <a:off x="6961188" y="-828675"/>
              <a:ext cx="481013" cy="481012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34" y="842"/>
                  </a:moveTo>
                  <a:cubicBezTo>
                    <a:pt x="15" y="842"/>
                    <a:pt x="0" y="826"/>
                    <a:pt x="0" y="807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0" y="223"/>
                    <a:pt x="0" y="219"/>
                    <a:pt x="2" y="215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85" y="8"/>
                    <a:pt x="97" y="0"/>
                    <a:pt x="111" y="0"/>
                  </a:cubicBezTo>
                  <a:cubicBezTo>
                    <a:pt x="730" y="0"/>
                    <a:pt x="730" y="0"/>
                    <a:pt x="730" y="0"/>
                  </a:cubicBezTo>
                  <a:cubicBezTo>
                    <a:pt x="744" y="0"/>
                    <a:pt x="757" y="8"/>
                    <a:pt x="762" y="22"/>
                  </a:cubicBezTo>
                  <a:cubicBezTo>
                    <a:pt x="839" y="215"/>
                    <a:pt x="839" y="215"/>
                    <a:pt x="839" y="215"/>
                  </a:cubicBezTo>
                  <a:cubicBezTo>
                    <a:pt x="841" y="219"/>
                    <a:pt x="842" y="223"/>
                    <a:pt x="842" y="228"/>
                  </a:cubicBezTo>
                  <a:cubicBezTo>
                    <a:pt x="842" y="807"/>
                    <a:pt x="842" y="807"/>
                    <a:pt x="842" y="807"/>
                  </a:cubicBezTo>
                  <a:cubicBezTo>
                    <a:pt x="842" y="826"/>
                    <a:pt x="826" y="842"/>
                    <a:pt x="807" y="842"/>
                  </a:cubicBezTo>
                  <a:lnTo>
                    <a:pt x="34" y="842"/>
                  </a:lnTo>
                  <a:close/>
                  <a:moveTo>
                    <a:pt x="69" y="772"/>
                  </a:moveTo>
                  <a:cubicBezTo>
                    <a:pt x="772" y="772"/>
                    <a:pt x="772" y="772"/>
                    <a:pt x="772" y="772"/>
                  </a:cubicBezTo>
                  <a:cubicBezTo>
                    <a:pt x="772" y="262"/>
                    <a:pt x="772" y="262"/>
                    <a:pt x="772" y="262"/>
                  </a:cubicBezTo>
                  <a:cubicBezTo>
                    <a:pt x="69" y="262"/>
                    <a:pt x="69" y="262"/>
                    <a:pt x="69" y="262"/>
                  </a:cubicBezTo>
                  <a:lnTo>
                    <a:pt x="69" y="772"/>
                  </a:lnTo>
                  <a:close/>
                  <a:moveTo>
                    <a:pt x="85" y="193"/>
                  </a:moveTo>
                  <a:cubicBezTo>
                    <a:pt x="756" y="193"/>
                    <a:pt x="756" y="193"/>
                    <a:pt x="756" y="193"/>
                  </a:cubicBezTo>
                  <a:cubicBezTo>
                    <a:pt x="706" y="69"/>
                    <a:pt x="706" y="69"/>
                    <a:pt x="706" y="69"/>
                  </a:cubicBezTo>
                  <a:cubicBezTo>
                    <a:pt x="135" y="69"/>
                    <a:pt x="135" y="69"/>
                    <a:pt x="135" y="69"/>
                  </a:cubicBezTo>
                  <a:lnTo>
                    <a:pt x="85" y="1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4" name="Google Shape;1644;p35"/>
            <p:cNvSpPr/>
            <p:nvPr/>
          </p:nvSpPr>
          <p:spPr>
            <a:xfrm>
              <a:off x="7046913" y="-477838"/>
              <a:ext cx="133350" cy="42862"/>
            </a:xfrm>
            <a:custGeom>
              <a:avLst/>
              <a:gdLst/>
              <a:ahLst/>
              <a:cxnLst/>
              <a:rect l="l" t="t" r="r" b="b"/>
              <a:pathLst>
                <a:path w="232" h="77" extrusionOk="0">
                  <a:moveTo>
                    <a:pt x="193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60"/>
                    <a:pt x="17" y="77"/>
                    <a:pt x="39" y="77"/>
                  </a:cubicBezTo>
                  <a:cubicBezTo>
                    <a:pt x="193" y="77"/>
                    <a:pt x="193" y="77"/>
                    <a:pt x="193" y="77"/>
                  </a:cubicBezTo>
                  <a:cubicBezTo>
                    <a:pt x="215" y="77"/>
                    <a:pt x="232" y="60"/>
                    <a:pt x="232" y="39"/>
                  </a:cubicBezTo>
                  <a:cubicBezTo>
                    <a:pt x="232" y="17"/>
                    <a:pt x="215" y="0"/>
                    <a:pt x="1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5" name="Google Shape;1645;p35"/>
            <p:cNvSpPr/>
            <p:nvPr/>
          </p:nvSpPr>
          <p:spPr>
            <a:xfrm>
              <a:off x="7048500" y="-477838"/>
              <a:ext cx="130175" cy="42862"/>
            </a:xfrm>
            <a:custGeom>
              <a:avLst/>
              <a:gdLst/>
              <a:ahLst/>
              <a:cxnLst/>
              <a:rect l="l" t="t" r="r" b="b"/>
              <a:pathLst>
                <a:path w="228" h="74" extrusionOk="0">
                  <a:moveTo>
                    <a:pt x="37" y="74"/>
                  </a:moveTo>
                  <a:cubicBezTo>
                    <a:pt x="16" y="74"/>
                    <a:pt x="0" y="57"/>
                    <a:pt x="0" y="37"/>
                  </a:cubicBezTo>
                  <a:cubicBezTo>
                    <a:pt x="0" y="16"/>
                    <a:pt x="16" y="0"/>
                    <a:pt x="37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212" y="0"/>
                    <a:pt x="228" y="16"/>
                    <a:pt x="228" y="37"/>
                  </a:cubicBezTo>
                  <a:cubicBezTo>
                    <a:pt x="228" y="57"/>
                    <a:pt x="212" y="74"/>
                    <a:pt x="191" y="74"/>
                  </a:cubicBezTo>
                  <a:lnTo>
                    <a:pt x="37" y="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56" name="Google Shape;1646;p35"/>
          <p:cNvSpPr/>
          <p:nvPr/>
        </p:nvSpPr>
        <p:spPr>
          <a:xfrm>
            <a:off x="8709688" y="3593992"/>
            <a:ext cx="425553" cy="484497"/>
          </a:xfrm>
          <a:custGeom>
            <a:avLst/>
            <a:gdLst/>
            <a:ahLst/>
            <a:cxnLst/>
            <a:rect l="l" t="t" r="r" b="b"/>
            <a:pathLst>
              <a:path w="822" h="938" extrusionOk="0">
                <a:moveTo>
                  <a:pt x="411" y="938"/>
                </a:moveTo>
                <a:cubicBezTo>
                  <a:pt x="409" y="938"/>
                  <a:pt x="408" y="938"/>
                  <a:pt x="407" y="938"/>
                </a:cubicBezTo>
                <a:cubicBezTo>
                  <a:pt x="406" y="938"/>
                  <a:pt x="406" y="938"/>
                  <a:pt x="406" y="938"/>
                </a:cubicBezTo>
                <a:cubicBezTo>
                  <a:pt x="405" y="938"/>
                  <a:pt x="404" y="938"/>
                  <a:pt x="403" y="937"/>
                </a:cubicBezTo>
                <a:cubicBezTo>
                  <a:pt x="402" y="937"/>
                  <a:pt x="402" y="937"/>
                  <a:pt x="402" y="937"/>
                </a:cubicBezTo>
                <a:cubicBezTo>
                  <a:pt x="400" y="937"/>
                  <a:pt x="399" y="936"/>
                  <a:pt x="398" y="936"/>
                </a:cubicBezTo>
                <a:cubicBezTo>
                  <a:pt x="398" y="936"/>
                  <a:pt x="398" y="936"/>
                  <a:pt x="398" y="936"/>
                </a:cubicBezTo>
                <a:cubicBezTo>
                  <a:pt x="396" y="935"/>
                  <a:pt x="395" y="935"/>
                  <a:pt x="394" y="934"/>
                </a:cubicBezTo>
                <a:cubicBezTo>
                  <a:pt x="17" y="716"/>
                  <a:pt x="17" y="716"/>
                  <a:pt x="17" y="716"/>
                </a:cubicBezTo>
                <a:cubicBezTo>
                  <a:pt x="6" y="710"/>
                  <a:pt x="0" y="699"/>
                  <a:pt x="0" y="687"/>
                </a:cubicBezTo>
                <a:cubicBezTo>
                  <a:pt x="0" y="252"/>
                  <a:pt x="0" y="252"/>
                  <a:pt x="0" y="252"/>
                </a:cubicBezTo>
                <a:cubicBezTo>
                  <a:pt x="0" y="250"/>
                  <a:pt x="0" y="249"/>
                  <a:pt x="0" y="247"/>
                </a:cubicBezTo>
                <a:cubicBezTo>
                  <a:pt x="0" y="246"/>
                  <a:pt x="1" y="245"/>
                  <a:pt x="1" y="243"/>
                </a:cubicBezTo>
                <a:cubicBezTo>
                  <a:pt x="1" y="243"/>
                  <a:pt x="1" y="243"/>
                  <a:pt x="1" y="243"/>
                </a:cubicBezTo>
                <a:cubicBezTo>
                  <a:pt x="1" y="241"/>
                  <a:pt x="2" y="240"/>
                  <a:pt x="2" y="239"/>
                </a:cubicBezTo>
                <a:cubicBezTo>
                  <a:pt x="3" y="238"/>
                  <a:pt x="3" y="238"/>
                  <a:pt x="3" y="238"/>
                </a:cubicBezTo>
                <a:cubicBezTo>
                  <a:pt x="3" y="237"/>
                  <a:pt x="4" y="236"/>
                  <a:pt x="4" y="235"/>
                </a:cubicBezTo>
                <a:cubicBezTo>
                  <a:pt x="5" y="233"/>
                  <a:pt x="6" y="232"/>
                  <a:pt x="7" y="231"/>
                </a:cubicBezTo>
                <a:cubicBezTo>
                  <a:pt x="7" y="231"/>
                  <a:pt x="7" y="231"/>
                  <a:pt x="7" y="231"/>
                </a:cubicBezTo>
                <a:cubicBezTo>
                  <a:pt x="8" y="230"/>
                  <a:pt x="9" y="229"/>
                  <a:pt x="10" y="228"/>
                </a:cubicBezTo>
                <a:cubicBezTo>
                  <a:pt x="10" y="227"/>
                  <a:pt x="10" y="227"/>
                  <a:pt x="10" y="227"/>
                </a:cubicBezTo>
                <a:cubicBezTo>
                  <a:pt x="12" y="225"/>
                  <a:pt x="15" y="223"/>
                  <a:pt x="17" y="222"/>
                </a:cubicBezTo>
                <a:cubicBezTo>
                  <a:pt x="394" y="5"/>
                  <a:pt x="394" y="5"/>
                  <a:pt x="394" y="5"/>
                </a:cubicBezTo>
                <a:cubicBezTo>
                  <a:pt x="399" y="2"/>
                  <a:pt x="405" y="0"/>
                  <a:pt x="411" y="0"/>
                </a:cubicBezTo>
                <a:cubicBezTo>
                  <a:pt x="417" y="0"/>
                  <a:pt x="423" y="2"/>
                  <a:pt x="428" y="5"/>
                </a:cubicBezTo>
                <a:cubicBezTo>
                  <a:pt x="805" y="222"/>
                  <a:pt x="805" y="222"/>
                  <a:pt x="805" y="222"/>
                </a:cubicBezTo>
                <a:cubicBezTo>
                  <a:pt x="806" y="223"/>
                  <a:pt x="807" y="224"/>
                  <a:pt x="808" y="224"/>
                </a:cubicBezTo>
                <a:cubicBezTo>
                  <a:pt x="810" y="225"/>
                  <a:pt x="810" y="226"/>
                  <a:pt x="811" y="227"/>
                </a:cubicBezTo>
                <a:cubicBezTo>
                  <a:pt x="812" y="228"/>
                  <a:pt x="812" y="228"/>
                  <a:pt x="812" y="228"/>
                </a:cubicBezTo>
                <a:cubicBezTo>
                  <a:pt x="813" y="229"/>
                  <a:pt x="814" y="229"/>
                  <a:pt x="814" y="230"/>
                </a:cubicBezTo>
                <a:cubicBezTo>
                  <a:pt x="815" y="231"/>
                  <a:pt x="815" y="231"/>
                  <a:pt x="815" y="231"/>
                </a:cubicBezTo>
                <a:cubicBezTo>
                  <a:pt x="816" y="232"/>
                  <a:pt x="817" y="233"/>
                  <a:pt x="817" y="235"/>
                </a:cubicBezTo>
                <a:cubicBezTo>
                  <a:pt x="818" y="236"/>
                  <a:pt x="819" y="237"/>
                  <a:pt x="819" y="238"/>
                </a:cubicBezTo>
                <a:cubicBezTo>
                  <a:pt x="819" y="239"/>
                  <a:pt x="819" y="239"/>
                  <a:pt x="819" y="239"/>
                </a:cubicBezTo>
                <a:cubicBezTo>
                  <a:pt x="820" y="240"/>
                  <a:pt x="820" y="241"/>
                  <a:pt x="820" y="242"/>
                </a:cubicBezTo>
                <a:cubicBezTo>
                  <a:pt x="821" y="243"/>
                  <a:pt x="821" y="243"/>
                  <a:pt x="821" y="243"/>
                </a:cubicBezTo>
                <a:cubicBezTo>
                  <a:pt x="821" y="245"/>
                  <a:pt x="821" y="246"/>
                  <a:pt x="821" y="247"/>
                </a:cubicBezTo>
                <a:cubicBezTo>
                  <a:pt x="822" y="249"/>
                  <a:pt x="822" y="250"/>
                  <a:pt x="822" y="252"/>
                </a:cubicBezTo>
                <a:cubicBezTo>
                  <a:pt x="822" y="687"/>
                  <a:pt x="822" y="687"/>
                  <a:pt x="822" y="687"/>
                </a:cubicBezTo>
                <a:cubicBezTo>
                  <a:pt x="822" y="699"/>
                  <a:pt x="815" y="710"/>
                  <a:pt x="805" y="716"/>
                </a:cubicBezTo>
                <a:cubicBezTo>
                  <a:pt x="428" y="934"/>
                  <a:pt x="428" y="934"/>
                  <a:pt x="428" y="934"/>
                </a:cubicBezTo>
                <a:cubicBezTo>
                  <a:pt x="427" y="935"/>
                  <a:pt x="425" y="935"/>
                  <a:pt x="424" y="936"/>
                </a:cubicBezTo>
                <a:cubicBezTo>
                  <a:pt x="424" y="936"/>
                  <a:pt x="424" y="936"/>
                  <a:pt x="424" y="936"/>
                </a:cubicBezTo>
                <a:cubicBezTo>
                  <a:pt x="423" y="936"/>
                  <a:pt x="421" y="937"/>
                  <a:pt x="420" y="937"/>
                </a:cubicBezTo>
                <a:cubicBezTo>
                  <a:pt x="419" y="937"/>
                  <a:pt x="419" y="937"/>
                  <a:pt x="419" y="937"/>
                </a:cubicBezTo>
                <a:cubicBezTo>
                  <a:pt x="418" y="938"/>
                  <a:pt x="417" y="938"/>
                  <a:pt x="416" y="938"/>
                </a:cubicBezTo>
                <a:cubicBezTo>
                  <a:pt x="415" y="938"/>
                  <a:pt x="415" y="938"/>
                  <a:pt x="415" y="938"/>
                </a:cubicBezTo>
                <a:cubicBezTo>
                  <a:pt x="414" y="938"/>
                  <a:pt x="412" y="938"/>
                  <a:pt x="411" y="938"/>
                </a:cubicBezTo>
                <a:close/>
                <a:moveTo>
                  <a:pt x="69" y="667"/>
                </a:moveTo>
                <a:cubicBezTo>
                  <a:pt x="376" y="844"/>
                  <a:pt x="376" y="844"/>
                  <a:pt x="376" y="844"/>
                </a:cubicBezTo>
                <a:cubicBezTo>
                  <a:pt x="376" y="489"/>
                  <a:pt x="376" y="489"/>
                  <a:pt x="376" y="489"/>
                </a:cubicBezTo>
                <a:cubicBezTo>
                  <a:pt x="69" y="312"/>
                  <a:pt x="69" y="312"/>
                  <a:pt x="69" y="312"/>
                </a:cubicBezTo>
                <a:lnTo>
                  <a:pt x="69" y="667"/>
                </a:lnTo>
                <a:close/>
                <a:moveTo>
                  <a:pt x="445" y="489"/>
                </a:moveTo>
                <a:cubicBezTo>
                  <a:pt x="445" y="844"/>
                  <a:pt x="445" y="844"/>
                  <a:pt x="445" y="844"/>
                </a:cubicBezTo>
                <a:cubicBezTo>
                  <a:pt x="753" y="667"/>
                  <a:pt x="753" y="667"/>
                  <a:pt x="753" y="667"/>
                </a:cubicBezTo>
                <a:cubicBezTo>
                  <a:pt x="753" y="312"/>
                  <a:pt x="753" y="312"/>
                  <a:pt x="753" y="312"/>
                </a:cubicBezTo>
                <a:lnTo>
                  <a:pt x="445" y="489"/>
                </a:lnTo>
                <a:close/>
                <a:moveTo>
                  <a:pt x="103" y="252"/>
                </a:moveTo>
                <a:cubicBezTo>
                  <a:pt x="411" y="429"/>
                  <a:pt x="411" y="429"/>
                  <a:pt x="411" y="429"/>
                </a:cubicBezTo>
                <a:cubicBezTo>
                  <a:pt x="718" y="252"/>
                  <a:pt x="718" y="252"/>
                  <a:pt x="718" y="252"/>
                </a:cubicBezTo>
                <a:cubicBezTo>
                  <a:pt x="411" y="74"/>
                  <a:pt x="411" y="74"/>
                  <a:pt x="411" y="74"/>
                </a:cubicBezTo>
                <a:lnTo>
                  <a:pt x="103" y="25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57" name="Google Shape;1647;p35"/>
          <p:cNvGrpSpPr/>
          <p:nvPr/>
        </p:nvGrpSpPr>
        <p:grpSpPr>
          <a:xfrm>
            <a:off x="10333217" y="3608092"/>
            <a:ext cx="460678" cy="461639"/>
            <a:chOff x="9015413" y="-4699000"/>
            <a:chExt cx="760413" cy="762000"/>
          </a:xfrm>
          <a:solidFill>
            <a:schemeClr val="bg1">
              <a:lumMod val="85000"/>
            </a:schemeClr>
          </a:solidFill>
        </p:grpSpPr>
        <p:sp>
          <p:nvSpPr>
            <p:cNvPr id="258" name="Google Shape;1648;p35"/>
            <p:cNvSpPr/>
            <p:nvPr/>
          </p:nvSpPr>
          <p:spPr>
            <a:xfrm>
              <a:off x="9015413" y="-4397375"/>
              <a:ext cx="357188" cy="460375"/>
            </a:xfrm>
            <a:custGeom>
              <a:avLst/>
              <a:gdLst/>
              <a:ahLst/>
              <a:cxnLst/>
              <a:rect l="l" t="t" r="r" b="b"/>
              <a:pathLst>
                <a:path w="627" h="804" extrusionOk="0">
                  <a:moveTo>
                    <a:pt x="627" y="804"/>
                  </a:moveTo>
                  <a:cubicBezTo>
                    <a:pt x="627" y="647"/>
                    <a:pt x="627" y="647"/>
                    <a:pt x="627" y="647"/>
                  </a:cubicBezTo>
                  <a:cubicBezTo>
                    <a:pt x="607" y="647"/>
                    <a:pt x="607" y="647"/>
                    <a:pt x="607" y="647"/>
                  </a:cubicBezTo>
                  <a:cubicBezTo>
                    <a:pt x="521" y="647"/>
                    <a:pt x="451" y="577"/>
                    <a:pt x="451" y="490"/>
                  </a:cubicBezTo>
                  <a:cubicBezTo>
                    <a:pt x="451" y="404"/>
                    <a:pt x="521" y="334"/>
                    <a:pt x="607" y="334"/>
                  </a:cubicBezTo>
                  <a:cubicBezTo>
                    <a:pt x="627" y="334"/>
                    <a:pt x="627" y="334"/>
                    <a:pt x="627" y="334"/>
                  </a:cubicBezTo>
                  <a:cubicBezTo>
                    <a:pt x="627" y="177"/>
                    <a:pt x="627" y="177"/>
                    <a:pt x="627" y="177"/>
                  </a:cubicBezTo>
                  <a:cubicBezTo>
                    <a:pt x="431" y="177"/>
                    <a:pt x="431" y="177"/>
                    <a:pt x="431" y="177"/>
                  </a:cubicBezTo>
                  <a:cubicBezTo>
                    <a:pt x="409" y="177"/>
                    <a:pt x="392" y="159"/>
                    <a:pt x="392" y="138"/>
                  </a:cubicBezTo>
                  <a:cubicBezTo>
                    <a:pt x="392" y="79"/>
                    <a:pt x="392" y="79"/>
                    <a:pt x="392" y="79"/>
                  </a:cubicBezTo>
                  <a:cubicBezTo>
                    <a:pt x="392" y="36"/>
                    <a:pt x="357" y="0"/>
                    <a:pt x="313" y="0"/>
                  </a:cubicBezTo>
                  <a:cubicBezTo>
                    <a:pt x="270" y="0"/>
                    <a:pt x="235" y="36"/>
                    <a:pt x="235" y="79"/>
                  </a:cubicBezTo>
                  <a:cubicBezTo>
                    <a:pt x="235" y="138"/>
                    <a:pt x="235" y="138"/>
                    <a:pt x="235" y="138"/>
                  </a:cubicBezTo>
                  <a:cubicBezTo>
                    <a:pt x="235" y="159"/>
                    <a:pt x="217" y="177"/>
                    <a:pt x="196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725"/>
                    <a:pt x="0" y="725"/>
                    <a:pt x="0" y="725"/>
                  </a:cubicBezTo>
                  <a:cubicBezTo>
                    <a:pt x="0" y="769"/>
                    <a:pt x="35" y="804"/>
                    <a:pt x="78" y="804"/>
                  </a:cubicBezTo>
                  <a:lnTo>
                    <a:pt x="627" y="80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9" name="Google Shape;1649;p35"/>
            <p:cNvSpPr/>
            <p:nvPr/>
          </p:nvSpPr>
          <p:spPr>
            <a:xfrm>
              <a:off x="9317038" y="-4295775"/>
              <a:ext cx="458788" cy="358775"/>
            </a:xfrm>
            <a:custGeom>
              <a:avLst/>
              <a:gdLst/>
              <a:ahLst/>
              <a:cxnLst/>
              <a:rect l="l" t="t" r="r" b="b"/>
              <a:pathLst>
                <a:path w="803" h="627" extrusionOk="0">
                  <a:moveTo>
                    <a:pt x="725" y="627"/>
                  </a:moveTo>
                  <a:cubicBezTo>
                    <a:pt x="768" y="627"/>
                    <a:pt x="803" y="592"/>
                    <a:pt x="803" y="548"/>
                  </a:cubicBezTo>
                  <a:cubicBezTo>
                    <a:pt x="803" y="0"/>
                    <a:pt x="803" y="0"/>
                    <a:pt x="803" y="0"/>
                  </a:cubicBezTo>
                  <a:cubicBezTo>
                    <a:pt x="646" y="0"/>
                    <a:pt x="646" y="0"/>
                    <a:pt x="646" y="0"/>
                  </a:cubicBezTo>
                  <a:cubicBezTo>
                    <a:pt x="646" y="19"/>
                    <a:pt x="646" y="19"/>
                    <a:pt x="646" y="19"/>
                  </a:cubicBezTo>
                  <a:cubicBezTo>
                    <a:pt x="646" y="106"/>
                    <a:pt x="576" y="176"/>
                    <a:pt x="490" y="176"/>
                  </a:cubicBezTo>
                  <a:cubicBezTo>
                    <a:pt x="403" y="176"/>
                    <a:pt x="333" y="106"/>
                    <a:pt x="333" y="19"/>
                  </a:cubicBezTo>
                  <a:cubicBezTo>
                    <a:pt x="333" y="0"/>
                    <a:pt x="333" y="0"/>
                    <a:pt x="333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76" y="196"/>
                    <a:pt x="176" y="196"/>
                    <a:pt x="176" y="196"/>
                  </a:cubicBezTo>
                  <a:cubicBezTo>
                    <a:pt x="176" y="217"/>
                    <a:pt x="159" y="235"/>
                    <a:pt x="137" y="235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35" y="235"/>
                    <a:pt x="0" y="270"/>
                    <a:pt x="0" y="313"/>
                  </a:cubicBezTo>
                  <a:cubicBezTo>
                    <a:pt x="0" y="357"/>
                    <a:pt x="35" y="392"/>
                    <a:pt x="78" y="392"/>
                  </a:cubicBezTo>
                  <a:cubicBezTo>
                    <a:pt x="137" y="392"/>
                    <a:pt x="137" y="392"/>
                    <a:pt x="137" y="392"/>
                  </a:cubicBezTo>
                  <a:cubicBezTo>
                    <a:pt x="159" y="392"/>
                    <a:pt x="176" y="409"/>
                    <a:pt x="176" y="431"/>
                  </a:cubicBezTo>
                  <a:cubicBezTo>
                    <a:pt x="176" y="627"/>
                    <a:pt x="176" y="627"/>
                    <a:pt x="176" y="627"/>
                  </a:cubicBezTo>
                  <a:lnTo>
                    <a:pt x="725" y="6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0" name="Google Shape;1650;p35"/>
            <p:cNvSpPr/>
            <p:nvPr/>
          </p:nvSpPr>
          <p:spPr>
            <a:xfrm>
              <a:off x="9417050" y="-4699000"/>
              <a:ext cx="358775" cy="458787"/>
            </a:xfrm>
            <a:custGeom>
              <a:avLst/>
              <a:gdLst/>
              <a:ahLst/>
              <a:cxnLst/>
              <a:rect l="l" t="t" r="r" b="b"/>
              <a:pathLst>
                <a:path w="627" h="804" extrusionOk="0">
                  <a:moveTo>
                    <a:pt x="314" y="804"/>
                  </a:moveTo>
                  <a:cubicBezTo>
                    <a:pt x="357" y="804"/>
                    <a:pt x="392" y="769"/>
                    <a:pt x="392" y="725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2" y="645"/>
                    <a:pt x="410" y="628"/>
                    <a:pt x="431" y="628"/>
                  </a:cubicBezTo>
                  <a:cubicBezTo>
                    <a:pt x="627" y="628"/>
                    <a:pt x="627" y="628"/>
                    <a:pt x="627" y="628"/>
                  </a:cubicBezTo>
                  <a:cubicBezTo>
                    <a:pt x="627" y="79"/>
                    <a:pt x="627" y="79"/>
                    <a:pt x="627" y="79"/>
                  </a:cubicBezTo>
                  <a:cubicBezTo>
                    <a:pt x="627" y="36"/>
                    <a:pt x="592" y="0"/>
                    <a:pt x="5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106" y="157"/>
                    <a:pt x="176" y="228"/>
                    <a:pt x="176" y="314"/>
                  </a:cubicBezTo>
                  <a:cubicBezTo>
                    <a:pt x="176" y="400"/>
                    <a:pt x="106" y="471"/>
                    <a:pt x="20" y="471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0" y="628"/>
                    <a:pt x="0" y="628"/>
                    <a:pt x="0" y="628"/>
                  </a:cubicBezTo>
                  <a:cubicBezTo>
                    <a:pt x="196" y="628"/>
                    <a:pt x="196" y="628"/>
                    <a:pt x="196" y="628"/>
                  </a:cubicBezTo>
                  <a:cubicBezTo>
                    <a:pt x="218" y="628"/>
                    <a:pt x="235" y="645"/>
                    <a:pt x="235" y="667"/>
                  </a:cubicBezTo>
                  <a:cubicBezTo>
                    <a:pt x="235" y="725"/>
                    <a:pt x="235" y="725"/>
                    <a:pt x="235" y="725"/>
                  </a:cubicBezTo>
                  <a:cubicBezTo>
                    <a:pt x="235" y="769"/>
                    <a:pt x="270" y="804"/>
                    <a:pt x="314" y="8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1" name="Google Shape;1651;p35"/>
            <p:cNvSpPr/>
            <p:nvPr/>
          </p:nvSpPr>
          <p:spPr>
            <a:xfrm>
              <a:off x="9015413" y="-4699000"/>
              <a:ext cx="457200" cy="358775"/>
            </a:xfrm>
            <a:custGeom>
              <a:avLst/>
              <a:gdLst/>
              <a:ahLst/>
              <a:cxnLst/>
              <a:rect l="l" t="t" r="r" b="b"/>
              <a:pathLst>
                <a:path w="803" h="628" extrusionOk="0">
                  <a:moveTo>
                    <a:pt x="78" y="0"/>
                  </a:moveTo>
                  <a:cubicBezTo>
                    <a:pt x="35" y="0"/>
                    <a:pt x="0" y="36"/>
                    <a:pt x="0" y="79"/>
                  </a:cubicBezTo>
                  <a:cubicBezTo>
                    <a:pt x="0" y="628"/>
                    <a:pt x="0" y="628"/>
                    <a:pt x="0" y="628"/>
                  </a:cubicBezTo>
                  <a:cubicBezTo>
                    <a:pt x="157" y="628"/>
                    <a:pt x="157" y="628"/>
                    <a:pt x="157" y="628"/>
                  </a:cubicBezTo>
                  <a:cubicBezTo>
                    <a:pt x="157" y="608"/>
                    <a:pt x="157" y="608"/>
                    <a:pt x="157" y="608"/>
                  </a:cubicBezTo>
                  <a:cubicBezTo>
                    <a:pt x="157" y="522"/>
                    <a:pt x="227" y="451"/>
                    <a:pt x="313" y="451"/>
                  </a:cubicBezTo>
                  <a:cubicBezTo>
                    <a:pt x="400" y="451"/>
                    <a:pt x="470" y="522"/>
                    <a:pt x="470" y="608"/>
                  </a:cubicBezTo>
                  <a:cubicBezTo>
                    <a:pt x="470" y="628"/>
                    <a:pt x="470" y="628"/>
                    <a:pt x="470" y="628"/>
                  </a:cubicBezTo>
                  <a:cubicBezTo>
                    <a:pt x="627" y="628"/>
                    <a:pt x="627" y="628"/>
                    <a:pt x="627" y="628"/>
                  </a:cubicBezTo>
                  <a:cubicBezTo>
                    <a:pt x="627" y="432"/>
                    <a:pt x="627" y="432"/>
                    <a:pt x="627" y="432"/>
                  </a:cubicBezTo>
                  <a:cubicBezTo>
                    <a:pt x="627" y="410"/>
                    <a:pt x="644" y="392"/>
                    <a:pt x="666" y="392"/>
                  </a:cubicBezTo>
                  <a:cubicBezTo>
                    <a:pt x="725" y="392"/>
                    <a:pt x="725" y="392"/>
                    <a:pt x="725" y="392"/>
                  </a:cubicBezTo>
                  <a:cubicBezTo>
                    <a:pt x="768" y="392"/>
                    <a:pt x="803" y="357"/>
                    <a:pt x="803" y="314"/>
                  </a:cubicBezTo>
                  <a:cubicBezTo>
                    <a:pt x="803" y="271"/>
                    <a:pt x="768" y="235"/>
                    <a:pt x="725" y="235"/>
                  </a:cubicBezTo>
                  <a:cubicBezTo>
                    <a:pt x="666" y="235"/>
                    <a:pt x="666" y="235"/>
                    <a:pt x="666" y="235"/>
                  </a:cubicBezTo>
                  <a:cubicBezTo>
                    <a:pt x="644" y="235"/>
                    <a:pt x="627" y="218"/>
                    <a:pt x="627" y="196"/>
                  </a:cubicBezTo>
                  <a:cubicBezTo>
                    <a:pt x="627" y="0"/>
                    <a:pt x="627" y="0"/>
                    <a:pt x="627" y="0"/>
                  </a:cubicBezTo>
                  <a:lnTo>
                    <a:pt x="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62" name="Google Shape;1652;p35"/>
          <p:cNvGrpSpPr/>
          <p:nvPr/>
        </p:nvGrpSpPr>
        <p:grpSpPr>
          <a:xfrm>
            <a:off x="11091508" y="3497269"/>
            <a:ext cx="588590" cy="602054"/>
            <a:chOff x="9963150" y="-4930775"/>
            <a:chExt cx="971550" cy="993775"/>
          </a:xfrm>
          <a:solidFill>
            <a:schemeClr val="bg1">
              <a:lumMod val="85000"/>
            </a:schemeClr>
          </a:solidFill>
        </p:grpSpPr>
        <p:sp>
          <p:nvSpPr>
            <p:cNvPr id="263" name="Google Shape;1653;p35"/>
            <p:cNvSpPr/>
            <p:nvPr/>
          </p:nvSpPr>
          <p:spPr>
            <a:xfrm>
              <a:off x="10452100" y="-4930775"/>
              <a:ext cx="482600" cy="568325"/>
            </a:xfrm>
            <a:custGeom>
              <a:avLst/>
              <a:gdLst/>
              <a:ahLst/>
              <a:cxnLst/>
              <a:rect l="l" t="t" r="r" b="b"/>
              <a:pathLst>
                <a:path w="845" h="996" extrusionOk="0">
                  <a:moveTo>
                    <a:pt x="59" y="409"/>
                  </a:moveTo>
                  <a:cubicBezTo>
                    <a:pt x="67" y="436"/>
                    <a:pt x="97" y="450"/>
                    <a:pt x="123" y="439"/>
                  </a:cubicBezTo>
                  <a:cubicBezTo>
                    <a:pt x="175" y="416"/>
                    <a:pt x="202" y="377"/>
                    <a:pt x="256" y="398"/>
                  </a:cubicBezTo>
                  <a:cubicBezTo>
                    <a:pt x="305" y="417"/>
                    <a:pt x="323" y="479"/>
                    <a:pt x="291" y="522"/>
                  </a:cubicBezTo>
                  <a:cubicBezTo>
                    <a:pt x="257" y="569"/>
                    <a:pt x="211" y="550"/>
                    <a:pt x="157" y="559"/>
                  </a:cubicBezTo>
                  <a:cubicBezTo>
                    <a:pt x="129" y="563"/>
                    <a:pt x="112" y="591"/>
                    <a:pt x="119" y="618"/>
                  </a:cubicBezTo>
                  <a:cubicBezTo>
                    <a:pt x="172" y="801"/>
                    <a:pt x="172" y="801"/>
                    <a:pt x="172" y="801"/>
                  </a:cubicBezTo>
                  <a:cubicBezTo>
                    <a:pt x="180" y="826"/>
                    <a:pt x="206" y="840"/>
                    <a:pt x="231" y="833"/>
                  </a:cubicBezTo>
                  <a:cubicBezTo>
                    <a:pt x="409" y="781"/>
                    <a:pt x="409" y="781"/>
                    <a:pt x="409" y="781"/>
                  </a:cubicBezTo>
                  <a:cubicBezTo>
                    <a:pt x="415" y="827"/>
                    <a:pt x="397" y="894"/>
                    <a:pt x="465" y="944"/>
                  </a:cubicBezTo>
                  <a:cubicBezTo>
                    <a:pt x="535" y="996"/>
                    <a:pt x="635" y="967"/>
                    <a:pt x="667" y="886"/>
                  </a:cubicBezTo>
                  <a:cubicBezTo>
                    <a:pt x="697" y="807"/>
                    <a:pt x="646" y="760"/>
                    <a:pt x="627" y="718"/>
                  </a:cubicBezTo>
                  <a:cubicBezTo>
                    <a:pt x="805" y="666"/>
                    <a:pt x="805" y="666"/>
                    <a:pt x="805" y="666"/>
                  </a:cubicBezTo>
                  <a:cubicBezTo>
                    <a:pt x="830" y="659"/>
                    <a:pt x="845" y="633"/>
                    <a:pt x="837" y="608"/>
                  </a:cubicBezTo>
                  <a:cubicBezTo>
                    <a:pt x="684" y="78"/>
                    <a:pt x="684" y="78"/>
                    <a:pt x="684" y="78"/>
                  </a:cubicBezTo>
                  <a:cubicBezTo>
                    <a:pt x="669" y="28"/>
                    <a:pt x="618" y="0"/>
                    <a:pt x="568" y="14"/>
                  </a:cubicBezTo>
                  <a:cubicBezTo>
                    <a:pt x="49" y="165"/>
                    <a:pt x="49" y="165"/>
                    <a:pt x="49" y="165"/>
                  </a:cubicBezTo>
                  <a:cubicBezTo>
                    <a:pt x="18" y="174"/>
                    <a:pt x="0" y="206"/>
                    <a:pt x="9" y="237"/>
                  </a:cubicBezTo>
                  <a:lnTo>
                    <a:pt x="59" y="409"/>
                  </a:lnTo>
                  <a:close/>
                  <a:moveTo>
                    <a:pt x="58" y="217"/>
                  </a:moveTo>
                  <a:cubicBezTo>
                    <a:pt x="59" y="216"/>
                    <a:pt x="60" y="214"/>
                    <a:pt x="63" y="213"/>
                  </a:cubicBezTo>
                  <a:cubicBezTo>
                    <a:pt x="582" y="63"/>
                    <a:pt x="582" y="63"/>
                    <a:pt x="582" y="63"/>
                  </a:cubicBezTo>
                  <a:cubicBezTo>
                    <a:pt x="605" y="56"/>
                    <a:pt x="629" y="69"/>
                    <a:pt x="635" y="92"/>
                  </a:cubicBezTo>
                  <a:cubicBezTo>
                    <a:pt x="788" y="619"/>
                    <a:pt x="788" y="619"/>
                    <a:pt x="788" y="619"/>
                  </a:cubicBezTo>
                  <a:cubicBezTo>
                    <a:pt x="609" y="671"/>
                    <a:pt x="609" y="671"/>
                    <a:pt x="609" y="671"/>
                  </a:cubicBezTo>
                  <a:cubicBezTo>
                    <a:pt x="582" y="678"/>
                    <a:pt x="567" y="708"/>
                    <a:pt x="579" y="735"/>
                  </a:cubicBezTo>
                  <a:cubicBezTo>
                    <a:pt x="601" y="787"/>
                    <a:pt x="640" y="813"/>
                    <a:pt x="619" y="867"/>
                  </a:cubicBezTo>
                  <a:cubicBezTo>
                    <a:pt x="600" y="917"/>
                    <a:pt x="538" y="935"/>
                    <a:pt x="495" y="903"/>
                  </a:cubicBezTo>
                  <a:cubicBezTo>
                    <a:pt x="449" y="869"/>
                    <a:pt x="468" y="826"/>
                    <a:pt x="459" y="769"/>
                  </a:cubicBezTo>
                  <a:cubicBezTo>
                    <a:pt x="454" y="741"/>
                    <a:pt x="426" y="723"/>
                    <a:pt x="399" y="731"/>
                  </a:cubicBezTo>
                  <a:cubicBezTo>
                    <a:pt x="220" y="783"/>
                    <a:pt x="220" y="783"/>
                    <a:pt x="220" y="783"/>
                  </a:cubicBezTo>
                  <a:cubicBezTo>
                    <a:pt x="169" y="608"/>
                    <a:pt x="169" y="608"/>
                    <a:pt x="169" y="608"/>
                  </a:cubicBezTo>
                  <a:cubicBezTo>
                    <a:pt x="212" y="602"/>
                    <a:pt x="282" y="620"/>
                    <a:pt x="332" y="552"/>
                  </a:cubicBezTo>
                  <a:cubicBezTo>
                    <a:pt x="384" y="482"/>
                    <a:pt x="355" y="382"/>
                    <a:pt x="274" y="351"/>
                  </a:cubicBezTo>
                  <a:cubicBezTo>
                    <a:pt x="195" y="320"/>
                    <a:pt x="148" y="371"/>
                    <a:pt x="106" y="391"/>
                  </a:cubicBezTo>
                  <a:cubicBezTo>
                    <a:pt x="58" y="223"/>
                    <a:pt x="58" y="223"/>
                    <a:pt x="58" y="223"/>
                  </a:cubicBezTo>
                  <a:cubicBezTo>
                    <a:pt x="57" y="220"/>
                    <a:pt x="58" y="218"/>
                    <a:pt x="58" y="2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4" name="Google Shape;1654;p35"/>
            <p:cNvSpPr/>
            <p:nvPr/>
          </p:nvSpPr>
          <p:spPr>
            <a:xfrm>
              <a:off x="9963150" y="-4699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1334" h="1335" extrusionOk="0">
                  <a:moveTo>
                    <a:pt x="93" y="1335"/>
                  </a:moveTo>
                  <a:cubicBezTo>
                    <a:pt x="108" y="1335"/>
                    <a:pt x="1225" y="1335"/>
                    <a:pt x="1241" y="1335"/>
                  </a:cubicBezTo>
                  <a:cubicBezTo>
                    <a:pt x="1292" y="1335"/>
                    <a:pt x="1334" y="1293"/>
                    <a:pt x="1334" y="1241"/>
                  </a:cubicBezTo>
                  <a:cubicBezTo>
                    <a:pt x="1334" y="1047"/>
                    <a:pt x="1334" y="1047"/>
                    <a:pt x="1334" y="1047"/>
                  </a:cubicBezTo>
                  <a:cubicBezTo>
                    <a:pt x="1334" y="1033"/>
                    <a:pt x="1323" y="1022"/>
                    <a:pt x="1309" y="1022"/>
                  </a:cubicBezTo>
                  <a:cubicBezTo>
                    <a:pt x="1295" y="1022"/>
                    <a:pt x="1283" y="1033"/>
                    <a:pt x="1283" y="1047"/>
                  </a:cubicBezTo>
                  <a:cubicBezTo>
                    <a:pt x="1283" y="1241"/>
                    <a:pt x="1283" y="1241"/>
                    <a:pt x="1283" y="1241"/>
                  </a:cubicBezTo>
                  <a:cubicBezTo>
                    <a:pt x="1283" y="1265"/>
                    <a:pt x="1264" y="1284"/>
                    <a:pt x="1241" y="1284"/>
                  </a:cubicBezTo>
                  <a:cubicBezTo>
                    <a:pt x="692" y="1284"/>
                    <a:pt x="692" y="1284"/>
                    <a:pt x="692" y="1284"/>
                  </a:cubicBezTo>
                  <a:cubicBezTo>
                    <a:pt x="692" y="1097"/>
                    <a:pt x="692" y="1097"/>
                    <a:pt x="692" y="1097"/>
                  </a:cubicBezTo>
                  <a:cubicBezTo>
                    <a:pt x="692" y="1069"/>
                    <a:pt x="668" y="1047"/>
                    <a:pt x="639" y="1051"/>
                  </a:cubicBezTo>
                  <a:cubicBezTo>
                    <a:pt x="620" y="1053"/>
                    <a:pt x="612" y="1056"/>
                    <a:pt x="571" y="1067"/>
                  </a:cubicBezTo>
                  <a:cubicBezTo>
                    <a:pt x="519" y="1081"/>
                    <a:pt x="468" y="1042"/>
                    <a:pt x="468" y="988"/>
                  </a:cubicBezTo>
                  <a:cubicBezTo>
                    <a:pt x="468" y="935"/>
                    <a:pt x="519" y="896"/>
                    <a:pt x="571" y="910"/>
                  </a:cubicBezTo>
                  <a:cubicBezTo>
                    <a:pt x="612" y="921"/>
                    <a:pt x="620" y="924"/>
                    <a:pt x="639" y="926"/>
                  </a:cubicBezTo>
                  <a:cubicBezTo>
                    <a:pt x="667" y="929"/>
                    <a:pt x="692" y="907"/>
                    <a:pt x="692" y="879"/>
                  </a:cubicBezTo>
                  <a:cubicBezTo>
                    <a:pt x="692" y="693"/>
                    <a:pt x="692" y="693"/>
                    <a:pt x="692" y="693"/>
                  </a:cubicBezTo>
                  <a:cubicBezTo>
                    <a:pt x="875" y="693"/>
                    <a:pt x="875" y="693"/>
                    <a:pt x="875" y="693"/>
                  </a:cubicBezTo>
                  <a:cubicBezTo>
                    <a:pt x="868" y="738"/>
                    <a:pt x="832" y="798"/>
                    <a:pt x="883" y="865"/>
                  </a:cubicBezTo>
                  <a:cubicBezTo>
                    <a:pt x="936" y="934"/>
                    <a:pt x="1040" y="934"/>
                    <a:pt x="1093" y="865"/>
                  </a:cubicBezTo>
                  <a:cubicBezTo>
                    <a:pt x="1144" y="798"/>
                    <a:pt x="1108" y="739"/>
                    <a:pt x="1101" y="693"/>
                  </a:cubicBezTo>
                  <a:cubicBezTo>
                    <a:pt x="1276" y="693"/>
                    <a:pt x="1276" y="693"/>
                    <a:pt x="1276" y="693"/>
                  </a:cubicBezTo>
                  <a:cubicBezTo>
                    <a:pt x="1280" y="693"/>
                    <a:pt x="1283" y="696"/>
                    <a:pt x="1283" y="700"/>
                  </a:cubicBezTo>
                  <a:cubicBezTo>
                    <a:pt x="1283" y="929"/>
                    <a:pt x="1283" y="929"/>
                    <a:pt x="1283" y="929"/>
                  </a:cubicBezTo>
                  <a:cubicBezTo>
                    <a:pt x="1283" y="943"/>
                    <a:pt x="1295" y="955"/>
                    <a:pt x="1309" y="955"/>
                  </a:cubicBezTo>
                  <a:cubicBezTo>
                    <a:pt x="1323" y="955"/>
                    <a:pt x="1334" y="943"/>
                    <a:pt x="1334" y="929"/>
                  </a:cubicBezTo>
                  <a:cubicBezTo>
                    <a:pt x="1334" y="700"/>
                    <a:pt x="1334" y="700"/>
                    <a:pt x="1334" y="700"/>
                  </a:cubicBezTo>
                  <a:cubicBezTo>
                    <a:pt x="1334" y="668"/>
                    <a:pt x="1308" y="642"/>
                    <a:pt x="1276" y="642"/>
                  </a:cubicBezTo>
                  <a:cubicBezTo>
                    <a:pt x="1097" y="642"/>
                    <a:pt x="1097" y="642"/>
                    <a:pt x="1097" y="642"/>
                  </a:cubicBezTo>
                  <a:cubicBezTo>
                    <a:pt x="1069" y="642"/>
                    <a:pt x="1047" y="667"/>
                    <a:pt x="1050" y="695"/>
                  </a:cubicBezTo>
                  <a:cubicBezTo>
                    <a:pt x="1057" y="752"/>
                    <a:pt x="1088" y="788"/>
                    <a:pt x="1053" y="834"/>
                  </a:cubicBezTo>
                  <a:cubicBezTo>
                    <a:pt x="1020" y="877"/>
                    <a:pt x="956" y="877"/>
                    <a:pt x="923" y="834"/>
                  </a:cubicBezTo>
                  <a:cubicBezTo>
                    <a:pt x="888" y="788"/>
                    <a:pt x="918" y="752"/>
                    <a:pt x="926" y="695"/>
                  </a:cubicBezTo>
                  <a:cubicBezTo>
                    <a:pt x="929" y="667"/>
                    <a:pt x="907" y="642"/>
                    <a:pt x="879" y="642"/>
                  </a:cubicBezTo>
                  <a:cubicBezTo>
                    <a:pt x="692" y="642"/>
                    <a:pt x="692" y="642"/>
                    <a:pt x="692" y="642"/>
                  </a:cubicBezTo>
                  <a:cubicBezTo>
                    <a:pt x="692" y="460"/>
                    <a:pt x="692" y="460"/>
                    <a:pt x="692" y="460"/>
                  </a:cubicBezTo>
                  <a:cubicBezTo>
                    <a:pt x="738" y="467"/>
                    <a:pt x="797" y="503"/>
                    <a:pt x="865" y="451"/>
                  </a:cubicBezTo>
                  <a:cubicBezTo>
                    <a:pt x="934" y="398"/>
                    <a:pt x="934" y="295"/>
                    <a:pt x="865" y="242"/>
                  </a:cubicBezTo>
                  <a:cubicBezTo>
                    <a:pt x="797" y="190"/>
                    <a:pt x="735" y="227"/>
                    <a:pt x="692" y="233"/>
                  </a:cubicBezTo>
                  <a:cubicBezTo>
                    <a:pt x="692" y="59"/>
                    <a:pt x="692" y="59"/>
                    <a:pt x="692" y="59"/>
                  </a:cubicBezTo>
                  <a:cubicBezTo>
                    <a:pt x="692" y="27"/>
                    <a:pt x="666" y="0"/>
                    <a:pt x="634" y="0"/>
                  </a:cubicBezTo>
                  <a:cubicBezTo>
                    <a:pt x="405" y="0"/>
                    <a:pt x="405" y="0"/>
                    <a:pt x="405" y="0"/>
                  </a:cubicBezTo>
                  <a:cubicBezTo>
                    <a:pt x="391" y="0"/>
                    <a:pt x="380" y="12"/>
                    <a:pt x="380" y="26"/>
                  </a:cubicBezTo>
                  <a:cubicBezTo>
                    <a:pt x="380" y="40"/>
                    <a:pt x="391" y="51"/>
                    <a:pt x="405" y="51"/>
                  </a:cubicBezTo>
                  <a:cubicBezTo>
                    <a:pt x="634" y="51"/>
                    <a:pt x="634" y="51"/>
                    <a:pt x="634" y="51"/>
                  </a:cubicBezTo>
                  <a:cubicBezTo>
                    <a:pt x="638" y="51"/>
                    <a:pt x="642" y="54"/>
                    <a:pt x="642" y="59"/>
                  </a:cubicBezTo>
                  <a:cubicBezTo>
                    <a:pt x="642" y="237"/>
                    <a:pt x="642" y="237"/>
                    <a:pt x="642" y="237"/>
                  </a:cubicBezTo>
                  <a:cubicBezTo>
                    <a:pt x="642" y="266"/>
                    <a:pt x="667" y="288"/>
                    <a:pt x="695" y="284"/>
                  </a:cubicBezTo>
                  <a:cubicBezTo>
                    <a:pt x="748" y="277"/>
                    <a:pt x="788" y="247"/>
                    <a:pt x="834" y="282"/>
                  </a:cubicBezTo>
                  <a:cubicBezTo>
                    <a:pt x="876" y="315"/>
                    <a:pt x="876" y="379"/>
                    <a:pt x="834" y="411"/>
                  </a:cubicBezTo>
                  <a:cubicBezTo>
                    <a:pt x="788" y="446"/>
                    <a:pt x="752" y="416"/>
                    <a:pt x="695" y="409"/>
                  </a:cubicBezTo>
                  <a:cubicBezTo>
                    <a:pt x="667" y="405"/>
                    <a:pt x="642" y="427"/>
                    <a:pt x="642" y="456"/>
                  </a:cubicBezTo>
                  <a:cubicBezTo>
                    <a:pt x="642" y="642"/>
                    <a:pt x="642" y="642"/>
                    <a:pt x="642" y="642"/>
                  </a:cubicBezTo>
                  <a:cubicBezTo>
                    <a:pt x="459" y="642"/>
                    <a:pt x="459" y="642"/>
                    <a:pt x="459" y="642"/>
                  </a:cubicBezTo>
                  <a:cubicBezTo>
                    <a:pt x="461" y="630"/>
                    <a:pt x="463" y="625"/>
                    <a:pt x="474" y="585"/>
                  </a:cubicBezTo>
                  <a:cubicBezTo>
                    <a:pt x="496" y="501"/>
                    <a:pt x="433" y="418"/>
                    <a:pt x="346" y="418"/>
                  </a:cubicBezTo>
                  <a:cubicBezTo>
                    <a:pt x="259" y="418"/>
                    <a:pt x="196" y="501"/>
                    <a:pt x="219" y="585"/>
                  </a:cubicBezTo>
                  <a:cubicBezTo>
                    <a:pt x="230" y="625"/>
                    <a:pt x="231" y="629"/>
                    <a:pt x="233" y="642"/>
                  </a:cubicBezTo>
                  <a:cubicBezTo>
                    <a:pt x="51" y="642"/>
                    <a:pt x="51" y="642"/>
                    <a:pt x="51" y="642"/>
                  </a:cubicBezTo>
                  <a:cubicBezTo>
                    <a:pt x="51" y="94"/>
                    <a:pt x="51" y="94"/>
                    <a:pt x="51" y="94"/>
                  </a:cubicBezTo>
                  <a:cubicBezTo>
                    <a:pt x="51" y="70"/>
                    <a:pt x="70" y="51"/>
                    <a:pt x="93" y="51"/>
                  </a:cubicBezTo>
                  <a:cubicBezTo>
                    <a:pt x="287" y="51"/>
                    <a:pt x="287" y="51"/>
                    <a:pt x="287" y="51"/>
                  </a:cubicBezTo>
                  <a:cubicBezTo>
                    <a:pt x="301" y="51"/>
                    <a:pt x="312" y="40"/>
                    <a:pt x="312" y="26"/>
                  </a:cubicBezTo>
                  <a:cubicBezTo>
                    <a:pt x="312" y="12"/>
                    <a:pt x="301" y="0"/>
                    <a:pt x="287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42" y="0"/>
                    <a:pt x="0" y="42"/>
                    <a:pt x="0" y="94"/>
                  </a:cubicBezTo>
                  <a:cubicBezTo>
                    <a:pt x="0" y="1241"/>
                    <a:pt x="0" y="1241"/>
                    <a:pt x="0" y="1241"/>
                  </a:cubicBezTo>
                  <a:cubicBezTo>
                    <a:pt x="0" y="1293"/>
                    <a:pt x="42" y="1335"/>
                    <a:pt x="93" y="1335"/>
                  </a:cubicBezTo>
                  <a:close/>
                  <a:moveTo>
                    <a:pt x="51" y="693"/>
                  </a:moveTo>
                  <a:cubicBezTo>
                    <a:pt x="237" y="693"/>
                    <a:pt x="237" y="693"/>
                    <a:pt x="237" y="693"/>
                  </a:cubicBezTo>
                  <a:cubicBezTo>
                    <a:pt x="265" y="693"/>
                    <a:pt x="287" y="668"/>
                    <a:pt x="284" y="640"/>
                  </a:cubicBezTo>
                  <a:cubicBezTo>
                    <a:pt x="281" y="621"/>
                    <a:pt x="279" y="612"/>
                    <a:pt x="268" y="571"/>
                  </a:cubicBezTo>
                  <a:cubicBezTo>
                    <a:pt x="254" y="520"/>
                    <a:pt x="293" y="469"/>
                    <a:pt x="346" y="469"/>
                  </a:cubicBezTo>
                  <a:cubicBezTo>
                    <a:pt x="400" y="469"/>
                    <a:pt x="439" y="520"/>
                    <a:pt x="425" y="571"/>
                  </a:cubicBezTo>
                  <a:cubicBezTo>
                    <a:pt x="414" y="612"/>
                    <a:pt x="411" y="621"/>
                    <a:pt x="409" y="640"/>
                  </a:cubicBezTo>
                  <a:cubicBezTo>
                    <a:pt x="405" y="668"/>
                    <a:pt x="427" y="693"/>
                    <a:pt x="455" y="693"/>
                  </a:cubicBezTo>
                  <a:cubicBezTo>
                    <a:pt x="642" y="693"/>
                    <a:pt x="642" y="693"/>
                    <a:pt x="642" y="693"/>
                  </a:cubicBezTo>
                  <a:cubicBezTo>
                    <a:pt x="642" y="875"/>
                    <a:pt x="642" y="875"/>
                    <a:pt x="642" y="875"/>
                  </a:cubicBezTo>
                  <a:cubicBezTo>
                    <a:pt x="629" y="873"/>
                    <a:pt x="625" y="872"/>
                    <a:pt x="584" y="861"/>
                  </a:cubicBezTo>
                  <a:cubicBezTo>
                    <a:pt x="500" y="838"/>
                    <a:pt x="418" y="901"/>
                    <a:pt x="418" y="988"/>
                  </a:cubicBezTo>
                  <a:cubicBezTo>
                    <a:pt x="418" y="1075"/>
                    <a:pt x="500" y="1138"/>
                    <a:pt x="584" y="1116"/>
                  </a:cubicBezTo>
                  <a:cubicBezTo>
                    <a:pt x="625" y="1105"/>
                    <a:pt x="629" y="1103"/>
                    <a:pt x="642" y="1102"/>
                  </a:cubicBezTo>
                  <a:cubicBezTo>
                    <a:pt x="642" y="1284"/>
                    <a:pt x="642" y="1284"/>
                    <a:pt x="642" y="1284"/>
                  </a:cubicBezTo>
                  <a:cubicBezTo>
                    <a:pt x="93" y="1284"/>
                    <a:pt x="93" y="1284"/>
                    <a:pt x="93" y="1284"/>
                  </a:cubicBezTo>
                  <a:cubicBezTo>
                    <a:pt x="70" y="1284"/>
                    <a:pt x="51" y="1265"/>
                    <a:pt x="51" y="1241"/>
                  </a:cubicBezTo>
                  <a:lnTo>
                    <a:pt x="51" y="6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65" name="Google Shape;1655;p35"/>
          <p:cNvSpPr/>
          <p:nvPr/>
        </p:nvSpPr>
        <p:spPr>
          <a:xfrm>
            <a:off x="7076382" y="3576320"/>
            <a:ext cx="488431" cy="492630"/>
          </a:xfrm>
          <a:custGeom>
            <a:avLst/>
            <a:gdLst/>
            <a:ahLst/>
            <a:cxnLst/>
            <a:rect l="l" t="t" r="r" b="b"/>
            <a:pathLst>
              <a:path w="971" h="978" extrusionOk="0">
                <a:moveTo>
                  <a:pt x="876" y="197"/>
                </a:moveTo>
                <a:cubicBezTo>
                  <a:pt x="838" y="197"/>
                  <a:pt x="838" y="197"/>
                  <a:pt x="838" y="197"/>
                </a:cubicBezTo>
                <a:cubicBezTo>
                  <a:pt x="849" y="179"/>
                  <a:pt x="855" y="158"/>
                  <a:pt x="855" y="135"/>
                </a:cubicBezTo>
                <a:cubicBezTo>
                  <a:pt x="855" y="85"/>
                  <a:pt x="826" y="41"/>
                  <a:pt x="780" y="20"/>
                </a:cubicBezTo>
                <a:cubicBezTo>
                  <a:pt x="734" y="0"/>
                  <a:pt x="682" y="8"/>
                  <a:pt x="645" y="42"/>
                </a:cubicBezTo>
                <a:cubicBezTo>
                  <a:pt x="565" y="114"/>
                  <a:pt x="565" y="114"/>
                  <a:pt x="565" y="114"/>
                </a:cubicBezTo>
                <a:cubicBezTo>
                  <a:pt x="548" y="88"/>
                  <a:pt x="519" y="71"/>
                  <a:pt x="486" y="71"/>
                </a:cubicBezTo>
                <a:cubicBezTo>
                  <a:pt x="452" y="71"/>
                  <a:pt x="423" y="88"/>
                  <a:pt x="406" y="114"/>
                </a:cubicBezTo>
                <a:cubicBezTo>
                  <a:pt x="326" y="42"/>
                  <a:pt x="326" y="42"/>
                  <a:pt x="326" y="42"/>
                </a:cubicBezTo>
                <a:cubicBezTo>
                  <a:pt x="289" y="8"/>
                  <a:pt x="237" y="0"/>
                  <a:pt x="191" y="20"/>
                </a:cubicBezTo>
                <a:cubicBezTo>
                  <a:pt x="145" y="41"/>
                  <a:pt x="116" y="85"/>
                  <a:pt x="116" y="135"/>
                </a:cubicBezTo>
                <a:cubicBezTo>
                  <a:pt x="116" y="158"/>
                  <a:pt x="122" y="179"/>
                  <a:pt x="133" y="197"/>
                </a:cubicBezTo>
                <a:cubicBezTo>
                  <a:pt x="95" y="197"/>
                  <a:pt x="95" y="197"/>
                  <a:pt x="95" y="197"/>
                </a:cubicBezTo>
                <a:cubicBezTo>
                  <a:pt x="43" y="197"/>
                  <a:pt x="0" y="240"/>
                  <a:pt x="0" y="292"/>
                </a:cubicBezTo>
                <a:cubicBezTo>
                  <a:pt x="0" y="419"/>
                  <a:pt x="0" y="419"/>
                  <a:pt x="0" y="419"/>
                </a:cubicBezTo>
                <a:cubicBezTo>
                  <a:pt x="0" y="436"/>
                  <a:pt x="15" y="451"/>
                  <a:pt x="32" y="451"/>
                </a:cubicBezTo>
                <a:cubicBezTo>
                  <a:pt x="64" y="451"/>
                  <a:pt x="64" y="451"/>
                  <a:pt x="64" y="451"/>
                </a:cubicBezTo>
                <a:cubicBezTo>
                  <a:pt x="64" y="883"/>
                  <a:pt x="64" y="883"/>
                  <a:pt x="64" y="883"/>
                </a:cubicBezTo>
                <a:cubicBezTo>
                  <a:pt x="64" y="935"/>
                  <a:pt x="106" y="978"/>
                  <a:pt x="159" y="978"/>
                </a:cubicBezTo>
                <a:cubicBezTo>
                  <a:pt x="190" y="978"/>
                  <a:pt x="789" y="978"/>
                  <a:pt x="813" y="978"/>
                </a:cubicBezTo>
                <a:cubicBezTo>
                  <a:pt x="865" y="978"/>
                  <a:pt x="908" y="935"/>
                  <a:pt x="908" y="883"/>
                </a:cubicBezTo>
                <a:cubicBezTo>
                  <a:pt x="908" y="451"/>
                  <a:pt x="908" y="451"/>
                  <a:pt x="908" y="451"/>
                </a:cubicBezTo>
                <a:cubicBezTo>
                  <a:pt x="939" y="451"/>
                  <a:pt x="939" y="451"/>
                  <a:pt x="939" y="451"/>
                </a:cubicBezTo>
                <a:cubicBezTo>
                  <a:pt x="957" y="451"/>
                  <a:pt x="971" y="436"/>
                  <a:pt x="971" y="419"/>
                </a:cubicBezTo>
                <a:cubicBezTo>
                  <a:pt x="971" y="292"/>
                  <a:pt x="971" y="292"/>
                  <a:pt x="971" y="292"/>
                </a:cubicBezTo>
                <a:cubicBezTo>
                  <a:pt x="971" y="240"/>
                  <a:pt x="928" y="197"/>
                  <a:pt x="876" y="197"/>
                </a:cubicBezTo>
                <a:close/>
                <a:moveTo>
                  <a:pt x="391" y="915"/>
                </a:moveTo>
                <a:cubicBezTo>
                  <a:pt x="159" y="915"/>
                  <a:pt x="159" y="915"/>
                  <a:pt x="159" y="915"/>
                </a:cubicBezTo>
                <a:cubicBezTo>
                  <a:pt x="141" y="915"/>
                  <a:pt x="127" y="901"/>
                  <a:pt x="127" y="883"/>
                </a:cubicBezTo>
                <a:cubicBezTo>
                  <a:pt x="127" y="451"/>
                  <a:pt x="127" y="451"/>
                  <a:pt x="127" y="451"/>
                </a:cubicBezTo>
                <a:cubicBezTo>
                  <a:pt x="391" y="451"/>
                  <a:pt x="391" y="451"/>
                  <a:pt x="391" y="451"/>
                </a:cubicBezTo>
                <a:cubicBezTo>
                  <a:pt x="391" y="915"/>
                  <a:pt x="391" y="915"/>
                  <a:pt x="391" y="915"/>
                </a:cubicBezTo>
                <a:close/>
                <a:moveTo>
                  <a:pt x="391" y="387"/>
                </a:moveTo>
                <a:cubicBezTo>
                  <a:pt x="377" y="387"/>
                  <a:pt x="77" y="387"/>
                  <a:pt x="64" y="387"/>
                </a:cubicBezTo>
                <a:cubicBezTo>
                  <a:pt x="64" y="292"/>
                  <a:pt x="64" y="292"/>
                  <a:pt x="64" y="292"/>
                </a:cubicBezTo>
                <a:cubicBezTo>
                  <a:pt x="64" y="275"/>
                  <a:pt x="78" y="261"/>
                  <a:pt x="95" y="261"/>
                </a:cubicBezTo>
                <a:cubicBezTo>
                  <a:pt x="107" y="261"/>
                  <a:pt x="377" y="261"/>
                  <a:pt x="391" y="261"/>
                </a:cubicBezTo>
                <a:lnTo>
                  <a:pt x="391" y="387"/>
                </a:lnTo>
                <a:close/>
                <a:moveTo>
                  <a:pt x="242" y="197"/>
                </a:moveTo>
                <a:cubicBezTo>
                  <a:pt x="242" y="197"/>
                  <a:pt x="242" y="197"/>
                  <a:pt x="242" y="197"/>
                </a:cubicBezTo>
                <a:cubicBezTo>
                  <a:pt x="208" y="197"/>
                  <a:pt x="180" y="169"/>
                  <a:pt x="180" y="135"/>
                </a:cubicBezTo>
                <a:cubicBezTo>
                  <a:pt x="180" y="110"/>
                  <a:pt x="193" y="88"/>
                  <a:pt x="217" y="78"/>
                </a:cubicBezTo>
                <a:cubicBezTo>
                  <a:pt x="225" y="74"/>
                  <a:pt x="234" y="73"/>
                  <a:pt x="242" y="73"/>
                </a:cubicBezTo>
                <a:cubicBezTo>
                  <a:pt x="257" y="73"/>
                  <a:pt x="272" y="78"/>
                  <a:pt x="284" y="89"/>
                </a:cubicBezTo>
                <a:cubicBezTo>
                  <a:pt x="403" y="197"/>
                  <a:pt x="403" y="197"/>
                  <a:pt x="403" y="197"/>
                </a:cubicBezTo>
                <a:cubicBezTo>
                  <a:pt x="242" y="197"/>
                  <a:pt x="242" y="197"/>
                  <a:pt x="242" y="197"/>
                </a:cubicBezTo>
                <a:close/>
                <a:moveTo>
                  <a:pt x="486" y="134"/>
                </a:moveTo>
                <a:cubicBezTo>
                  <a:pt x="501" y="134"/>
                  <a:pt x="513" y="145"/>
                  <a:pt x="516" y="158"/>
                </a:cubicBezTo>
                <a:cubicBezTo>
                  <a:pt x="486" y="186"/>
                  <a:pt x="486" y="186"/>
                  <a:pt x="486" y="186"/>
                </a:cubicBezTo>
                <a:cubicBezTo>
                  <a:pt x="455" y="159"/>
                  <a:pt x="455" y="159"/>
                  <a:pt x="455" y="159"/>
                </a:cubicBezTo>
                <a:cubicBezTo>
                  <a:pt x="458" y="145"/>
                  <a:pt x="471" y="134"/>
                  <a:pt x="486" y="134"/>
                </a:cubicBezTo>
                <a:close/>
                <a:moveTo>
                  <a:pt x="517" y="915"/>
                </a:moveTo>
                <a:cubicBezTo>
                  <a:pt x="454" y="915"/>
                  <a:pt x="454" y="915"/>
                  <a:pt x="454" y="915"/>
                </a:cubicBezTo>
                <a:cubicBezTo>
                  <a:pt x="454" y="451"/>
                  <a:pt x="454" y="451"/>
                  <a:pt x="454" y="451"/>
                </a:cubicBezTo>
                <a:cubicBezTo>
                  <a:pt x="517" y="451"/>
                  <a:pt x="517" y="451"/>
                  <a:pt x="517" y="451"/>
                </a:cubicBezTo>
                <a:lnTo>
                  <a:pt x="517" y="915"/>
                </a:lnTo>
                <a:close/>
                <a:moveTo>
                  <a:pt x="517" y="387"/>
                </a:moveTo>
                <a:cubicBezTo>
                  <a:pt x="454" y="387"/>
                  <a:pt x="454" y="387"/>
                  <a:pt x="454" y="387"/>
                </a:cubicBezTo>
                <a:cubicBezTo>
                  <a:pt x="454" y="261"/>
                  <a:pt x="454" y="261"/>
                  <a:pt x="454" y="261"/>
                </a:cubicBezTo>
                <a:cubicBezTo>
                  <a:pt x="477" y="261"/>
                  <a:pt x="495" y="261"/>
                  <a:pt x="517" y="261"/>
                </a:cubicBezTo>
                <a:lnTo>
                  <a:pt x="517" y="387"/>
                </a:lnTo>
                <a:close/>
                <a:moveTo>
                  <a:pt x="687" y="89"/>
                </a:moveTo>
                <a:cubicBezTo>
                  <a:pt x="706" y="72"/>
                  <a:pt x="731" y="68"/>
                  <a:pt x="755" y="78"/>
                </a:cubicBezTo>
                <a:cubicBezTo>
                  <a:pt x="778" y="88"/>
                  <a:pt x="792" y="110"/>
                  <a:pt x="792" y="135"/>
                </a:cubicBezTo>
                <a:cubicBezTo>
                  <a:pt x="792" y="169"/>
                  <a:pt x="764" y="197"/>
                  <a:pt x="729" y="197"/>
                </a:cubicBezTo>
                <a:cubicBezTo>
                  <a:pt x="568" y="197"/>
                  <a:pt x="568" y="197"/>
                  <a:pt x="568" y="197"/>
                </a:cubicBezTo>
                <a:lnTo>
                  <a:pt x="687" y="89"/>
                </a:lnTo>
                <a:close/>
                <a:moveTo>
                  <a:pt x="844" y="883"/>
                </a:moveTo>
                <a:cubicBezTo>
                  <a:pt x="844" y="901"/>
                  <a:pt x="830" y="915"/>
                  <a:pt x="813" y="915"/>
                </a:cubicBezTo>
                <a:cubicBezTo>
                  <a:pt x="581" y="915"/>
                  <a:pt x="581" y="915"/>
                  <a:pt x="581" y="915"/>
                </a:cubicBezTo>
                <a:cubicBezTo>
                  <a:pt x="581" y="451"/>
                  <a:pt x="581" y="451"/>
                  <a:pt x="581" y="451"/>
                </a:cubicBezTo>
                <a:cubicBezTo>
                  <a:pt x="844" y="451"/>
                  <a:pt x="844" y="451"/>
                  <a:pt x="844" y="451"/>
                </a:cubicBezTo>
                <a:lnTo>
                  <a:pt x="844" y="883"/>
                </a:lnTo>
                <a:close/>
                <a:moveTo>
                  <a:pt x="908" y="387"/>
                </a:moveTo>
                <a:cubicBezTo>
                  <a:pt x="894" y="387"/>
                  <a:pt x="594" y="387"/>
                  <a:pt x="581" y="387"/>
                </a:cubicBezTo>
                <a:cubicBezTo>
                  <a:pt x="581" y="261"/>
                  <a:pt x="581" y="261"/>
                  <a:pt x="581" y="261"/>
                </a:cubicBezTo>
                <a:cubicBezTo>
                  <a:pt x="594" y="261"/>
                  <a:pt x="864" y="261"/>
                  <a:pt x="876" y="261"/>
                </a:cubicBezTo>
                <a:cubicBezTo>
                  <a:pt x="893" y="261"/>
                  <a:pt x="908" y="275"/>
                  <a:pt x="908" y="292"/>
                </a:cubicBezTo>
                <a:lnTo>
                  <a:pt x="908" y="38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5179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/>
          <p:cNvSpPr/>
          <p:nvPr/>
        </p:nvSpPr>
        <p:spPr>
          <a:xfrm>
            <a:off x="3345085" y="5034196"/>
            <a:ext cx="1706680" cy="1332968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-50894" y="980705"/>
            <a:ext cx="1866996" cy="5367481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6779354" y="3433934"/>
            <a:ext cx="2339135" cy="1600261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/>
          <p:cNvSpPr/>
          <p:nvPr/>
        </p:nvSpPr>
        <p:spPr>
          <a:xfrm>
            <a:off x="1816101" y="3041103"/>
            <a:ext cx="10160304" cy="385525"/>
          </a:xfrm>
          <a:prstGeom prst="rect">
            <a:avLst/>
          </a:prstGeom>
          <a:solidFill>
            <a:schemeClr val="bg1">
              <a:lumMod val="85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5" t="15408" r="11833" b="16668"/>
          <a:stretch/>
        </p:blipFill>
        <p:spPr>
          <a:xfrm>
            <a:off x="9499441" y="5260430"/>
            <a:ext cx="637674" cy="56811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292" y="5241294"/>
            <a:ext cx="606008" cy="606382"/>
          </a:xfrm>
          <a:prstGeom prst="rect">
            <a:avLst/>
          </a:prstGeom>
        </p:spPr>
      </p:pic>
      <p:cxnSp>
        <p:nvCxnSpPr>
          <p:cNvPr id="22" name="직선 연결선 21"/>
          <p:cNvCxnSpPr/>
          <p:nvPr/>
        </p:nvCxnSpPr>
        <p:spPr>
          <a:xfrm>
            <a:off x="456405" y="1917179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157" y="1160544"/>
            <a:ext cx="607394" cy="60739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300" y="1164045"/>
            <a:ext cx="603893" cy="603893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461" y="1160560"/>
            <a:ext cx="607378" cy="60737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223" y="1160560"/>
            <a:ext cx="607378" cy="60737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785" y="1160544"/>
            <a:ext cx="607409" cy="60740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800" y="1160544"/>
            <a:ext cx="607409" cy="60740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392" y="1160560"/>
            <a:ext cx="607378" cy="60737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407" y="1160560"/>
            <a:ext cx="607378" cy="60737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766" y="1160560"/>
            <a:ext cx="607378" cy="60737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908" y="1160560"/>
            <a:ext cx="607378" cy="60737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050" y="1160560"/>
            <a:ext cx="607378" cy="607378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192" y="1160560"/>
            <a:ext cx="607378" cy="607378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334" y="1160560"/>
            <a:ext cx="607378" cy="607378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958" y="3142172"/>
            <a:ext cx="1589428" cy="179911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166" y="3147563"/>
            <a:ext cx="1589428" cy="179911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544" y="3145520"/>
            <a:ext cx="1589428" cy="179911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751" y="3142172"/>
            <a:ext cx="1589428" cy="179911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05" y="2580755"/>
            <a:ext cx="1109726" cy="192327"/>
          </a:xfrm>
          <a:prstGeom prst="rect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559" y="2115471"/>
            <a:ext cx="731281" cy="731281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677" y="2114329"/>
            <a:ext cx="732423" cy="732423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547" y="2114329"/>
            <a:ext cx="732423" cy="732423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571" y="2115472"/>
            <a:ext cx="731281" cy="731281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807" y="2108001"/>
            <a:ext cx="738752" cy="738752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266" y="2112359"/>
            <a:ext cx="734393" cy="734393"/>
          </a:xfrm>
          <a:prstGeom prst="rect">
            <a:avLst/>
          </a:prstGeom>
        </p:spPr>
      </p:pic>
      <p:pic>
        <p:nvPicPr>
          <p:cNvPr id="60" name="그림 59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298" y="2116504"/>
            <a:ext cx="730248" cy="730248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346" y="2116505"/>
            <a:ext cx="730248" cy="730248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366" y="2109479"/>
            <a:ext cx="737273" cy="737273"/>
          </a:xfrm>
          <a:prstGeom prst="rect">
            <a:avLst/>
          </a:prstGeom>
        </p:spPr>
      </p:pic>
      <p:cxnSp>
        <p:nvCxnSpPr>
          <p:cNvPr id="63" name="직선 연결선 62"/>
          <p:cNvCxnSpPr/>
          <p:nvPr/>
        </p:nvCxnSpPr>
        <p:spPr>
          <a:xfrm>
            <a:off x="456405" y="3426629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그림 63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05" y="3670981"/>
            <a:ext cx="580627" cy="413873"/>
          </a:xfrm>
          <a:prstGeom prst="rect">
            <a:avLst/>
          </a:prstGeom>
        </p:spPr>
      </p:pic>
      <p:cxnSp>
        <p:nvCxnSpPr>
          <p:cNvPr id="65" name="직선 연결선 64"/>
          <p:cNvCxnSpPr/>
          <p:nvPr/>
        </p:nvCxnSpPr>
        <p:spPr>
          <a:xfrm>
            <a:off x="456405" y="425949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그림 66"/>
          <p:cNvPicPr>
            <a:picLocks noChangeAspect="1"/>
          </p:cNvPicPr>
          <p:nvPr/>
        </p:nvPicPr>
        <p:blipFill rotWithShape="1"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0" t="18159" r="21294" b="17951"/>
          <a:stretch/>
        </p:blipFill>
        <p:spPr>
          <a:xfrm>
            <a:off x="2096091" y="3636181"/>
            <a:ext cx="1231192" cy="483473"/>
          </a:xfrm>
          <a:prstGeom prst="rect">
            <a:avLst/>
          </a:prstGeom>
        </p:spPr>
      </p:pic>
      <p:pic>
        <p:nvPicPr>
          <p:cNvPr id="72" name="그림 71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860" y="3638863"/>
            <a:ext cx="1243803" cy="478109"/>
          </a:xfrm>
          <a:prstGeom prst="rect">
            <a:avLst/>
          </a:prstGeom>
        </p:spPr>
      </p:pic>
      <p:pic>
        <p:nvPicPr>
          <p:cNvPr id="73" name="그림 72"/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261" y="5315195"/>
            <a:ext cx="1301215" cy="77097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398" y="4517146"/>
            <a:ext cx="1406229" cy="290815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724" y="4517146"/>
            <a:ext cx="1406229" cy="290815"/>
          </a:xfrm>
          <a:prstGeom prst="rect">
            <a:avLst/>
          </a:prstGeom>
        </p:spPr>
      </p:pic>
      <p:pic>
        <p:nvPicPr>
          <p:cNvPr id="74" name="그림 73"/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907" y="4599368"/>
            <a:ext cx="1149601" cy="126370"/>
          </a:xfrm>
          <a:prstGeom prst="rect">
            <a:avLst/>
          </a:prstGeom>
        </p:spPr>
      </p:pic>
      <p:pic>
        <p:nvPicPr>
          <p:cNvPr id="77" name="그림 76"/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3022" y="3604883"/>
            <a:ext cx="2005535" cy="531771"/>
          </a:xfrm>
          <a:prstGeom prst="rect">
            <a:avLst/>
          </a:prstGeom>
        </p:spPr>
      </p:pic>
      <p:pic>
        <p:nvPicPr>
          <p:cNvPr id="78" name="그림 77"/>
          <p:cNvPicPr>
            <a:picLocks noChangeAspect="1"/>
          </p:cNvPicPr>
          <p:nvPr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37" t="18104" r="31323" b="19613"/>
          <a:stretch/>
        </p:blipFill>
        <p:spPr>
          <a:xfrm>
            <a:off x="6931040" y="3560536"/>
            <a:ext cx="554218" cy="573326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395" y="3700236"/>
            <a:ext cx="1284538" cy="326140"/>
          </a:xfrm>
          <a:prstGeom prst="rect">
            <a:avLst/>
          </a:prstGeom>
        </p:spPr>
      </p:pic>
      <p:pic>
        <p:nvPicPr>
          <p:cNvPr id="82" name="그림 81"/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05" y="4585972"/>
            <a:ext cx="797720" cy="153162"/>
          </a:xfrm>
          <a:prstGeom prst="rect">
            <a:avLst/>
          </a:prstGeom>
        </p:spPr>
      </p:pic>
      <p:cxnSp>
        <p:nvCxnSpPr>
          <p:cNvPr id="83" name="직선 연결선 82"/>
          <p:cNvCxnSpPr/>
          <p:nvPr/>
        </p:nvCxnSpPr>
        <p:spPr>
          <a:xfrm>
            <a:off x="456405" y="503419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976592" y="5238409"/>
            <a:ext cx="1343969" cy="89334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 smtClean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보안인증심사</a:t>
            </a:r>
            <a:endParaRPr lang="en-US" altLang="ko-KR" sz="1400" dirty="0" smtClean="0">
              <a:latin typeface="프리젠테이션 7 Bold" pitchFamily="2" charset="-127"/>
              <a:ea typeface="프리젠테이션 7 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980563" y="4373368"/>
            <a:ext cx="1159463" cy="50823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 smtClean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기타 로고</a:t>
            </a:r>
            <a:endParaRPr lang="en-US" altLang="ko-KR" sz="1400" dirty="0" smtClean="0">
              <a:latin typeface="프리젠테이션 7 Bold" pitchFamily="2" charset="-127"/>
              <a:ea typeface="프리젠테이션 7 Bold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91" name="그림 90"/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96" y="5545247"/>
            <a:ext cx="1049754" cy="239518"/>
          </a:xfrm>
          <a:prstGeom prst="rect">
            <a:avLst/>
          </a:prstGeom>
        </p:spPr>
      </p:pic>
      <p:pic>
        <p:nvPicPr>
          <p:cNvPr id="92" name="그림 91"/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003" y="5210002"/>
            <a:ext cx="843722" cy="843722"/>
          </a:xfrm>
          <a:prstGeom prst="rect">
            <a:avLst/>
          </a:prstGeom>
        </p:spPr>
      </p:pic>
      <p:pic>
        <p:nvPicPr>
          <p:cNvPr id="94" name="그림 93"/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732" y="4453425"/>
            <a:ext cx="1182440" cy="407752"/>
          </a:xfrm>
          <a:prstGeom prst="rect">
            <a:avLst/>
          </a:prstGeom>
        </p:spPr>
      </p:pic>
      <p:cxnSp>
        <p:nvCxnSpPr>
          <p:cNvPr id="97" name="직선 연결선 96"/>
          <p:cNvCxnSpPr/>
          <p:nvPr/>
        </p:nvCxnSpPr>
        <p:spPr>
          <a:xfrm>
            <a:off x="1816565" y="980705"/>
            <a:ext cx="0" cy="536748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>
            <a:off x="6759947" y="3426628"/>
            <a:ext cx="0" cy="2921558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9118489" y="5034195"/>
            <a:ext cx="0" cy="131399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9118489" y="3438152"/>
            <a:ext cx="0" cy="821343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9118489" y="4259495"/>
            <a:ext cx="0" cy="7747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57" y="1282031"/>
            <a:ext cx="587716" cy="351617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354013" y="5863403"/>
            <a:ext cx="918952" cy="29545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100" dirty="0" smtClean="0"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2" charset="-127"/>
              </a:rPr>
              <a:t>국내 </a:t>
            </a:r>
            <a:r>
              <a:rPr lang="en-US" altLang="ko-KR" sz="1100" dirty="0" smtClean="0"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2" charset="-127"/>
              </a:rPr>
              <a:t>ISMS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19820" y="5863403"/>
            <a:ext cx="918952" cy="29545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100" dirty="0" smtClean="0"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2" charset="-127"/>
              </a:rPr>
              <a:t>국제 </a:t>
            </a:r>
            <a:r>
              <a:rPr lang="en-US" altLang="ko-KR" sz="1100" dirty="0" smtClean="0"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2" charset="-127"/>
              </a:rPr>
              <a:t>ISO27001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921" y="5547620"/>
            <a:ext cx="1050988" cy="207748"/>
          </a:xfrm>
          <a:prstGeom prst="rect">
            <a:avLst/>
          </a:prstGeom>
        </p:spPr>
      </p:pic>
      <p:cxnSp>
        <p:nvCxnSpPr>
          <p:cNvPr id="88" name="직선 연결선 87"/>
          <p:cNvCxnSpPr/>
          <p:nvPr/>
        </p:nvCxnSpPr>
        <p:spPr>
          <a:xfrm>
            <a:off x="5046557" y="5034195"/>
            <a:ext cx="0" cy="131399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>
            <a:off x="3344757" y="5034195"/>
            <a:ext cx="0" cy="131399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09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01247" y="4975384"/>
            <a:ext cx="1542754" cy="2581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3311" y="2181371"/>
            <a:ext cx="5986175" cy="73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sz="3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부제목을 작성해주세요.</a:t>
            </a:r>
          </a:p>
        </p:txBody>
      </p:sp>
      <p:sp>
        <p:nvSpPr>
          <p:cNvPr id="7" name="Text 2"/>
          <p:cNvSpPr/>
          <p:nvPr/>
        </p:nvSpPr>
        <p:spPr>
          <a:xfrm>
            <a:off x="7601245" y="5688832"/>
            <a:ext cx="3833891" cy="744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AI, Cloud, BigData, CDN, Contact Center, 스마트 </a:t>
            </a:r>
            <a:r>
              <a:rPr lang="en-US" sz="1200" dirty="0" err="1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</a:t>
            </a:r>
            <a:r>
              <a:rPr lang="en-US" sz="1200" dirty="0" smtClean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l">
              <a:buNone/>
            </a:pPr>
            <a:r>
              <a:rPr lang="en-US" sz="1200" dirty="0" err="1" smtClean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</a:t>
            </a:r>
            <a:r>
              <a:rPr lang="en-US" sz="1200" dirty="0" smtClean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 등 다양한 영역에서 고객의 Business를 선도하는 Digital Innovator입니다.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3"/>
          <p:cNvSpPr/>
          <p:nvPr/>
        </p:nvSpPr>
        <p:spPr>
          <a:xfrm>
            <a:off x="7601247" y="5418660"/>
            <a:ext cx="2821971" cy="257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Drive Neo Technology</a:t>
            </a:r>
            <a:endParaRPr lang="en-US" sz="1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7275314" y="4944583"/>
            <a:ext cx="0" cy="1488913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311" y="1286198"/>
            <a:ext cx="10274239" cy="7100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ts val="4064"/>
              </a:lnSpc>
            </a:pPr>
            <a:r>
              <a:rPr lang="en-US" altLang="ko-KR" sz="4800" b="1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26’ PPT </a:t>
            </a:r>
            <a:r>
              <a:rPr lang="en-US" altLang="ko-KR" sz="4800" b="1" dirty="0" err="1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템플릿</a:t>
            </a:r>
            <a:r>
              <a:rPr lang="en-US" altLang="ko-KR" sz="4800" b="1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4800" b="1" dirty="0" err="1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가이드</a:t>
            </a:r>
            <a:r>
              <a:rPr lang="en-US" altLang="ko-KR" sz="4800" b="1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/ </a:t>
            </a:r>
            <a:r>
              <a:rPr lang="ko-KR" altLang="en-US" sz="4800" b="1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제목 작성</a:t>
            </a:r>
            <a:endParaRPr lang="en-US" altLang="ko-KR" sz="48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03311" y="664962"/>
            <a:ext cx="3689289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en-US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2026.00.00</a:t>
            </a:r>
            <a:endParaRPr lang="en-US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9827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3"/>
          <p:cNvSpPr/>
          <p:nvPr/>
        </p:nvSpPr>
        <p:spPr>
          <a:xfrm>
            <a:off x="4541178" y="1574452"/>
            <a:ext cx="3735955" cy="448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dirty="0" err="1" smtClean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대제목</a:t>
            </a:r>
            <a:r>
              <a:rPr lang="ko-KR" altLang="en-US" sz="3000" dirty="0" smtClean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을</a:t>
            </a:r>
            <a:r>
              <a:rPr lang="en-US" sz="3000" dirty="0" smtClean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sz="3000" dirty="0" err="1" smtClean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</a:t>
            </a:r>
            <a:r>
              <a:rPr lang="ko-KR" altLang="en-US" sz="3000" dirty="0" smtClean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해주세요</a:t>
            </a:r>
            <a:r>
              <a:rPr lang="en-US" altLang="ko-KR" sz="3000" dirty="0" smtClean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en-US" sz="3000" dirty="0" smtClean="0">
              <a:solidFill>
                <a:schemeClr val="tx1">
                  <a:lumMod val="95000"/>
                  <a:lumOff val="5000"/>
                  <a:alpha val="99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대제목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을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해주세요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대제목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을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해주세요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대제목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을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해주세요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대제목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을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해주세요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대제목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을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해주세요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대제목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을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sz="3000" dirty="0" err="1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</a:t>
            </a:r>
            <a:r>
              <a:rPr lang="ko-KR" altLang="en-US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해주세요</a:t>
            </a:r>
            <a:r>
              <a:rPr lang="en-US" altLang="ko-KR" sz="3000" dirty="0">
                <a:solidFill>
                  <a:schemeClr val="tx1">
                    <a:lumMod val="95000"/>
                    <a:lumOff val="5000"/>
                    <a:alpha val="99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</p:txBody>
      </p:sp>
      <p:sp>
        <p:nvSpPr>
          <p:cNvPr id="11" name="Text 3"/>
          <p:cNvSpPr/>
          <p:nvPr/>
        </p:nvSpPr>
        <p:spPr>
          <a:xfrm>
            <a:off x="3851538" y="1574452"/>
            <a:ext cx="536801" cy="448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</a:t>
            </a:r>
          </a:p>
          <a:p>
            <a:pPr>
              <a:lnSpc>
                <a:spcPct val="150000"/>
              </a:lnSpc>
            </a:pPr>
            <a:r>
              <a:rPr lang="en-US" altLang="ko-KR" sz="30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</a:t>
            </a:r>
            <a:endParaRPr lang="en-US" altLang="ko-KR" sz="30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0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</a:t>
            </a:r>
            <a:endParaRPr lang="en-US" altLang="ko-KR" sz="30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0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4.</a:t>
            </a:r>
            <a:endParaRPr lang="en-US" altLang="ko-KR" sz="30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0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</a:t>
            </a:r>
            <a:endParaRPr lang="en-US" altLang="ko-KR" sz="30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0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6.</a:t>
            </a:r>
            <a:endParaRPr lang="en-US" altLang="ko-KR" sz="30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0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7.</a:t>
            </a:r>
            <a:endParaRPr lang="en-US" altLang="ko-KR" sz="30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8924925" y="2005776"/>
            <a:ext cx="32670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8924925" y="2680450"/>
            <a:ext cx="32670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8924925" y="3355124"/>
            <a:ext cx="32670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8924925" y="4029798"/>
            <a:ext cx="32670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8924925" y="4704472"/>
            <a:ext cx="32670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8924925" y="5379146"/>
            <a:ext cx="32670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8924925" y="6053819"/>
            <a:ext cx="32670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제목 4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smtClean="0"/>
              <a:t>발표 제목을 작성해주세요</a:t>
            </a:r>
            <a:endParaRPr lang="ko-KR" altLang="en-US" dirty="0"/>
          </a:p>
        </p:txBody>
      </p:sp>
      <p:sp>
        <p:nvSpPr>
          <p:cNvPr id="14" name="Text 3"/>
          <p:cNvSpPr/>
          <p:nvPr/>
        </p:nvSpPr>
        <p:spPr>
          <a:xfrm>
            <a:off x="11431475" y="974723"/>
            <a:ext cx="760525" cy="541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310000"/>
              </a:lnSpc>
              <a:buNone/>
            </a:pP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</a:t>
            </a:r>
          </a:p>
          <a:p>
            <a:pPr>
              <a:lnSpc>
                <a:spcPct val="310000"/>
              </a:lnSpc>
            </a:pPr>
            <a:r>
              <a:rPr lang="en-US" altLang="ko-KR" sz="1400" dirty="0" smtClean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310000"/>
              </a:lnSpc>
            </a:pPr>
            <a:r>
              <a:rPr lang="en-US" altLang="ko-KR" sz="1400" dirty="0" smtClean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310000"/>
              </a:lnSpc>
            </a:pPr>
            <a:r>
              <a:rPr lang="en-US" altLang="ko-KR" sz="1400" dirty="0" smtClean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310000"/>
              </a:lnSpc>
            </a:pPr>
            <a:r>
              <a:rPr lang="en-US" altLang="ko-KR" sz="1400" dirty="0" smtClean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310000"/>
              </a:lnSpc>
            </a:pPr>
            <a:r>
              <a:rPr lang="en-US" altLang="ko-KR" sz="1400" dirty="0" smtClean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310000"/>
              </a:lnSpc>
            </a:pPr>
            <a:r>
              <a:rPr lang="en-US" altLang="ko-KR" sz="1400" dirty="0" smtClean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8603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312" y="1286198"/>
            <a:ext cx="6421602" cy="7100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ts val="4064"/>
              </a:lnSpc>
            </a:pPr>
            <a:r>
              <a:rPr lang="en-US" altLang="ko-KR" sz="40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 </a:t>
            </a:r>
            <a:r>
              <a:rPr lang="ko-KR" altLang="en-US" sz="4000" dirty="0" err="1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대제목</a:t>
            </a:r>
            <a:r>
              <a:rPr lang="ko-KR" altLang="en-US" sz="40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작성</a:t>
            </a:r>
            <a:endParaRPr lang="en-US" altLang="ko-KR" sz="40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" name="Text 3"/>
          <p:cNvSpPr/>
          <p:nvPr/>
        </p:nvSpPr>
        <p:spPr>
          <a:xfrm>
            <a:off x="8572997" y="787794"/>
            <a:ext cx="3199904" cy="5901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중</a:t>
            </a:r>
            <a:r>
              <a:rPr lang="en-US" sz="2400" dirty="0" err="1" smtClean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</a:t>
            </a:r>
            <a:r>
              <a:rPr lang="ko-KR" altLang="en-US" sz="2400" dirty="0" smtClean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</a:t>
            </a:r>
            <a:r>
              <a:rPr lang="en-US" sz="2400" dirty="0" smtClean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sz="2400" dirty="0" err="1" smtClean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작성</a:t>
            </a:r>
            <a:r>
              <a:rPr lang="ko-KR" altLang="en-US" sz="2400" dirty="0" smtClean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해주세요</a:t>
            </a:r>
            <a:r>
              <a:rPr lang="en-US" altLang="ko-KR" sz="2400" dirty="0" smtClean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  <a:endParaRPr lang="en-US" sz="2400" dirty="0" smtClean="0">
              <a:solidFill>
                <a:srgbClr val="3B3B3B">
                  <a:alpha val="99000"/>
                </a:srgb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중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</a:t>
            </a: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작성</a:t>
            </a: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해주세요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중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</a:t>
            </a: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작성</a:t>
            </a: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해주세요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중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</a:t>
            </a: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작성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해주세요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중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</a:t>
            </a: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작성</a:t>
            </a: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해주세요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중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</a:t>
            </a: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작성</a:t>
            </a: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해주세요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중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</a:t>
            </a: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400" dirty="0" err="1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작성</a:t>
            </a:r>
            <a:r>
              <a:rPr lang="ko-KR" altLang="en-US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해주세요</a:t>
            </a:r>
            <a:r>
              <a:rPr lang="en-US" altLang="ko-KR" sz="2400" dirty="0">
                <a:solidFill>
                  <a:srgbClr val="3B3B3B">
                    <a:alpha val="99000"/>
                  </a:srgb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</p:txBody>
      </p:sp>
      <p:sp>
        <p:nvSpPr>
          <p:cNvPr id="5" name="Text 3"/>
          <p:cNvSpPr/>
          <p:nvPr/>
        </p:nvSpPr>
        <p:spPr>
          <a:xfrm>
            <a:off x="7944565" y="787794"/>
            <a:ext cx="1069699" cy="5901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</a:t>
            </a:r>
          </a:p>
          <a:p>
            <a:pPr>
              <a:lnSpc>
                <a:spcPct val="200000"/>
              </a:lnSpc>
            </a:pPr>
            <a:r>
              <a:rPr lang="en-US" altLang="ko-KR" sz="24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1.2</a:t>
            </a:r>
            <a:endParaRPr lang="en-US" altLang="ko-KR" sz="24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1.3</a:t>
            </a:r>
            <a:endParaRPr lang="en-US" altLang="ko-KR" sz="24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1.4</a:t>
            </a:r>
            <a:endParaRPr lang="en-US" altLang="ko-KR" sz="24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1.5</a:t>
            </a:r>
            <a:endParaRPr lang="en-US" altLang="ko-KR" sz="24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1.6</a:t>
            </a:r>
            <a:endParaRPr lang="en-US" altLang="ko-KR" sz="24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dirty="0" smtClean="0">
                <a:solidFill>
                  <a:schemeClr val="bg2">
                    <a:lumMod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1.7</a:t>
            </a:r>
            <a:endParaRPr lang="en-US" altLang="ko-KR" sz="2400" dirty="0">
              <a:solidFill>
                <a:schemeClr val="bg2">
                  <a:lumMod val="7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발표 제목을 작성해주세요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3622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smtClean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82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짧은 텍스트에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753532" y="5217946"/>
            <a:ext cx="3029540" cy="1345038"/>
            <a:chOff x="2844950" y="5202168"/>
            <a:chExt cx="2844657" cy="1345038"/>
          </a:xfrm>
        </p:grpSpPr>
        <p:sp>
          <p:nvSpPr>
            <p:cNvPr id="27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01 </a:t>
              </a:r>
              <a:r>
                <a:rPr lang="ko-KR" altLang="en-US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5912288" y="5217946"/>
            <a:ext cx="3029540" cy="1345038"/>
            <a:chOff x="2844950" y="5202168"/>
            <a:chExt cx="2844657" cy="1345038"/>
          </a:xfrm>
        </p:grpSpPr>
        <p:sp>
          <p:nvSpPr>
            <p:cNvPr id="42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4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01 </a:t>
              </a:r>
              <a:r>
                <a:rPr lang="ko-KR" altLang="en-US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9087724" y="5217946"/>
            <a:ext cx="3029540" cy="1345038"/>
            <a:chOff x="2844950" y="5202168"/>
            <a:chExt cx="2844657" cy="1345038"/>
          </a:xfrm>
        </p:grpSpPr>
        <p:sp>
          <p:nvSpPr>
            <p:cNvPr id="46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7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01 </a:t>
              </a:r>
              <a:r>
                <a:rPr lang="ko-KR" altLang="en-US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4" name="직선 연결선 3"/>
          <p:cNvCxnSpPr/>
          <p:nvPr/>
        </p:nvCxnSpPr>
        <p:spPr>
          <a:xfrm>
            <a:off x="5808610" y="6045200"/>
            <a:ext cx="0" cy="812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9021779" y="6045200"/>
            <a:ext cx="0" cy="812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2662116" y="780495"/>
            <a:ext cx="3120956" cy="40074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071043" y="780482"/>
            <a:ext cx="3120956" cy="40074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866579" y="788113"/>
            <a:ext cx="3120956" cy="40074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직각 삼각형 31"/>
          <p:cNvSpPr/>
          <p:nvPr/>
        </p:nvSpPr>
        <p:spPr>
          <a:xfrm rot="5400000">
            <a:off x="2658489" y="780159"/>
            <a:ext cx="293926" cy="294595"/>
          </a:xfrm>
          <a:prstGeom prst="rt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각 삼각형 33"/>
          <p:cNvSpPr/>
          <p:nvPr/>
        </p:nvSpPr>
        <p:spPr>
          <a:xfrm rot="5400000">
            <a:off x="5850083" y="787779"/>
            <a:ext cx="293926" cy="294595"/>
          </a:xfrm>
          <a:prstGeom prst="rt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각 삼각형 34"/>
          <p:cNvSpPr/>
          <p:nvPr/>
        </p:nvSpPr>
        <p:spPr>
          <a:xfrm rot="5400000">
            <a:off x="9071378" y="787780"/>
            <a:ext cx="293926" cy="294595"/>
          </a:xfrm>
          <a:prstGeom prst="rt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618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연결선 24"/>
          <p:cNvCxnSpPr/>
          <p:nvPr/>
        </p:nvCxnSpPr>
        <p:spPr>
          <a:xfrm>
            <a:off x="5808610" y="5084067"/>
            <a:ext cx="0" cy="1164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9021779" y="5084067"/>
            <a:ext cx="0" cy="1164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/>
          <p:cNvGrpSpPr/>
          <p:nvPr/>
        </p:nvGrpSpPr>
        <p:grpSpPr>
          <a:xfrm>
            <a:off x="5912288" y="4418753"/>
            <a:ext cx="3029540" cy="1241820"/>
            <a:chOff x="2844950" y="5202168"/>
            <a:chExt cx="2844657" cy="1345038"/>
          </a:xfrm>
        </p:grpSpPr>
        <p:sp>
          <p:nvSpPr>
            <p:cNvPr id="42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4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01 </a:t>
              </a:r>
              <a:r>
                <a:rPr lang="ko-KR" altLang="en-US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82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짧은 텍스트에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662116" y="780495"/>
            <a:ext cx="3120956" cy="34600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753532" y="4418753"/>
            <a:ext cx="3029540" cy="1241820"/>
            <a:chOff x="2844950" y="5202168"/>
            <a:chExt cx="2844657" cy="1345038"/>
          </a:xfrm>
        </p:grpSpPr>
        <p:sp>
          <p:nvSpPr>
            <p:cNvPr id="27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01 </a:t>
              </a:r>
              <a:r>
                <a:rPr lang="ko-KR" altLang="en-US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9087724" y="4418753"/>
            <a:ext cx="3029540" cy="1241820"/>
            <a:chOff x="2844950" y="5202168"/>
            <a:chExt cx="2844657" cy="1345038"/>
          </a:xfrm>
        </p:grpSpPr>
        <p:sp>
          <p:nvSpPr>
            <p:cNvPr id="46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7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01 </a:t>
              </a:r>
              <a:r>
                <a:rPr lang="ko-KR" altLang="en-US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23" name="직사각형 22"/>
          <p:cNvSpPr/>
          <p:nvPr/>
        </p:nvSpPr>
        <p:spPr>
          <a:xfrm>
            <a:off x="9071043" y="780482"/>
            <a:ext cx="3120956" cy="34600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866579" y="788113"/>
            <a:ext cx="3120956" cy="34600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직각 삼각형 27"/>
          <p:cNvSpPr/>
          <p:nvPr/>
        </p:nvSpPr>
        <p:spPr>
          <a:xfrm rot="5400000">
            <a:off x="2658489" y="780159"/>
            <a:ext cx="293926" cy="294595"/>
          </a:xfrm>
          <a:prstGeom prst="rtTriangle">
            <a:avLst/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각 삼각형 28"/>
          <p:cNvSpPr/>
          <p:nvPr/>
        </p:nvSpPr>
        <p:spPr>
          <a:xfrm rot="5400000">
            <a:off x="5850083" y="787779"/>
            <a:ext cx="293926" cy="294595"/>
          </a:xfrm>
          <a:prstGeom prst="rtTriangle">
            <a:avLst/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각 삼각형 29"/>
          <p:cNvSpPr/>
          <p:nvPr/>
        </p:nvSpPr>
        <p:spPr>
          <a:xfrm rot="5400000">
            <a:off x="9071378" y="787780"/>
            <a:ext cx="293926" cy="294595"/>
          </a:xfrm>
          <a:prstGeom prst="rtTriangle">
            <a:avLst/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2658154" y="5825929"/>
            <a:ext cx="9533846" cy="1032072"/>
          </a:xfrm>
          <a:prstGeom prst="roundRect">
            <a:avLst>
              <a:gd name="adj" fmla="val 0"/>
            </a:avLst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Insight/ Conclusion/ Definition</a:t>
            </a:r>
          </a:p>
        </p:txBody>
      </p:sp>
      <p:sp>
        <p:nvSpPr>
          <p:cNvPr id="3" name="갈매기형 수장 2"/>
          <p:cNvSpPr/>
          <p:nvPr/>
        </p:nvSpPr>
        <p:spPr>
          <a:xfrm rot="5400000">
            <a:off x="7363194" y="5890761"/>
            <a:ext cx="123766" cy="273502"/>
          </a:xfrm>
          <a:prstGeom prst="chevron">
            <a:avLst>
              <a:gd name="adj" fmla="val 59417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22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82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강조 텍스트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에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546784" y="1018606"/>
            <a:ext cx="3029540" cy="1345038"/>
            <a:chOff x="2844950" y="5202168"/>
            <a:chExt cx="2844657" cy="1345038"/>
          </a:xfrm>
        </p:grpSpPr>
        <p:sp>
          <p:nvSpPr>
            <p:cNvPr id="27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v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01 </a:t>
              </a:r>
              <a:r>
                <a:rPr lang="ko-KR" altLang="en-US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4" name="직선 연결선 3"/>
          <p:cNvCxnSpPr/>
          <p:nvPr/>
        </p:nvCxnSpPr>
        <p:spPr>
          <a:xfrm flipH="1">
            <a:off x="8546784" y="2786973"/>
            <a:ext cx="364521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2658154" y="777929"/>
            <a:ext cx="5457146" cy="1942978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658154" y="2864336"/>
            <a:ext cx="5457146" cy="1942978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658154" y="4950744"/>
            <a:ext cx="5457146" cy="1942978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직선 연결선 29"/>
          <p:cNvCxnSpPr/>
          <p:nvPr/>
        </p:nvCxnSpPr>
        <p:spPr>
          <a:xfrm flipH="1">
            <a:off x="8546784" y="4851671"/>
            <a:ext cx="36452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/>
          <p:cNvGrpSpPr/>
          <p:nvPr/>
        </p:nvGrpSpPr>
        <p:grpSpPr>
          <a:xfrm>
            <a:off x="8546784" y="3083303"/>
            <a:ext cx="3029540" cy="1345038"/>
            <a:chOff x="2844950" y="5202168"/>
            <a:chExt cx="2844657" cy="1345038"/>
          </a:xfrm>
        </p:grpSpPr>
        <p:sp>
          <p:nvSpPr>
            <p:cNvPr id="36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v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7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02 </a:t>
              </a:r>
              <a:r>
                <a:rPr lang="ko-KR" altLang="en-US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8546784" y="5148000"/>
            <a:ext cx="3029540" cy="1345038"/>
            <a:chOff x="2844950" y="5202168"/>
            <a:chExt cx="2844657" cy="1345038"/>
          </a:xfrm>
        </p:grpSpPr>
        <p:sp>
          <p:nvSpPr>
            <p:cNvPr id="39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v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0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03 </a:t>
              </a:r>
              <a:r>
                <a:rPr lang="ko-KR" altLang="en-US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6" name="직각 삼각형 5"/>
          <p:cNvSpPr/>
          <p:nvPr/>
        </p:nvSpPr>
        <p:spPr>
          <a:xfrm rot="5400000">
            <a:off x="2658489" y="780159"/>
            <a:ext cx="293926" cy="294595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각 삼각형 49"/>
          <p:cNvSpPr/>
          <p:nvPr/>
        </p:nvSpPr>
        <p:spPr>
          <a:xfrm rot="5400000">
            <a:off x="2658489" y="2864002"/>
            <a:ext cx="293926" cy="294595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각 삼각형 50"/>
          <p:cNvSpPr/>
          <p:nvPr/>
        </p:nvSpPr>
        <p:spPr>
          <a:xfrm rot="5400000">
            <a:off x="2658488" y="4950409"/>
            <a:ext cx="293926" cy="294595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327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2661737" y="1633848"/>
            <a:ext cx="5075359" cy="16608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661737" y="3415476"/>
            <a:ext cx="5075359" cy="16608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2661737" y="5197104"/>
            <a:ext cx="5075359" cy="16608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45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짧은 텍스트에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937183" y="1784034"/>
            <a:ext cx="4254817" cy="1162366"/>
            <a:chOff x="2844950" y="5202168"/>
            <a:chExt cx="4654199" cy="1449259"/>
          </a:xfrm>
        </p:grpSpPr>
        <p:sp>
          <p:nvSpPr>
            <p:cNvPr id="27" name="Text 1"/>
            <p:cNvSpPr/>
            <p:nvPr/>
          </p:nvSpPr>
          <p:spPr>
            <a:xfrm>
              <a:off x="2844950" y="5677890"/>
              <a:ext cx="4654199" cy="9735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diamnonu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v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</a:t>
              </a:r>
            </a:p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Ipisc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ng 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Text 1"/>
            <p:cNvSpPr/>
            <p:nvPr/>
          </p:nvSpPr>
          <p:spPr>
            <a:xfrm>
              <a:off x="2844950" y="5202168"/>
              <a:ext cx="4118553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01 </a:t>
              </a: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6" name="직각 삼각형 5"/>
          <p:cNvSpPr/>
          <p:nvPr/>
        </p:nvSpPr>
        <p:spPr>
          <a:xfrm rot="5400000">
            <a:off x="2669025" y="1626419"/>
            <a:ext cx="235743" cy="250318"/>
          </a:xfrm>
          <a:prstGeom prst="rt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 1"/>
          <p:cNvSpPr/>
          <p:nvPr/>
        </p:nvSpPr>
        <p:spPr>
          <a:xfrm>
            <a:off x="2902908" y="1023545"/>
            <a:ext cx="9289092" cy="33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53"/>
              </a:lnSpc>
            </a:pPr>
            <a:r>
              <a:rPr lang="en-US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| </a:t>
            </a:r>
            <a:r>
              <a:rPr lang="en-US" altLang="ko-KR" sz="1600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1.1.1 </a:t>
            </a:r>
            <a:r>
              <a:rPr lang="ko-KR" altLang="en-US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제목 또는 설명 문구를 작성해주세요</a:t>
            </a:r>
            <a:r>
              <a:rPr lang="en-US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en-US" sz="16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4" name="직각 삼각형 43"/>
          <p:cNvSpPr/>
          <p:nvPr/>
        </p:nvSpPr>
        <p:spPr>
          <a:xfrm rot="5400000">
            <a:off x="2669025" y="3408119"/>
            <a:ext cx="235743" cy="250318"/>
          </a:xfrm>
          <a:prstGeom prst="rt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각 삼각형 45"/>
          <p:cNvSpPr/>
          <p:nvPr/>
        </p:nvSpPr>
        <p:spPr>
          <a:xfrm rot="5400000">
            <a:off x="2669025" y="5189817"/>
            <a:ext cx="235743" cy="250318"/>
          </a:xfrm>
          <a:prstGeom prst="rt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" name="그룹 51"/>
          <p:cNvGrpSpPr/>
          <p:nvPr/>
        </p:nvGrpSpPr>
        <p:grpSpPr>
          <a:xfrm>
            <a:off x="7980727" y="3651150"/>
            <a:ext cx="4254817" cy="1162366"/>
            <a:chOff x="2844950" y="5202168"/>
            <a:chExt cx="4654199" cy="1449259"/>
          </a:xfrm>
        </p:grpSpPr>
        <p:sp>
          <p:nvSpPr>
            <p:cNvPr id="53" name="Text 1"/>
            <p:cNvSpPr/>
            <p:nvPr/>
          </p:nvSpPr>
          <p:spPr>
            <a:xfrm>
              <a:off x="2844950" y="5677890"/>
              <a:ext cx="4654199" cy="9735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diamnonu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v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</a:t>
              </a:r>
            </a:p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Ipisc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ng 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4" name="Text 1"/>
            <p:cNvSpPr/>
            <p:nvPr/>
          </p:nvSpPr>
          <p:spPr>
            <a:xfrm>
              <a:off x="2844950" y="5202168"/>
              <a:ext cx="4118553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02 </a:t>
              </a: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7937182" y="5446369"/>
            <a:ext cx="4254817" cy="1162366"/>
            <a:chOff x="2844950" y="5202168"/>
            <a:chExt cx="4654199" cy="1449259"/>
          </a:xfrm>
        </p:grpSpPr>
        <p:sp>
          <p:nvSpPr>
            <p:cNvPr id="56" name="Text 1"/>
            <p:cNvSpPr/>
            <p:nvPr/>
          </p:nvSpPr>
          <p:spPr>
            <a:xfrm>
              <a:off x="2844950" y="5677890"/>
              <a:ext cx="4654199" cy="9735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 </a:t>
              </a:r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12pt </a:t>
              </a: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diamnonu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v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</a:t>
              </a:r>
            </a:p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Ipisc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ng 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7" name="Text 1"/>
            <p:cNvSpPr/>
            <p:nvPr/>
          </p:nvSpPr>
          <p:spPr>
            <a:xfrm>
              <a:off x="2844950" y="5202168"/>
              <a:ext cx="4118553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2153"/>
                </a:lnSpc>
              </a:pP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03 </a:t>
              </a: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설명 타이틀을 작성해주세요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.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58" name="직선 연결선 57"/>
          <p:cNvCxnSpPr/>
          <p:nvPr/>
        </p:nvCxnSpPr>
        <p:spPr>
          <a:xfrm flipH="1">
            <a:off x="7937182" y="3332844"/>
            <a:ext cx="42548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 flipH="1">
            <a:off x="7937181" y="5132616"/>
            <a:ext cx="42548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120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629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짧은 텍스트에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662116" y="780495"/>
            <a:ext cx="3120956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icon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866580" y="780495"/>
            <a:ext cx="3120956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icon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071044" y="780495"/>
            <a:ext cx="3120956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icon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Text 1"/>
          <p:cNvSpPr/>
          <p:nvPr/>
        </p:nvSpPr>
        <p:spPr>
          <a:xfrm>
            <a:off x="2658993" y="4227457"/>
            <a:ext cx="3124079" cy="1144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Text 1"/>
          <p:cNvSpPr/>
          <p:nvPr/>
        </p:nvSpPr>
        <p:spPr>
          <a:xfrm>
            <a:off x="9085505" y="4227457"/>
            <a:ext cx="3124079" cy="1144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658994" y="780495"/>
            <a:ext cx="3124077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863459" y="780494"/>
            <a:ext cx="3124077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9069483" y="780494"/>
            <a:ext cx="3124077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38" name="Text 1"/>
          <p:cNvSpPr/>
          <p:nvPr/>
        </p:nvSpPr>
        <p:spPr>
          <a:xfrm>
            <a:off x="5859479" y="4240157"/>
            <a:ext cx="3124079" cy="1144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>
            <a:off x="5808610" y="5693668"/>
            <a:ext cx="0" cy="1164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9021779" y="5693668"/>
            <a:ext cx="0" cy="1164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갈매기형 수장 21"/>
          <p:cNvSpPr/>
          <p:nvPr/>
        </p:nvSpPr>
        <p:spPr>
          <a:xfrm rot="5400000">
            <a:off x="4159149" y="5512311"/>
            <a:ext cx="123766" cy="273502"/>
          </a:xfrm>
          <a:prstGeom prst="chevron">
            <a:avLst>
              <a:gd name="adj" fmla="val 59417"/>
            </a:avLst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갈매기형 수장 22"/>
          <p:cNvSpPr/>
          <p:nvPr/>
        </p:nvSpPr>
        <p:spPr>
          <a:xfrm rot="5400000">
            <a:off x="7353312" y="5512311"/>
            <a:ext cx="123766" cy="273502"/>
          </a:xfrm>
          <a:prstGeom prst="chevron">
            <a:avLst>
              <a:gd name="adj" fmla="val 59417"/>
            </a:avLst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갈매기형 수장 25"/>
          <p:cNvSpPr/>
          <p:nvPr/>
        </p:nvSpPr>
        <p:spPr>
          <a:xfrm rot="5400000">
            <a:off x="10585661" y="5479896"/>
            <a:ext cx="123766" cy="273502"/>
          </a:xfrm>
          <a:prstGeom prst="chevron">
            <a:avLst>
              <a:gd name="adj" fmla="val 59417"/>
            </a:avLst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Text 1"/>
          <p:cNvSpPr/>
          <p:nvPr/>
        </p:nvSpPr>
        <p:spPr>
          <a:xfrm>
            <a:off x="2863516" y="6051883"/>
            <a:ext cx="2622883" cy="27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Insight / Definition</a:t>
            </a:r>
            <a:endParaRPr lang="en-US" altLang="ko-KR" sz="14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9" name="Text 1"/>
          <p:cNvSpPr/>
          <p:nvPr/>
        </p:nvSpPr>
        <p:spPr>
          <a:xfrm>
            <a:off x="6103753" y="6051883"/>
            <a:ext cx="2622883" cy="27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Insight / Definition</a:t>
            </a:r>
            <a:endParaRPr lang="en-US" altLang="ko-KR" sz="14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0" name="Text 1"/>
          <p:cNvSpPr/>
          <p:nvPr/>
        </p:nvSpPr>
        <p:spPr>
          <a:xfrm>
            <a:off x="9316921" y="6051882"/>
            <a:ext cx="2622883" cy="27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Insight / Definition</a:t>
            </a:r>
            <a:endParaRPr lang="en-US" altLang="ko-KR" sz="14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8725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2662116" y="780495"/>
            <a:ext cx="2296321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3C41E6"/>
                </a:solidFill>
              </a:rPr>
              <a:t>icon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077194" y="780495"/>
            <a:ext cx="2296321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3C41E6"/>
                </a:solidFill>
              </a:rPr>
              <a:t>icon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7488382" y="780494"/>
            <a:ext cx="2296321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3C41E6"/>
                </a:solidFill>
              </a:rPr>
              <a:t>icon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895681" y="780494"/>
            <a:ext cx="2296320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3C41E6"/>
                </a:solidFill>
              </a:rPr>
              <a:t>icon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629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짧은 텍스트에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5061373" y="6012543"/>
            <a:ext cx="0" cy="8454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모서리가 둥근 직사각형 57"/>
          <p:cNvSpPr/>
          <p:nvPr/>
        </p:nvSpPr>
        <p:spPr>
          <a:xfrm>
            <a:off x="2658995" y="780495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62" name="Text 1"/>
          <p:cNvSpPr/>
          <p:nvPr/>
        </p:nvSpPr>
        <p:spPr>
          <a:xfrm>
            <a:off x="2755068" y="4255054"/>
            <a:ext cx="2052705" cy="130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/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psum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074073" y="780495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7485261" y="780495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28" name="모서리가 둥근 직사각형 27"/>
          <p:cNvSpPr/>
          <p:nvPr/>
        </p:nvSpPr>
        <p:spPr>
          <a:xfrm>
            <a:off x="9892559" y="780495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25" name="Text 1"/>
          <p:cNvSpPr/>
          <p:nvPr/>
        </p:nvSpPr>
        <p:spPr>
          <a:xfrm>
            <a:off x="5170146" y="4255054"/>
            <a:ext cx="2052705" cy="130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/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psum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1"/>
          <p:cNvSpPr/>
          <p:nvPr/>
        </p:nvSpPr>
        <p:spPr>
          <a:xfrm>
            <a:off x="7585224" y="4252196"/>
            <a:ext cx="2052705" cy="130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/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psum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1"/>
          <p:cNvSpPr/>
          <p:nvPr/>
        </p:nvSpPr>
        <p:spPr>
          <a:xfrm>
            <a:off x="9988632" y="4196996"/>
            <a:ext cx="2052705" cy="130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/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psum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7466634" y="6012542"/>
            <a:ext cx="0" cy="8454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9873509" y="6012541"/>
            <a:ext cx="0" cy="8454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갈매기형 수장 23"/>
          <p:cNvSpPr/>
          <p:nvPr/>
        </p:nvSpPr>
        <p:spPr>
          <a:xfrm rot="5400000">
            <a:off x="3794869" y="5671969"/>
            <a:ext cx="123766" cy="273502"/>
          </a:xfrm>
          <a:prstGeom prst="chevron">
            <a:avLst>
              <a:gd name="adj" fmla="val 59417"/>
            </a:avLst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 1"/>
          <p:cNvSpPr/>
          <p:nvPr/>
        </p:nvSpPr>
        <p:spPr>
          <a:xfrm>
            <a:off x="2755068" y="6012541"/>
            <a:ext cx="2203369" cy="31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Insight / Definition</a:t>
            </a:r>
            <a:endParaRPr lang="en-US" altLang="ko-KR" sz="14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4" name="갈매기형 수장 33"/>
          <p:cNvSpPr/>
          <p:nvPr/>
        </p:nvSpPr>
        <p:spPr>
          <a:xfrm rot="5400000">
            <a:off x="6252404" y="5671969"/>
            <a:ext cx="123766" cy="273502"/>
          </a:xfrm>
          <a:prstGeom prst="chevron">
            <a:avLst>
              <a:gd name="adj" fmla="val 59417"/>
            </a:avLst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 1"/>
          <p:cNvSpPr/>
          <p:nvPr/>
        </p:nvSpPr>
        <p:spPr>
          <a:xfrm>
            <a:off x="5212604" y="6012541"/>
            <a:ext cx="2102800" cy="31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Insight / Definition</a:t>
            </a:r>
            <a:endParaRPr lang="en-US" altLang="ko-KR" sz="14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6" name="갈매기형 수장 35"/>
          <p:cNvSpPr/>
          <p:nvPr/>
        </p:nvSpPr>
        <p:spPr>
          <a:xfrm rot="5400000">
            <a:off x="8657665" y="5671969"/>
            <a:ext cx="123766" cy="273502"/>
          </a:xfrm>
          <a:prstGeom prst="chevron">
            <a:avLst>
              <a:gd name="adj" fmla="val 59417"/>
            </a:avLst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 1"/>
          <p:cNvSpPr/>
          <p:nvPr/>
        </p:nvSpPr>
        <p:spPr>
          <a:xfrm>
            <a:off x="7617865" y="6012541"/>
            <a:ext cx="2020064" cy="31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Insight / Definition</a:t>
            </a:r>
            <a:endParaRPr lang="en-US" altLang="ko-KR" sz="14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8" name="갈매기형 수장 37"/>
          <p:cNvSpPr/>
          <p:nvPr/>
        </p:nvSpPr>
        <p:spPr>
          <a:xfrm rot="5400000">
            <a:off x="11020997" y="5675596"/>
            <a:ext cx="123766" cy="273502"/>
          </a:xfrm>
          <a:prstGeom prst="chevron">
            <a:avLst>
              <a:gd name="adj" fmla="val 59417"/>
            </a:avLst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Text 1"/>
          <p:cNvSpPr/>
          <p:nvPr/>
        </p:nvSpPr>
        <p:spPr>
          <a:xfrm>
            <a:off x="10024739" y="6012541"/>
            <a:ext cx="2016598" cy="319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Insight / Definition</a:t>
            </a:r>
            <a:endParaRPr lang="en-US" altLang="ko-KR" sz="14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1194610"/>
      </p:ext>
    </p:extLst>
  </p:cSld>
  <p:clrMapOvr>
    <a:masterClrMapping/>
  </p:clrMapOvr>
</p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0" name="직사각형 19"/>
          <ns0:cNvSpPr/>
          <ns0:nvPr/>
        </ns0:nvSpPr>
        <ns0:spPr>
          <ns1:xfrm>
            <ns1:off x="2662116" y="1874786"/>
            <ns1:ext cx="3120956" cy="2948314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ko-KR" sz="1200" dirty="0" smtClean="0">
                <ns1:solidFill>
                  <ns1:srgbClr val="3C41E6"/>
                </ns1:solidFill>
              </ns1:rPr>
              <ns1:t>icon</ns1:t>
            </ns1:r>
            <ns1:endParaRPr lang="ko-KR" altLang="en-US" sz="1200" dirty="0">
              <ns1:solidFill>
                <ns1:srgbClr val="3C41E6"/>
              </ns1:solidFill>
            </ns1:endParaRPr>
          </ns1:p>
        </ns0:txBody>
      </ns0:sp>
      <ns0:sp>
        <ns0:nvSpPr>
          <ns0:cNvPr id="24" name="직사각형 23"/>
          <ns0:cNvSpPr/>
          <ns0:nvPr/>
        </ns0:nvSpPr>
        <ns0:spPr>
          <ns1:xfrm>
            <ns1:off x="5866580" y="1874786"/>
            <ns1:ext cx="3120956" cy="2948314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ko-KR" sz="1200" dirty="0">
                <ns1:solidFill>
                  <ns1:srgbClr val="3C41E6"/>
                </ns1:solidFill>
              </ns1:rPr>
              <ns1:t>icon</ns1:t>
            </ns1:r>
            <ns1:endParaRPr lang="ko-KR" altLang="en-US" sz="1200" dirty="0">
              <ns1:solidFill>
                <ns1:srgbClr val="3C41E6"/>
              </ns1:solidFill>
            </ns1:endParaRPr>
          </ns1:p>
        </ns0:txBody>
      </ns0:sp>
      <ns0:sp>
        <ns0:nvSpPr>
          <ns0:cNvPr id="25" name="직사각형 24"/>
          <ns0:cNvSpPr/>
          <ns0:nvPr/>
        </ns0:nvSpPr>
        <ns0:spPr>
          <ns1:xfrm>
            <ns1:off x="9071044" y="1874786"/>
            <ns1:ext cx="3120956" cy="2948314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ko-KR" sz="1200" dirty="0">
                <ns1:solidFill>
                  <ns1:srgbClr val="3C41E6"/>
                </ns1:solidFill>
              </ns1:rPr>
              <ns1:t>icon</ns1:t>
            </ns1:r>
            <ns1:endParaRPr lang="ko-KR" altLang="en-US" sz="1200" dirty="0">
              <ns1:solidFill>
                <ns1:srgbClr val="3C41E6"/>
              </ns1:solidFill>
            </ns1:endParaRPr>
          </ns1:p>
        </ns0:txBody>
      </ns0:sp>
      <ns0:sp>
        <ns0:nvSpPr>
          <ns0:cNvPr id="18" name="모서리가 둥근 직사각형 17"/>
          <ns0:cNvSpPr/>
          <ns0:nvPr/>
        </ns0:nvSpPr>
        <ns0:spPr>
          <ns1:xfrm>
            <ns1:off x="2657433" y="1505930"/>
            <ns1:ext cx="3124077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01 </ns1:t>
            </ns1:r>
            <ns1:r>
              <ns1:rPr lang="ko-KR" altLang="en-US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제목 </ns1:t>
            </ns1:r>
            <ns1:r>
              <ns1:rPr lang="en-US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/14pt</ns1:t>
            </ns1:r>
          </ns1:p>
        </ns0:txBody>
      </ns0:sp>
      <ns0:sp>
        <ns0:nvSpPr>
          <ns0:cNvPr id="19" name="모서리가 둥근 직사각형 18"/>
          <ns0:cNvSpPr/>
          <ns0:nvPr/>
        </ns0:nvSpPr>
        <ns0:spPr>
          <ns1:xfrm>
            <ns1:off x="5861898" y="1505929"/>
            <ns1:ext cx="3124077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01 </ns1:t>
            </ns1:r>
            <ns1:r>
              <ns1:rPr lang="ko-KR" altLang="en-US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제목 </ns1:t>
            </ns1:r>
            <ns1:r>
              <ns1:rPr lang="en-US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/14pt</ns1:t>
            </ns1:r>
          </ns1:p>
        </ns0:txBody>
      </ns0:sp>
      <ns0:sp>
        <ns0:nvSpPr>
          <ns0:cNvPr id="21" name="모서리가 둥근 직사각형 20"/>
          <ns0:cNvSpPr/>
          <ns0:nvPr/>
        </ns0:nvSpPr>
        <ns0:spPr>
          <ns1:xfrm>
            <ns1:off x="9067922" y="1505929"/>
            <ns1:ext cx="3124077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01 </ns1:t>
            </ns1:r>
            <ns1:r>
              <ns1:rPr lang="ko-KR" altLang="en-US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제목 </ns1:t>
            </ns1:r>
            <ns1:r>
              <ns1:rPr lang="en-US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/14pt</ns1:t>
            </ns1:r>
          </ns1:p>
        </ns0:txBody>
      </ns0:sp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altLang="ko-KR" dirty="0" smtClean="0"/>
              <ns1:t>PPT </ns1:t>
            </ns1:r>
            <ns1:r>
              <ns1:rPr lang="ko-KR" altLang="en-US" dirty="0" err="1" smtClean="0"/>
              <ns1:t>대제목</ns1:t>
            </ns1:r>
            <ns1:r>
              <ns1:rPr lang="ko-KR" altLang="en-US" dirty="0" smtClean="0"/>
              <ns1:t> 작성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rPr lang="en-US" altLang="ko-KR" dirty="0"/>
              <ns1:t>01 </ns1:t>
            </ns1:r>
            <ns1:r>
              <ns1:rPr lang="ko-KR" altLang="en-US" dirty="0" err="1"/>
              <ns1:t>중제목</ns1:t>
            </ns1:r>
            <ns1:r>
              <ns1:rPr lang="ko-KR" altLang="en-US" dirty="0"/>
              <ns1:t> 작성</ns1:t>
            </ns1:r>
          </ns1:p>
        </ns0:txBody>
      </ns0:sp>
      <ns0:sp>
        <ns0:nvSpPr>
          <ns0:cNvPr id="14" name="Text 1"/>
          <ns0:cNvSpPr/>
          <ns0:nvPr/>
        </ns0:nvSpPr>
        <ns0:spPr>
          <ns1:xfrm>
            <ns1:off x="395032" y="780494"/>
            <ns1:ext cx="2200409" cy="62920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1.1 </ns1:t>
            </ns1:r>
          </ns1:p>
          <ns1:p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짧은 텍스트에 사용</ns1:t>
            </ns1:r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7" name="Text 1"/>
          <ns0:cNvSpPr/>
          <ns0:nvPr/>
        </ns0:nvSpPr>
        <ns0:spPr>
          <ns1:xfrm>
            <ns1:off x="395031" y="1627472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상세 설명을 작성해주세요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/ 12pt </ns1:t>
            </ns1:r>
          </ns1:p>
          <ns1:p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ipsum 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dolor sit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amet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,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consect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adipiscing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elit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,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sed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diam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nonu</ns1:t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nibh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euismod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tincidunt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ut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62" name="Text 1"/>
          <ns0:cNvSpPr/>
          <ns0:nvPr/>
        </ns0:nvSpPr>
        <ns0:spPr>
          <ns1:xfrm>
            <ns1:off x="2661410" y="5070470"/>
            <ns1:ext cx="3124079" cy="10445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01 </ns1:t>
            </ns1:r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상세 설명을 작성해주세요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/ 12pt </ns1:t>
            </ns1: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ipsum 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dolor sit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amet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,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consect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adipiscing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elit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,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sed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diam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nonu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nibh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euismod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tincidu</ns1:t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elit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,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sed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diam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nonu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nibh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euismod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tincidu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69" name="Text 1"/>
          <ns0:cNvSpPr/>
          <ns0:nvPr/>
        </ns0:nvSpPr>
        <ns0:spPr>
          <ns1:xfrm>
            <ns1:off x="9067922" y="5070470"/>
            <ns1:ext cx="3120956" cy="10445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01 </ns1:t>
            </ns1:r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상세 설명을 작성해주세요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/ 12pt </ns1:t>
            </ns1: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ipsum 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dolor sit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amet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,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consect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adipiscing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elit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,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sed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diam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nonu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nibh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euismod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tincidu</ns1:t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elit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,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sed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diam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nonu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nibh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euismod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tincidu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38" name="Text 1"/>
          <ns0:cNvSpPr/>
          <ns0:nvPr/>
        </ns0:nvSpPr>
        <ns0:spPr>
          <ns1:xfrm>
            <ns1:off x="5861896" y="5070470"/>
            <ns1:ext cx="3124079" cy="82691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01 </ns1:t>
            </ns1:r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상세 설명을 작성해주세요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/ 12pt </ns1:t>
            </ns1: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ipsum 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dolor sit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amet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,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consect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adipiscing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elit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,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sed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diam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nonu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nibh</ns1:t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euismod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tincidu</ns1:t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elit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,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sed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diam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nonu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nibh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euismod</ns1:t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 </ns1:t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tincidu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41" name="Text 1"/>
          <ns0:cNvSpPr/>
          <ns0:nvPr/>
        </ns0:nvSpPr>
        <ns0:spPr>
          <ns1:xfrm>
            <ns1:off x="2902908" y="1023545"/>
            <ns1:ext cx="9289092" cy="3371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>
              <ns1:lnSpc>
                <ns1:spcPts val="2153"/>
              </ns1:lnSpc>
            </ns1:pPr>
            <ns1:r>
              <ns1:rPr lang="en-US" altLang="ko-KR" sz="16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| </ns1:t>
            </ns1:r>
            <ns1:r>
              <ns1:rPr lang="en-US" altLang="ko-KR" sz="1600" dirty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1.1.1 </ns1:t>
            </ns1:r>
            <ns1:r>
              <ns1:rPr lang="ko-KR" altLang="en-US" sz="16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제목 또는 설명 문구를 작성해주세요</ns1:t>
            </ns1:r>
            <ns1:r>
              <ns1:rPr lang="en-US" altLang="ko-KR" sz="16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.</ns1:t>
            </ns1:r>
            <ns1:endParaRPr lang="en-US" sz="16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cxnSp>
        <ns0:nvCxnSpPr>
          <ns0:cNvPr id="42" name="직선 연결선 41"/>
          <ns0:cNvCxnSpPr/>
          <ns0:nvPr/>
        </ns0:nvCxnSpPr>
        <ns0:spPr>
          <ns1:xfrm>
            <ns1:off x="5808610" y="6012543"/>
            <ns1:ext cx="0" cy="845457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44" name="직선 연결선 43"/>
          <ns0:cNvCxnSpPr/>
          <ns0:nvPr/>
        </ns0:nvCxnSpPr>
        <ns0:spPr>
          <ns1:xfrm>
            <ns1:off x="9021779" y="6012543"/>
            <ns1:ext cx="0" cy="845457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  <ns0:extLst>
      <ns0:ext uri="{BB962C8B-B14F-4D97-AF65-F5344CB8AC3E}">
        <ns2:creationId val="368167827"/>
      </ns0:ext>
    </ns0:extLst>
  </ns0:cSld>
  <ns0:clrMapOvr>
    <ns1:masterClrMapping/>
  </ns0:clrMapOvr>
</ns0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629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짧은 텍스트에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662116" y="1506207"/>
            <a:ext cx="2296321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3C41E6"/>
                </a:solidFill>
              </a:rPr>
              <a:t>icon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5061373" y="6012543"/>
            <a:ext cx="0" cy="8454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모서리가 둥근 직사각형 57"/>
          <p:cNvSpPr/>
          <p:nvPr/>
        </p:nvSpPr>
        <p:spPr>
          <a:xfrm>
            <a:off x="2658995" y="1506207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62" name="Text 1"/>
          <p:cNvSpPr/>
          <p:nvPr/>
        </p:nvSpPr>
        <p:spPr>
          <a:xfrm>
            <a:off x="2755068" y="5053336"/>
            <a:ext cx="2052705" cy="118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/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psum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077194" y="1506207"/>
            <a:ext cx="2296321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3C41E6"/>
                </a:solidFill>
              </a:rPr>
              <a:t>icon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074073" y="1506207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7488382" y="1506206"/>
            <a:ext cx="2296321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3C41E6"/>
                </a:solidFill>
              </a:rPr>
              <a:t>icon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7485261" y="1506207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895681" y="1506206"/>
            <a:ext cx="2296320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3C41E6"/>
                </a:solidFill>
              </a:rPr>
              <a:t>icon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9892559" y="1506207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25" name="Text 1"/>
          <p:cNvSpPr/>
          <p:nvPr/>
        </p:nvSpPr>
        <p:spPr>
          <a:xfrm>
            <a:off x="5170146" y="5053336"/>
            <a:ext cx="2052705" cy="118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/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psum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1"/>
          <p:cNvSpPr/>
          <p:nvPr/>
        </p:nvSpPr>
        <p:spPr>
          <a:xfrm>
            <a:off x="7585224" y="5050478"/>
            <a:ext cx="2052705" cy="118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/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psum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1"/>
          <p:cNvSpPr/>
          <p:nvPr/>
        </p:nvSpPr>
        <p:spPr>
          <a:xfrm>
            <a:off x="9988632" y="4995278"/>
            <a:ext cx="2052705" cy="118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/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psum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7466634" y="6012542"/>
            <a:ext cx="0" cy="8454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9892559" y="6012541"/>
            <a:ext cx="0" cy="8454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1"/>
          <p:cNvSpPr/>
          <p:nvPr/>
        </p:nvSpPr>
        <p:spPr>
          <a:xfrm>
            <a:off x="2902908" y="1023545"/>
            <a:ext cx="9289092" cy="33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53"/>
              </a:lnSpc>
            </a:pPr>
            <a:r>
              <a:rPr lang="en-US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| </a:t>
            </a:r>
            <a:r>
              <a:rPr lang="en-US" altLang="ko-KR" sz="1600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1.1.1 </a:t>
            </a:r>
            <a:r>
              <a:rPr lang="ko-KR" altLang="en-US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제목 또는 설명 문구를 작성해주세요</a:t>
            </a:r>
            <a:r>
              <a:rPr lang="en-US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en-US" sz="16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1123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45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짧은 텍스트에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592661" y="2146006"/>
            <a:ext cx="1530350" cy="182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10.5pt/  ipsum dolor sit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endParaRPr lang="en-US" altLang="ko-KR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altLang="ko-KR" sz="105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um dolor sit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2661353" y="1627472"/>
            <a:ext cx="4659725" cy="349806"/>
          </a:xfrm>
          <a:prstGeom prst="roundRect">
            <a:avLst>
              <a:gd name="adj" fmla="val 0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2657501" y="1977278"/>
            <a:ext cx="2754791" cy="2162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7532275" y="1627472"/>
            <a:ext cx="4659725" cy="349806"/>
          </a:xfrm>
          <a:prstGeom prst="roundRect">
            <a:avLst>
              <a:gd name="adj" fmla="val 0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15" name="Text 1"/>
          <p:cNvSpPr/>
          <p:nvPr/>
        </p:nvSpPr>
        <p:spPr>
          <a:xfrm>
            <a:off x="2902908" y="1023545"/>
            <a:ext cx="9289092" cy="33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53"/>
              </a:lnSpc>
            </a:pPr>
            <a:r>
              <a:rPr lang="en-US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| </a:t>
            </a:r>
            <a:r>
              <a:rPr lang="en-US" altLang="ko-KR" sz="1600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1.1.1 </a:t>
            </a:r>
            <a:r>
              <a:rPr lang="ko-KR" altLang="en-US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제목 또는 설명 문구를 작성해주세요</a:t>
            </a:r>
            <a:r>
              <a:rPr lang="en-US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en-US" sz="16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546120" y="1977278"/>
            <a:ext cx="2754791" cy="2162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 1"/>
          <p:cNvSpPr/>
          <p:nvPr/>
        </p:nvSpPr>
        <p:spPr>
          <a:xfrm>
            <a:off x="10481280" y="2146006"/>
            <a:ext cx="1530350" cy="182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10.5pt/  ipsum dolor sit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endParaRPr lang="en-US" altLang="ko-KR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altLang="ko-KR" sz="105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um dolor sit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13" name="Text 1"/>
          <p:cNvSpPr/>
          <p:nvPr/>
        </p:nvSpPr>
        <p:spPr>
          <a:xfrm>
            <a:off x="5592661" y="4863806"/>
            <a:ext cx="1530350" cy="182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10.5pt/  ipsum dolor sit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endParaRPr lang="en-US" altLang="ko-KR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altLang="ko-KR" sz="105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um dolor sit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2661353" y="4345272"/>
            <a:ext cx="4659725" cy="349806"/>
          </a:xfrm>
          <a:prstGeom prst="roundRect">
            <a:avLst>
              <a:gd name="adj" fmla="val 0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657501" y="4695078"/>
            <a:ext cx="2754791" cy="2162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 1"/>
          <p:cNvSpPr/>
          <p:nvPr/>
        </p:nvSpPr>
        <p:spPr>
          <a:xfrm>
            <a:off x="10481280" y="4863806"/>
            <a:ext cx="1530350" cy="182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10.5pt/  ipsum dolor sit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endParaRPr lang="en-US" altLang="ko-KR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altLang="ko-KR" sz="105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um dolor sit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22" name="모서리가 둥근 직사각형 21"/>
          <p:cNvSpPr/>
          <p:nvPr/>
        </p:nvSpPr>
        <p:spPr>
          <a:xfrm>
            <a:off x="7549972" y="4345272"/>
            <a:ext cx="4659725" cy="349806"/>
          </a:xfrm>
          <a:prstGeom prst="roundRect">
            <a:avLst>
              <a:gd name="adj" fmla="val 0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01 </a:t>
            </a:r>
            <a:r>
              <a:rPr lang="ko-KR" altLang="en-US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제목 </a:t>
            </a:r>
            <a:r>
              <a:rPr lang="en-US" altLang="ko-KR" sz="12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/14pt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7546120" y="4695078"/>
            <a:ext cx="2754791" cy="2162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942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45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짧은 텍스트에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661584" y="780495"/>
            <a:ext cx="4679094" cy="6077506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3C41E6"/>
                </a:solidFill>
              </a:rPr>
              <a:t>image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512906" y="780495"/>
            <a:ext cx="4679094" cy="6077506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3C41E6"/>
                </a:solidFill>
              </a:rPr>
              <a:t>image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296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45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짧은 텍스트에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661584" y="780494"/>
            <a:ext cx="3086128" cy="6077505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1419AB"/>
                </a:solidFill>
              </a:rPr>
              <a:t>image</a:t>
            </a:r>
            <a:endParaRPr lang="ko-KR" altLang="en-US" sz="1400" dirty="0">
              <a:solidFill>
                <a:srgbClr val="1419AB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883728" y="780495"/>
            <a:ext cx="3086128" cy="6077505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1419AB"/>
                </a:solidFill>
              </a:rPr>
              <a:t>image</a:t>
            </a:r>
            <a:endParaRPr lang="ko-KR" altLang="en-US" sz="1400" dirty="0">
              <a:solidFill>
                <a:srgbClr val="1419AB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9105872" y="780495"/>
            <a:ext cx="3086128" cy="6077505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1419AB"/>
                </a:solidFill>
              </a:rPr>
              <a:t>image</a:t>
            </a:r>
            <a:endParaRPr lang="ko-KR" altLang="en-US" sz="1400" dirty="0">
              <a:solidFill>
                <a:srgbClr val="1419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449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45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짧은 텍스트에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ipsum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</a:t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661584" y="780495"/>
            <a:ext cx="4679094" cy="2940168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3C41E6"/>
                </a:solidFill>
              </a:rPr>
              <a:t>image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512906" y="780495"/>
            <a:ext cx="4679094" cy="2940168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3C41E6"/>
                </a:solidFill>
              </a:rPr>
              <a:t>image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661584" y="3917832"/>
            <a:ext cx="4679094" cy="2940168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3C41E6"/>
                </a:solidFill>
              </a:rPr>
              <a:t>image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512906" y="3917832"/>
            <a:ext cx="4679094" cy="2940168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3C41E6"/>
                </a:solidFill>
              </a:rPr>
              <a:t>image</a:t>
            </a:r>
            <a:endParaRPr lang="ko-KR" altLang="en-US" sz="1200" dirty="0">
              <a:solidFill>
                <a:srgbClr val="3C41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959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659380" y="5849257"/>
            <a:ext cx="9532620" cy="1008743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핵심 </a:t>
            </a:r>
            <a:r>
              <a:rPr lang="ko-KR" altLang="en-US" dirty="0" smtClean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설명을 </a:t>
            </a:r>
            <a:r>
              <a:rPr lang="ko-KR" altLang="en-US" dirty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작성해주세요</a:t>
            </a:r>
            <a:r>
              <a:rPr lang="en-US" altLang="ko-KR" dirty="0" smtClean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en-US" altLang="ko-KR" dirty="0">
              <a:solidFill>
                <a:srgbClr val="171CAC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325484" y="3198893"/>
            <a:ext cx="2200409" cy="29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 1"/>
          <p:cNvSpPr/>
          <p:nvPr/>
        </p:nvSpPr>
        <p:spPr>
          <a:xfrm>
            <a:off x="395032" y="2311627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 1"/>
          <p:cNvSpPr/>
          <p:nvPr/>
        </p:nvSpPr>
        <p:spPr>
          <a:xfrm>
            <a:off x="395032" y="3466057"/>
            <a:ext cx="2200409" cy="1537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 1"/>
          <p:cNvSpPr/>
          <p:nvPr/>
        </p:nvSpPr>
        <p:spPr>
          <a:xfrm>
            <a:off x="395032" y="780495"/>
            <a:ext cx="2200409" cy="956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1.2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짧은 텍스트에 사용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문단 나눔 필요시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4353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0" name="Text 1"/>
          <p:cNvSpPr/>
          <p:nvPr/>
        </p:nvSpPr>
        <p:spPr>
          <a:xfrm>
            <a:off x="6325484" y="3198893"/>
            <a:ext cx="2200409" cy="29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59380" y="5219700"/>
            <a:ext cx="9532620" cy="1638301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01 </a:t>
            </a:r>
            <a:r>
              <a:rPr lang="ko-KR" altLang="en-US" sz="1600" dirty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핵심 설명</a:t>
            </a:r>
            <a:endParaRPr lang="en-US" altLang="ko-KR" sz="1600" dirty="0">
              <a:solidFill>
                <a:srgbClr val="171CAC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02 </a:t>
            </a:r>
            <a:r>
              <a:rPr lang="ko-KR" altLang="en-US" sz="1600" dirty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핵심 설명</a:t>
            </a:r>
            <a:endParaRPr lang="en-US" altLang="ko-KR" sz="1600" dirty="0">
              <a:solidFill>
                <a:srgbClr val="171CAC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smtClean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03 </a:t>
            </a:r>
            <a:r>
              <a:rPr lang="ko-KR" altLang="en-US" sz="1600" dirty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핵심 </a:t>
            </a:r>
            <a:r>
              <a:rPr lang="ko-KR" altLang="en-US" sz="1600" dirty="0" smtClean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설명</a:t>
            </a:r>
            <a:endParaRPr lang="en-US" altLang="ko-KR" sz="1600" dirty="0">
              <a:solidFill>
                <a:srgbClr val="171CAC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119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1.3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길어질 경우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아래 확장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최대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줄로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작성하여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6" name="Text 1"/>
          <p:cNvSpPr/>
          <p:nvPr/>
        </p:nvSpPr>
        <p:spPr>
          <a:xfrm>
            <a:off x="395032" y="2311627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085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5" name="Text 1"/>
          <p:cNvSpPr/>
          <p:nvPr/>
        </p:nvSpPr>
        <p:spPr>
          <a:xfrm>
            <a:off x="395032" y="780494"/>
            <a:ext cx="2200409" cy="119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1.4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이미지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영상 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상세 설명 필요할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3" name="Text 1"/>
          <p:cNvSpPr/>
          <p:nvPr/>
        </p:nvSpPr>
        <p:spPr>
          <a:xfrm>
            <a:off x="395032" y="2311627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 1"/>
          <p:cNvSpPr/>
          <p:nvPr/>
        </p:nvSpPr>
        <p:spPr>
          <a:xfrm>
            <a:off x="6409079" y="3669389"/>
            <a:ext cx="2200409" cy="29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3252121" y="1553053"/>
            <a:ext cx="2855167" cy="423762"/>
          </a:xfrm>
          <a:prstGeom prst="roundRect">
            <a:avLst>
              <a:gd name="adj" fmla="val 5865"/>
            </a:avLst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부분 설명 타이틀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5" name="Text 1"/>
          <p:cNvSpPr/>
          <p:nvPr/>
        </p:nvSpPr>
        <p:spPr>
          <a:xfrm>
            <a:off x="3480050" y="2155936"/>
            <a:ext cx="2551261" cy="739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 smtClean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050" dirty="0" smtClean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10.5 </a:t>
            </a:r>
            <a:r>
              <a:rPr lang="en-US" altLang="ko-KR" sz="1050" dirty="0" err="1" smtClean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pt</a:t>
            </a:r>
            <a:r>
              <a:rPr lang="en-US" altLang="ko-KR" sz="1050" dirty="0" smtClean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>
              <a:solidFill>
                <a:schemeClr val="bg1">
                  <a:lumMod val="8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9167921" y="3327353"/>
            <a:ext cx="2486661" cy="423762"/>
          </a:xfrm>
          <a:prstGeom prst="roundRect">
            <a:avLst>
              <a:gd name="adj" fmla="val 5865"/>
            </a:avLst>
          </a:prstGeom>
          <a:solidFill>
            <a:srgbClr val="FF4B4B"/>
          </a:solidFill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부분 설명 타이틀</a:t>
            </a:r>
            <a:endParaRPr lang="en-US" altLang="ko-KR" sz="12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3" name="꺾인 연결선 2"/>
          <p:cNvCxnSpPr>
            <a:stCxn id="42" idx="3"/>
          </p:cNvCxnSpPr>
          <p:nvPr/>
        </p:nvCxnSpPr>
        <p:spPr>
          <a:xfrm>
            <a:off x="6107288" y="1764934"/>
            <a:ext cx="1028776" cy="706430"/>
          </a:xfrm>
          <a:prstGeom prst="bentConnector3">
            <a:avLst/>
          </a:prstGeom>
          <a:ln>
            <a:solidFill>
              <a:srgbClr val="999D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/>
          <p:cNvSpPr/>
          <p:nvPr/>
        </p:nvSpPr>
        <p:spPr>
          <a:xfrm>
            <a:off x="9167920" y="5006627"/>
            <a:ext cx="2486661" cy="423762"/>
          </a:xfrm>
          <a:prstGeom prst="roundRect">
            <a:avLst>
              <a:gd name="adj" fmla="val 5865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부분 설명 타이틀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3328098" y="3199670"/>
            <a:ext cx="2486661" cy="423762"/>
          </a:xfrm>
          <a:prstGeom prst="roundRect">
            <a:avLst>
              <a:gd name="adj" fmla="val 58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부분 설명 타이틀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3328098" y="3704810"/>
            <a:ext cx="2486661" cy="423762"/>
          </a:xfrm>
          <a:prstGeom prst="roundRect">
            <a:avLst>
              <a:gd name="adj" fmla="val 5865"/>
            </a:avLst>
          </a:prstGeom>
          <a:solidFill>
            <a:srgbClr val="999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부분 설명 타이틀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3328098" y="4209950"/>
            <a:ext cx="2486661" cy="423762"/>
          </a:xfrm>
          <a:prstGeom prst="roundRect">
            <a:avLst>
              <a:gd name="adj" fmla="val 5865"/>
            </a:avLst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부분 설명 타이틀</a:t>
            </a:r>
            <a:endParaRPr lang="en-US" altLang="ko-KR" sz="12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5" name="Text 1"/>
          <p:cNvSpPr/>
          <p:nvPr/>
        </p:nvSpPr>
        <p:spPr>
          <a:xfrm>
            <a:off x="9220925" y="3894522"/>
            <a:ext cx="2551261" cy="739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 smtClean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050" dirty="0" smtClean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10.5 </a:t>
            </a:r>
            <a:r>
              <a:rPr lang="en-US" altLang="ko-KR" sz="1050" dirty="0" err="1" smtClean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pt</a:t>
            </a:r>
            <a:r>
              <a:rPr lang="en-US" altLang="ko-KR" sz="1050" dirty="0" smtClean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050" dirty="0" err="1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050" dirty="0">
                <a:solidFill>
                  <a:srgbClr val="FDB24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>
              <a:solidFill>
                <a:srgbClr val="FDB24D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 1"/>
          <p:cNvSpPr/>
          <p:nvPr/>
        </p:nvSpPr>
        <p:spPr>
          <a:xfrm>
            <a:off x="9220925" y="5640260"/>
            <a:ext cx="2551261" cy="739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050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10.5 </a:t>
            </a:r>
            <a:r>
              <a:rPr lang="en-US" altLang="ko-KR" sz="1050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pt</a:t>
            </a:r>
            <a:r>
              <a:rPr lang="en-US" altLang="ko-KR" sz="1050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05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05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>
              <a:solidFill>
                <a:schemeClr val="accent4">
                  <a:lumMod val="20000"/>
                  <a:lumOff val="8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7" name="꺾인 연결선 26"/>
          <p:cNvCxnSpPr>
            <a:stCxn id="48" idx="1"/>
          </p:cNvCxnSpPr>
          <p:nvPr/>
        </p:nvCxnSpPr>
        <p:spPr>
          <a:xfrm rot="10800000" flipV="1">
            <a:off x="8024245" y="3539233"/>
            <a:ext cx="1143676" cy="74546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17" idx="1"/>
          </p:cNvCxnSpPr>
          <p:nvPr/>
        </p:nvCxnSpPr>
        <p:spPr>
          <a:xfrm rot="10800000" flipV="1">
            <a:off x="7895424" y="5218508"/>
            <a:ext cx="1272497" cy="773666"/>
          </a:xfrm>
          <a:prstGeom prst="bentConnector3">
            <a:avLst>
              <a:gd name="adj1" fmla="val 50000"/>
            </a:avLst>
          </a:prstGeom>
          <a:ln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458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344233" y="225866"/>
            <a:ext cx="1500278" cy="228225"/>
          </a:xfrm>
        </p:spPr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>
          <a:xfrm>
            <a:off x="2595441" y="225458"/>
            <a:ext cx="2906908" cy="254000"/>
          </a:xfrm>
        </p:spPr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2" name="이등변 삼각형 1"/>
          <p:cNvSpPr/>
          <p:nvPr/>
        </p:nvSpPr>
        <p:spPr>
          <a:xfrm rot="5400000">
            <a:off x="7216927" y="3595051"/>
            <a:ext cx="357169" cy="296574"/>
          </a:xfrm>
          <a:prstGeom prst="triangle">
            <a:avLst>
              <a:gd name="adj" fmla="val 54000"/>
            </a:avLst>
          </a:prstGeom>
          <a:solidFill>
            <a:srgbClr val="0C0E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 1"/>
          <p:cNvSpPr/>
          <p:nvPr/>
        </p:nvSpPr>
        <p:spPr>
          <a:xfrm>
            <a:off x="395032" y="780494"/>
            <a:ext cx="2119440" cy="119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1.4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이미지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영상 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상세 설명 필요할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" name="Text 1"/>
          <p:cNvSpPr/>
          <p:nvPr/>
        </p:nvSpPr>
        <p:spPr>
          <a:xfrm>
            <a:off x="395032" y="2311627"/>
            <a:ext cx="2119440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 1"/>
          <p:cNvSpPr/>
          <p:nvPr/>
        </p:nvSpPr>
        <p:spPr>
          <a:xfrm>
            <a:off x="395032" y="3466057"/>
            <a:ext cx="2119440" cy="1537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085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22" name="Text 1"/>
          <p:cNvSpPr/>
          <p:nvPr/>
        </p:nvSpPr>
        <p:spPr>
          <a:xfrm>
            <a:off x="395032" y="780494"/>
            <a:ext cx="2200409" cy="45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1.4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이미지 설명 텍스트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9" name="Text 1"/>
          <p:cNvSpPr/>
          <p:nvPr/>
        </p:nvSpPr>
        <p:spPr>
          <a:xfrm>
            <a:off x="2676575" y="1024560"/>
            <a:ext cx="8870845" cy="31124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줄일때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왼쪽 텍스트와 하단 정렬 맞춰 작성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권장드립니다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1"/>
          <p:cNvSpPr/>
          <p:nvPr/>
        </p:nvSpPr>
        <p:spPr>
          <a:xfrm>
            <a:off x="2909184" y="4141407"/>
            <a:ext cx="2200409" cy="29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388350" y="1631520"/>
            <a:ext cx="3803650" cy="522648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4" name="그룹 63"/>
          <p:cNvGrpSpPr/>
          <p:nvPr/>
        </p:nvGrpSpPr>
        <p:grpSpPr>
          <a:xfrm>
            <a:off x="8388350" y="2387178"/>
            <a:ext cx="3803650" cy="953158"/>
            <a:chOff x="8447725" y="2032589"/>
            <a:chExt cx="3975555" cy="1272386"/>
          </a:xfrm>
        </p:grpSpPr>
        <p:sp>
          <p:nvSpPr>
            <p:cNvPr id="65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6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67" name="직선 연결선 66"/>
          <p:cNvCxnSpPr/>
          <p:nvPr/>
        </p:nvCxnSpPr>
        <p:spPr>
          <a:xfrm>
            <a:off x="8623300" y="3636413"/>
            <a:ext cx="35687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8388349" y="1631520"/>
            <a:ext cx="3803650" cy="459938"/>
          </a:xfrm>
          <a:prstGeom prst="rect">
            <a:avLst/>
          </a:prstGeom>
          <a:solidFill>
            <a:srgbClr val="171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설명 텍스트를 작성해주세요</a:t>
            </a:r>
            <a:r>
              <a:rPr lang="en-US" altLang="ko-KR" sz="14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/14pt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8388350" y="3927773"/>
            <a:ext cx="3803650" cy="953158"/>
            <a:chOff x="8447725" y="2032589"/>
            <a:chExt cx="3975555" cy="1272386"/>
          </a:xfrm>
        </p:grpSpPr>
        <p:sp>
          <p:nvSpPr>
            <p:cNvPr id="70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1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8388350" y="5468367"/>
            <a:ext cx="3803650" cy="953158"/>
            <a:chOff x="8447725" y="2032589"/>
            <a:chExt cx="3975555" cy="1272386"/>
          </a:xfrm>
        </p:grpSpPr>
        <p:sp>
          <p:nvSpPr>
            <p:cNvPr id="73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4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75" name="직선 연결선 74"/>
          <p:cNvCxnSpPr/>
          <p:nvPr/>
        </p:nvCxnSpPr>
        <p:spPr>
          <a:xfrm>
            <a:off x="8623299" y="5218470"/>
            <a:ext cx="35687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453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22" name="Text 1"/>
          <p:cNvSpPr/>
          <p:nvPr/>
        </p:nvSpPr>
        <p:spPr>
          <a:xfrm>
            <a:off x="395032" y="780494"/>
            <a:ext cx="2200409" cy="45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이미지 설명 텍스트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2" name="Text 1"/>
          <p:cNvSpPr/>
          <p:nvPr/>
        </p:nvSpPr>
        <p:spPr>
          <a:xfrm>
            <a:off x="2676575" y="719331"/>
            <a:ext cx="8870845" cy="7379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24" name="Text 1"/>
          <p:cNvSpPr/>
          <p:nvPr/>
        </p:nvSpPr>
        <p:spPr>
          <a:xfrm>
            <a:off x="2909184" y="4141407"/>
            <a:ext cx="2200409" cy="29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388350" y="1631520"/>
            <a:ext cx="3803650" cy="522648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/>
          <p:cNvGrpSpPr/>
          <p:nvPr/>
        </p:nvGrpSpPr>
        <p:grpSpPr>
          <a:xfrm>
            <a:off x="8388350" y="2387178"/>
            <a:ext cx="3803650" cy="953158"/>
            <a:chOff x="8447725" y="2032589"/>
            <a:chExt cx="3975555" cy="1272386"/>
          </a:xfrm>
        </p:grpSpPr>
        <p:sp>
          <p:nvSpPr>
            <p:cNvPr id="27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8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29" name="직선 연결선 28"/>
          <p:cNvCxnSpPr/>
          <p:nvPr/>
        </p:nvCxnSpPr>
        <p:spPr>
          <a:xfrm>
            <a:off x="8623300" y="3636413"/>
            <a:ext cx="35687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8388349" y="1631520"/>
            <a:ext cx="3803650" cy="459938"/>
          </a:xfrm>
          <a:prstGeom prst="rect">
            <a:avLst/>
          </a:prstGeom>
          <a:solidFill>
            <a:srgbClr val="171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설명 텍스트를 작성해주세요</a:t>
            </a:r>
            <a:r>
              <a:rPr lang="en-US" altLang="ko-KR" sz="14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/14pt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8388350" y="3927773"/>
            <a:ext cx="3803650" cy="953158"/>
            <a:chOff x="8447725" y="2032589"/>
            <a:chExt cx="3975555" cy="1272386"/>
          </a:xfrm>
        </p:grpSpPr>
        <p:sp>
          <p:nvSpPr>
            <p:cNvPr id="32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8388350" y="5468367"/>
            <a:ext cx="3803650" cy="953158"/>
            <a:chOff x="8447725" y="2032589"/>
            <a:chExt cx="3975555" cy="1272386"/>
          </a:xfrm>
        </p:grpSpPr>
        <p:sp>
          <p:nvSpPr>
            <p:cNvPr id="35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6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37" name="직선 연결선 36"/>
          <p:cNvCxnSpPr/>
          <p:nvPr/>
        </p:nvCxnSpPr>
        <p:spPr>
          <a:xfrm>
            <a:off x="8623299" y="5218470"/>
            <a:ext cx="35687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098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22" name="Text 1"/>
          <p:cNvSpPr/>
          <p:nvPr/>
        </p:nvSpPr>
        <p:spPr>
          <a:xfrm>
            <a:off x="395032" y="780494"/>
            <a:ext cx="2200409" cy="1124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길이 늘어날 때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두 줄 작성할 경우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2" name="Text 1"/>
          <p:cNvSpPr/>
          <p:nvPr/>
        </p:nvSpPr>
        <p:spPr>
          <a:xfrm>
            <a:off x="2676575" y="966981"/>
            <a:ext cx="8870845" cy="7379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24" name="Text 1"/>
          <p:cNvSpPr/>
          <p:nvPr/>
        </p:nvSpPr>
        <p:spPr>
          <a:xfrm>
            <a:off x="2909184" y="4141407"/>
            <a:ext cx="2200409" cy="29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388350" y="2088720"/>
            <a:ext cx="3803650" cy="476928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/>
          <p:cNvGrpSpPr/>
          <p:nvPr/>
        </p:nvGrpSpPr>
        <p:grpSpPr>
          <a:xfrm>
            <a:off x="8388349" y="2597308"/>
            <a:ext cx="3803650" cy="953158"/>
            <a:chOff x="8447725" y="2032589"/>
            <a:chExt cx="3975555" cy="1272386"/>
          </a:xfrm>
        </p:grpSpPr>
        <p:sp>
          <p:nvSpPr>
            <p:cNvPr id="25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8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39" name="직선 연결선 38"/>
          <p:cNvCxnSpPr/>
          <p:nvPr/>
        </p:nvCxnSpPr>
        <p:spPr>
          <a:xfrm>
            <a:off x="8623300" y="3846870"/>
            <a:ext cx="35687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8388349" y="2088720"/>
            <a:ext cx="3803650" cy="371855"/>
          </a:xfrm>
          <a:prstGeom prst="rect">
            <a:avLst/>
          </a:prstGeom>
          <a:solidFill>
            <a:srgbClr val="171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설명 텍스트를 작성해주세요</a:t>
            </a:r>
            <a:r>
              <a:rPr lang="en-US" altLang="ko-KR" sz="14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/14pt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8388350" y="4071072"/>
            <a:ext cx="3803650" cy="953158"/>
            <a:chOff x="8447725" y="2032589"/>
            <a:chExt cx="3975555" cy="1272386"/>
          </a:xfrm>
        </p:grpSpPr>
        <p:sp>
          <p:nvSpPr>
            <p:cNvPr id="42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8388350" y="5544837"/>
            <a:ext cx="3803650" cy="953158"/>
            <a:chOff x="8447725" y="2032589"/>
            <a:chExt cx="3975555" cy="1272386"/>
          </a:xfrm>
        </p:grpSpPr>
        <p:sp>
          <p:nvSpPr>
            <p:cNvPr id="45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6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47" name="직선 연결선 46"/>
          <p:cNvCxnSpPr/>
          <p:nvPr/>
        </p:nvCxnSpPr>
        <p:spPr>
          <a:xfrm>
            <a:off x="8623300" y="5327327"/>
            <a:ext cx="35687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362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22" name="Text 1"/>
          <p:cNvSpPr/>
          <p:nvPr/>
        </p:nvSpPr>
        <p:spPr>
          <a:xfrm>
            <a:off x="395032" y="780494"/>
            <a:ext cx="2200409" cy="1124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길이 늘어날 때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두 줄 작성할 경우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세 줄 작성할 경우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4" name="Text 1"/>
          <p:cNvSpPr/>
          <p:nvPr/>
        </p:nvSpPr>
        <p:spPr>
          <a:xfrm>
            <a:off x="2909184" y="4141407"/>
            <a:ext cx="2200409" cy="29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dirty="0" smtClean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 1"/>
          <p:cNvSpPr/>
          <p:nvPr/>
        </p:nvSpPr>
        <p:spPr>
          <a:xfrm>
            <a:off x="2676575" y="966981"/>
            <a:ext cx="8870845" cy="7379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8388350" y="2088720"/>
            <a:ext cx="3803650" cy="476928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/>
          <p:cNvGrpSpPr/>
          <p:nvPr/>
        </p:nvGrpSpPr>
        <p:grpSpPr>
          <a:xfrm>
            <a:off x="8388349" y="2597308"/>
            <a:ext cx="3803650" cy="953158"/>
            <a:chOff x="8447725" y="2032589"/>
            <a:chExt cx="3975555" cy="1272386"/>
          </a:xfrm>
        </p:grpSpPr>
        <p:sp>
          <p:nvSpPr>
            <p:cNvPr id="19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3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25" name="직선 연결선 24"/>
          <p:cNvCxnSpPr/>
          <p:nvPr/>
        </p:nvCxnSpPr>
        <p:spPr>
          <a:xfrm>
            <a:off x="8623300" y="3846870"/>
            <a:ext cx="35687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8388349" y="2088720"/>
            <a:ext cx="3803650" cy="371855"/>
          </a:xfrm>
          <a:prstGeom prst="rect">
            <a:avLst/>
          </a:prstGeom>
          <a:solidFill>
            <a:srgbClr val="171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설명 텍스트를 작성해주세요</a:t>
            </a:r>
            <a:r>
              <a:rPr lang="en-US" altLang="ko-KR" sz="14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/14pt</a:t>
            </a:r>
            <a:endParaRPr lang="en-US" altLang="ko-KR" sz="14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8388350" y="4071072"/>
            <a:ext cx="3803650" cy="953158"/>
            <a:chOff x="8447725" y="2032589"/>
            <a:chExt cx="3975555" cy="1272386"/>
          </a:xfrm>
        </p:grpSpPr>
        <p:sp>
          <p:nvSpPr>
            <p:cNvPr id="28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8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8388350" y="5544837"/>
            <a:ext cx="3803650" cy="953158"/>
            <a:chOff x="8447725" y="2032589"/>
            <a:chExt cx="3975555" cy="1272386"/>
          </a:xfrm>
        </p:grpSpPr>
        <p:sp>
          <p:nvSpPr>
            <p:cNvPr id="40" name="Text 1"/>
            <p:cNvSpPr/>
            <p:nvPr/>
          </p:nvSpPr>
          <p:spPr>
            <a:xfrm>
              <a:off x="8447726" y="2591982"/>
              <a:ext cx="3975554" cy="712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상세 설명을 작성해주세요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14pt/ 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ipsum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dolor sit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amet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consect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adipiscing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elit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sed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diam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nibh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euismod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tincidunt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ut.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1" name="Text 1"/>
            <p:cNvSpPr/>
            <p:nvPr/>
          </p:nvSpPr>
          <p:spPr>
            <a:xfrm>
              <a:off x="8447725" y="2032589"/>
              <a:ext cx="3975555" cy="384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상세 설명 타이틀을 작성해주세요</a:t>
              </a:r>
              <a:r>
                <a:rPr lang="en-US" altLang="ko-KR" sz="1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 14pt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42" name="직선 연결선 41"/>
          <p:cNvCxnSpPr/>
          <p:nvPr/>
        </p:nvCxnSpPr>
        <p:spPr>
          <a:xfrm>
            <a:off x="8623300" y="5327327"/>
            <a:ext cx="35687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662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657593" y="780494"/>
            <a:ext cx="2710790" cy="372959"/>
          </a:xfrm>
          <a:prstGeom prst="rect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2026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368383" y="1155654"/>
            <a:ext cx="2314244" cy="298835"/>
          </a:xfrm>
          <a:prstGeom prst="rect">
            <a:avLst/>
          </a:prstGeom>
          <a:solidFill>
            <a:srgbClr val="171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2025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8" name="Text 1"/>
          <p:cNvSpPr/>
          <p:nvPr/>
        </p:nvSpPr>
        <p:spPr>
          <a:xfrm>
            <a:off x="395032" y="780494"/>
            <a:ext cx="2200409" cy="119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1.3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길어질 경우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아래 확장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최대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줄로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작성하여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9" name="Text 1"/>
          <p:cNvSpPr/>
          <p:nvPr/>
        </p:nvSpPr>
        <p:spPr>
          <a:xfrm>
            <a:off x="395032" y="2311627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7700615" y="1452497"/>
            <a:ext cx="2314244" cy="298835"/>
          </a:xfrm>
          <a:prstGeom prst="rect">
            <a:avLst/>
          </a:prstGeom>
          <a:solidFill>
            <a:srgbClr val="171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2024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0014859" y="1749340"/>
            <a:ext cx="2177141" cy="298835"/>
          </a:xfrm>
          <a:prstGeom prst="rect">
            <a:avLst/>
          </a:prstGeom>
          <a:solidFill>
            <a:srgbClr val="171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2023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657592" y="1153452"/>
            <a:ext cx="2692803" cy="5704547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700615" y="1749340"/>
            <a:ext cx="2314244" cy="510865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161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4897938" y="838200"/>
            <a:ext cx="2495782" cy="602037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9696217" y="838200"/>
            <a:ext cx="2495782" cy="6020378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err="1" smtClean="0"/>
              <a:t>중제목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17" name="Text 1"/>
          <p:cNvSpPr/>
          <p:nvPr/>
        </p:nvSpPr>
        <p:spPr>
          <a:xfrm>
            <a:off x="395032" y="780494"/>
            <a:ext cx="2200409" cy="119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1.3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길어질 경우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아래 확장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최대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줄로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작성하여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8" name="Text 1"/>
          <p:cNvSpPr/>
          <p:nvPr/>
        </p:nvSpPr>
        <p:spPr>
          <a:xfrm>
            <a:off x="395032" y="2311627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657592" y="780495"/>
            <a:ext cx="9534407" cy="57705"/>
          </a:xfrm>
          <a:prstGeom prst="rect">
            <a:avLst/>
          </a:prstGeom>
          <a:gradFill>
            <a:gsLst>
              <a:gs pos="0">
                <a:srgbClr val="E6E7FF"/>
              </a:gs>
              <a:gs pos="77000">
                <a:srgbClr val="1419AB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657592" y="895905"/>
            <a:ext cx="22403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smtClean="0">
                <a:solidFill>
                  <a:srgbClr val="B0B2E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Step1</a:t>
            </a:r>
            <a:endParaRPr lang="en-US" altLang="ko-KR" sz="1600" dirty="0">
              <a:solidFill>
                <a:srgbClr val="B0B2E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145661" y="895905"/>
            <a:ext cx="22403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smtClean="0">
                <a:solidFill>
                  <a:srgbClr val="7377D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Step2</a:t>
            </a:r>
            <a:endParaRPr lang="en-US" altLang="ko-KR" sz="1600" dirty="0">
              <a:solidFill>
                <a:srgbClr val="7377D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7445690" y="895905"/>
            <a:ext cx="22403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smtClean="0">
                <a:solidFill>
                  <a:srgbClr val="363AB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Step3</a:t>
            </a:r>
            <a:endParaRPr lang="en-US" altLang="ko-KR" sz="1600" dirty="0">
              <a:solidFill>
                <a:srgbClr val="363AB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887657" y="895905"/>
            <a:ext cx="22403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Step4</a:t>
            </a:r>
            <a:endParaRPr lang="en-US" altLang="ko-KR" sz="16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8159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4897938" y="838200"/>
            <a:ext cx="2495782" cy="6020378"/>
          </a:xfrm>
          <a:prstGeom prst="rect">
            <a:avLst/>
          </a:prstGeom>
          <a:solidFill>
            <a:schemeClr val="bg1">
              <a:lumMod val="8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9696217" y="838200"/>
            <a:ext cx="2495782" cy="6020378"/>
          </a:xfrm>
          <a:prstGeom prst="rect">
            <a:avLst/>
          </a:prstGeom>
          <a:solidFill>
            <a:schemeClr val="bg1">
              <a:lumMod val="8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err="1" smtClean="0"/>
              <a:t>중제목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17" name="Text 1"/>
          <p:cNvSpPr/>
          <p:nvPr/>
        </p:nvSpPr>
        <p:spPr>
          <a:xfrm>
            <a:off x="395032" y="780494"/>
            <a:ext cx="2200409" cy="119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1.3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길어질 경우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아래 확장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최대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줄로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작성하여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8" name="Text 1"/>
          <p:cNvSpPr/>
          <p:nvPr/>
        </p:nvSpPr>
        <p:spPr>
          <a:xfrm>
            <a:off x="395032" y="2311627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657592" y="780495"/>
            <a:ext cx="9534407" cy="57705"/>
          </a:xfrm>
          <a:prstGeom prst="rect">
            <a:avLst/>
          </a:prstGeom>
          <a:gradFill>
            <a:gsLst>
              <a:gs pos="0">
                <a:srgbClr val="E6E7FF"/>
              </a:gs>
              <a:gs pos="77000">
                <a:srgbClr val="1419AB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이등변 삼각형 13"/>
          <p:cNvSpPr/>
          <p:nvPr/>
        </p:nvSpPr>
        <p:spPr>
          <a:xfrm rot="5400000">
            <a:off x="4823242" y="3588121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/>
          <p:cNvSpPr/>
          <p:nvPr/>
        </p:nvSpPr>
        <p:spPr>
          <a:xfrm rot="5400000">
            <a:off x="7311312" y="3588121"/>
            <a:ext cx="334964" cy="185573"/>
          </a:xfrm>
          <a:prstGeom prst="triangle">
            <a:avLst>
              <a:gd name="adj" fmla="val 49288"/>
            </a:avLst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/>
          <p:cNvSpPr/>
          <p:nvPr/>
        </p:nvSpPr>
        <p:spPr>
          <a:xfrm rot="5400000">
            <a:off x="9621521" y="3588121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263276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600" dirty="0" smtClean="0">
                <a:solidFill>
                  <a:srgbClr val="B0B2E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Q1</a:t>
            </a:r>
            <a:endParaRPr lang="en-US" altLang="ko-KR" sz="1600" dirty="0">
              <a:solidFill>
                <a:srgbClr val="B0B2E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751345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600" dirty="0" smtClean="0">
                <a:solidFill>
                  <a:srgbClr val="7377D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Q2</a:t>
            </a:r>
            <a:endParaRPr lang="en-US" altLang="ko-KR" sz="1600" dirty="0">
              <a:solidFill>
                <a:srgbClr val="7377D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051374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600" dirty="0" smtClean="0">
                <a:solidFill>
                  <a:srgbClr val="363AB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Q3</a:t>
            </a:r>
            <a:endParaRPr lang="en-US" altLang="ko-KR" sz="1600" dirty="0">
              <a:solidFill>
                <a:srgbClr val="363AB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1493341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Q4</a:t>
            </a:r>
            <a:endParaRPr lang="en-US" altLang="ko-KR" sz="16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8239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4042044" y="1676775"/>
            <a:ext cx="4042044" cy="5181223"/>
          </a:xfrm>
          <a:prstGeom prst="rect">
            <a:avLst/>
          </a:prstGeom>
          <a:solidFill>
            <a:schemeClr val="bg1">
              <a:lumMod val="8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8084088" y="1676777"/>
            <a:ext cx="4107912" cy="5181223"/>
          </a:xfrm>
          <a:prstGeom prst="rect">
            <a:avLst/>
          </a:prstGeom>
          <a:solidFill>
            <a:schemeClr val="bg1">
              <a:lumMod val="85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err="1" smtClean="0"/>
              <a:t>중제목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25" name="Text 1"/>
          <p:cNvSpPr/>
          <p:nvPr/>
        </p:nvSpPr>
        <p:spPr>
          <a:xfrm>
            <a:off x="395032" y="780494"/>
            <a:ext cx="2200409" cy="69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1.4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작성해주세요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6" name="Text 1"/>
          <p:cNvSpPr/>
          <p:nvPr/>
        </p:nvSpPr>
        <p:spPr>
          <a:xfrm>
            <a:off x="2676575" y="1024560"/>
            <a:ext cx="8870845" cy="31124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줄일때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왼쪽 텍스트와 하단 정렬 맞춰 작성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권장드립니다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-23077" y="1619072"/>
            <a:ext cx="12215077" cy="57705"/>
          </a:xfrm>
          <a:prstGeom prst="rect">
            <a:avLst/>
          </a:prstGeom>
          <a:gradFill>
            <a:gsLst>
              <a:gs pos="0">
                <a:srgbClr val="E6E7FF"/>
              </a:gs>
              <a:gs pos="77000">
                <a:srgbClr val="1419AB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9" name="이등변 삼각형 38"/>
          <p:cNvSpPr/>
          <p:nvPr/>
        </p:nvSpPr>
        <p:spPr>
          <a:xfrm rot="5400000">
            <a:off x="3002333" y="1894329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이등변 삼각형 20"/>
          <p:cNvSpPr/>
          <p:nvPr/>
        </p:nvSpPr>
        <p:spPr>
          <a:xfrm rot="5400000">
            <a:off x="3967348" y="1955598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/>
          <p:cNvSpPr/>
          <p:nvPr/>
        </p:nvSpPr>
        <p:spPr>
          <a:xfrm rot="5400000">
            <a:off x="7975319" y="1955599"/>
            <a:ext cx="334964" cy="185573"/>
          </a:xfrm>
          <a:prstGeom prst="triangle">
            <a:avLst>
              <a:gd name="adj" fmla="val 49288"/>
            </a:avLst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136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err="1" smtClean="0"/>
              <a:t>중제목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25" name="Text 1"/>
          <p:cNvSpPr/>
          <p:nvPr/>
        </p:nvSpPr>
        <p:spPr>
          <a:xfrm>
            <a:off x="395032" y="780494"/>
            <a:ext cx="2200409" cy="76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1.4</a:t>
            </a: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작성해주세요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</p:txBody>
      </p:sp>
      <p:sp>
        <p:nvSpPr>
          <p:cNvPr id="26" name="Text 1"/>
          <p:cNvSpPr/>
          <p:nvPr/>
        </p:nvSpPr>
        <p:spPr>
          <a:xfrm>
            <a:off x="2676575" y="1024560"/>
            <a:ext cx="8870845" cy="31124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줄일때</a:t>
            </a: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왼쪽 텍스트와 하단 정렬 맞춰 작성 </a:t>
            </a:r>
            <a:r>
              <a:rPr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권장드립니다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-23077" y="1619072"/>
            <a:ext cx="12215077" cy="57705"/>
          </a:xfrm>
          <a:prstGeom prst="rect">
            <a:avLst/>
          </a:prstGeom>
          <a:gradFill>
            <a:gsLst>
              <a:gs pos="0">
                <a:srgbClr val="E6E7FF"/>
              </a:gs>
              <a:gs pos="77000">
                <a:srgbClr val="1419AB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9184568" y="1676777"/>
            <a:ext cx="3007432" cy="5181223"/>
          </a:xfrm>
          <a:prstGeom prst="rect">
            <a:avLst/>
          </a:prstGeom>
          <a:solidFill>
            <a:schemeClr val="bg1">
              <a:lumMod val="8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3077029" y="1676777"/>
            <a:ext cx="3007432" cy="5181223"/>
          </a:xfrm>
          <a:prstGeom prst="rect">
            <a:avLst/>
          </a:prstGeom>
          <a:solidFill>
            <a:schemeClr val="bg1">
              <a:lumMod val="8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1026590" y="1782671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600" dirty="0" smtClean="0">
                <a:solidFill>
                  <a:srgbClr val="B0B2E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Q1</a:t>
            </a:r>
            <a:endParaRPr lang="en-US" altLang="ko-KR" sz="1600" dirty="0">
              <a:solidFill>
                <a:srgbClr val="B0B2E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154807" y="1746410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600" dirty="0" smtClean="0">
                <a:solidFill>
                  <a:srgbClr val="7377D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Q2</a:t>
            </a:r>
            <a:endParaRPr lang="en-US" altLang="ko-KR" sz="1600" dirty="0">
              <a:solidFill>
                <a:srgbClr val="7377D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328742" y="1743824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600" dirty="0" smtClean="0">
                <a:solidFill>
                  <a:srgbClr val="363AB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Q3</a:t>
            </a:r>
            <a:endParaRPr lang="en-US" altLang="ko-KR" sz="1600" dirty="0">
              <a:solidFill>
                <a:srgbClr val="363AB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0370953" y="1719726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Q4</a:t>
            </a:r>
            <a:endParaRPr lang="en-US" altLang="ko-KR" sz="16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9" name="이등변 삼각형 38"/>
          <p:cNvSpPr/>
          <p:nvPr/>
        </p:nvSpPr>
        <p:spPr>
          <a:xfrm rot="5400000">
            <a:off x="3002333" y="1894329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이등변 삼각형 39"/>
          <p:cNvSpPr/>
          <p:nvPr/>
        </p:nvSpPr>
        <p:spPr>
          <a:xfrm rot="5400000">
            <a:off x="6009765" y="1864791"/>
            <a:ext cx="334964" cy="185573"/>
          </a:xfrm>
          <a:prstGeom prst="triangle">
            <a:avLst>
              <a:gd name="adj" fmla="val 49288"/>
            </a:avLst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이등변 삼각형 40"/>
          <p:cNvSpPr/>
          <p:nvPr/>
        </p:nvSpPr>
        <p:spPr>
          <a:xfrm rot="5400000">
            <a:off x="9075094" y="1857367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094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8328" y="2157850"/>
            <a:ext cx="4309749" cy="3370160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11365" y="2342334"/>
            <a:ext cx="4309749" cy="3370160"/>
          </a:xfrm>
          <a:prstGeom prst="rect">
            <a:avLst/>
          </a:prstGeom>
        </p:spPr>
      </p:pic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smtClean="0"/>
              <a:t>컨텐츠 작성</a:t>
            </a:r>
            <a:endParaRPr lang="ko-KR" altLang="en-US" dirty="0"/>
          </a:p>
        </p:txBody>
      </p:sp>
      <p:sp>
        <p:nvSpPr>
          <p:cNvPr id="22" name="Text 1"/>
          <p:cNvSpPr/>
          <p:nvPr/>
        </p:nvSpPr>
        <p:spPr>
          <a:xfrm>
            <a:off x="395032" y="780494"/>
            <a:ext cx="2200409" cy="67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1.4</a:t>
            </a: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작성해주세요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</p:txBody>
      </p:sp>
      <p:sp>
        <p:nvSpPr>
          <p:cNvPr id="12" name="Text 1"/>
          <p:cNvSpPr/>
          <p:nvPr/>
        </p:nvSpPr>
        <p:spPr>
          <a:xfrm>
            <a:off x="2676575" y="719331"/>
            <a:ext cx="8870845" cy="7379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13" name="타원 12"/>
          <p:cNvSpPr/>
          <p:nvPr/>
        </p:nvSpPr>
        <p:spPr>
          <a:xfrm>
            <a:off x="6157168" y="2720136"/>
            <a:ext cx="2397987" cy="2397987"/>
          </a:xfrm>
          <a:prstGeom prst="ellipse">
            <a:avLst/>
          </a:prstGeom>
          <a:solidFill>
            <a:schemeClr val="bg1">
              <a:alpha val="50000"/>
            </a:schemeClr>
          </a:solidFill>
          <a:ln w="19050">
            <a:solidFill>
              <a:srgbClr val="1419A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ko-KR" altLang="en-US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8154410" y="2720136"/>
            <a:ext cx="2397987" cy="2397987"/>
          </a:xfrm>
          <a:prstGeom prst="ellipse">
            <a:avLst/>
          </a:prstGeom>
          <a:solidFill>
            <a:schemeClr val="bg1">
              <a:alpha val="50000"/>
            </a:schemeClr>
          </a:solidFill>
          <a:ln w="19050">
            <a:solidFill>
              <a:srgbClr val="0C0E6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C0E68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ko-KR" altLang="en-US" dirty="0">
              <a:solidFill>
                <a:srgbClr val="0C0E68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4052359" y="2720136"/>
            <a:ext cx="2397987" cy="2397987"/>
          </a:xfrm>
          <a:prstGeom prst="ellipse">
            <a:avLst/>
          </a:prstGeom>
          <a:solidFill>
            <a:schemeClr val="bg1">
              <a:alpha val="50000"/>
            </a:schemeClr>
          </a:solidFill>
          <a:ln w="19050">
            <a:solidFill>
              <a:srgbClr val="3C41E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ko-KR" altLang="en-US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2055117" y="2720136"/>
            <a:ext cx="2397987" cy="2397987"/>
          </a:xfrm>
          <a:prstGeom prst="ellipse">
            <a:avLst/>
          </a:prstGeom>
          <a:solidFill>
            <a:schemeClr val="bg1">
              <a:alpha val="50000"/>
            </a:schemeClr>
          </a:solidFill>
          <a:ln w="19050">
            <a:solidFill>
              <a:srgbClr val="999D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ko-KR" altLang="en-US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85076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5943887" y="1619852"/>
            <a:ext cx="6248113" cy="5245768"/>
          </a:xfrm>
          <a:prstGeom prst="rect">
            <a:avLst/>
          </a:prstGeom>
          <a:solidFill>
            <a:srgbClr val="0C0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smtClean="0"/>
              <a:t>컨텐츠 작성</a:t>
            </a:r>
            <a:endParaRPr lang="ko-KR" altLang="en-US" dirty="0"/>
          </a:p>
        </p:txBody>
      </p:sp>
      <p:sp>
        <p:nvSpPr>
          <p:cNvPr id="22" name="Text 1"/>
          <p:cNvSpPr/>
          <p:nvPr/>
        </p:nvSpPr>
        <p:spPr>
          <a:xfrm>
            <a:off x="395032" y="780494"/>
            <a:ext cx="2200409" cy="67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1.4</a:t>
            </a: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작성해주세요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</p:txBody>
      </p:sp>
      <p:sp>
        <p:nvSpPr>
          <p:cNvPr id="12" name="Text 1"/>
          <p:cNvSpPr/>
          <p:nvPr/>
        </p:nvSpPr>
        <p:spPr>
          <a:xfrm>
            <a:off x="2676575" y="719331"/>
            <a:ext cx="8870845" cy="7379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16" name="타원 15"/>
          <p:cNvSpPr/>
          <p:nvPr/>
        </p:nvSpPr>
        <p:spPr>
          <a:xfrm>
            <a:off x="2232968" y="3212246"/>
            <a:ext cx="1621012" cy="1621012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Keyword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395032" y="3212246"/>
            <a:ext cx="1621012" cy="1621012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Keyword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이등변 삼각형 29"/>
          <p:cNvSpPr/>
          <p:nvPr/>
        </p:nvSpPr>
        <p:spPr>
          <a:xfrm rot="5400000">
            <a:off x="5416831" y="3868601"/>
            <a:ext cx="539747" cy="185573"/>
          </a:xfrm>
          <a:prstGeom prst="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/>
          <p:cNvGrpSpPr/>
          <p:nvPr/>
        </p:nvGrpSpPr>
        <p:grpSpPr>
          <a:xfrm>
            <a:off x="6733891" y="2094237"/>
            <a:ext cx="4813529" cy="4274047"/>
            <a:chOff x="6400019" y="2012761"/>
            <a:chExt cx="4813529" cy="4274047"/>
          </a:xfrm>
        </p:grpSpPr>
        <p:sp>
          <p:nvSpPr>
            <p:cNvPr id="13" name="타원 12"/>
            <p:cNvSpPr/>
            <p:nvPr/>
          </p:nvSpPr>
          <p:spPr>
            <a:xfrm>
              <a:off x="6400019" y="4384014"/>
              <a:ext cx="1902794" cy="19027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999D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rgbClr val="1419AB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Keyword</a:t>
              </a:r>
            </a:p>
          </p:txBody>
        </p:sp>
        <p:sp>
          <p:nvSpPr>
            <p:cNvPr id="18" name="타원 17"/>
            <p:cNvSpPr/>
            <p:nvPr/>
          </p:nvSpPr>
          <p:spPr>
            <a:xfrm>
              <a:off x="7822856" y="2012761"/>
              <a:ext cx="1902794" cy="19027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999D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rgbClr val="1419AB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Keyword</a:t>
              </a:r>
              <a:endParaRPr lang="en-US" altLang="ko-KR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  <a:p>
              <a:pPr algn="ctr"/>
              <a:endParaRPr lang="ko-KR" altLang="en-US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9310754" y="4384014"/>
              <a:ext cx="1902794" cy="19027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999D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rgbClr val="1419AB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Keyword</a:t>
              </a:r>
              <a:endParaRPr lang="ko-KR" altLang="en-US" sz="1600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7599899" y="3320870"/>
              <a:ext cx="2385246" cy="2385246"/>
              <a:chOff x="7673255" y="3218962"/>
              <a:chExt cx="2565890" cy="2565890"/>
            </a:xfrm>
          </p:grpSpPr>
          <p:sp>
            <p:nvSpPr>
              <p:cNvPr id="23" name="타원 22"/>
              <p:cNvSpPr/>
              <p:nvPr/>
            </p:nvSpPr>
            <p:spPr>
              <a:xfrm>
                <a:off x="7673255" y="3218962"/>
                <a:ext cx="2565890" cy="2565890"/>
              </a:xfrm>
              <a:prstGeom prst="ellipse">
                <a:avLst/>
              </a:prstGeom>
              <a:solidFill>
                <a:srgbClr val="999DFF">
                  <a:alpha val="50000"/>
                </a:srgb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1419AB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21" name="타원 20"/>
              <p:cNvSpPr/>
              <p:nvPr/>
            </p:nvSpPr>
            <p:spPr>
              <a:xfrm>
                <a:off x="7932750" y="3478457"/>
                <a:ext cx="2046900" cy="2046900"/>
              </a:xfrm>
              <a:prstGeom prst="ellipse">
                <a:avLst/>
              </a:prstGeom>
              <a:solidFill>
                <a:srgbClr val="3C41E6"/>
              </a:solidFill>
              <a:ln w="19050">
                <a:solidFill>
                  <a:srgbClr val="999DFF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bg1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Keyword</a:t>
                </a:r>
                <a:endParaRPr lang="ko-KR" altLang="en-US" dirty="0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</p:grp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321414">
              <a:off x="7098002" y="3571500"/>
              <a:ext cx="820397" cy="745815"/>
            </a:xfrm>
            <a:prstGeom prst="rect">
              <a:avLst/>
            </a:prstGeom>
          </p:spPr>
        </p:pic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614646">
              <a:off x="9556678" y="3467740"/>
              <a:ext cx="820397" cy="745815"/>
            </a:xfrm>
            <a:prstGeom prst="rect">
              <a:avLst/>
            </a:prstGeom>
          </p:spPr>
        </p:pic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569304">
              <a:off x="8438923" y="5495793"/>
              <a:ext cx="820397" cy="745815"/>
            </a:xfrm>
            <a:prstGeom prst="rect">
              <a:avLst/>
            </a:prstGeom>
          </p:spPr>
        </p:pic>
      </p:grpSp>
      <p:sp>
        <p:nvSpPr>
          <p:cNvPr id="35" name="타원 34"/>
          <p:cNvSpPr/>
          <p:nvPr/>
        </p:nvSpPr>
        <p:spPr>
          <a:xfrm>
            <a:off x="4070904" y="3212246"/>
            <a:ext cx="1621012" cy="1621012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Keyword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이등변 삼각형 36"/>
          <p:cNvSpPr/>
          <p:nvPr/>
        </p:nvSpPr>
        <p:spPr>
          <a:xfrm rot="5400000">
            <a:off x="5754266" y="3926764"/>
            <a:ext cx="539747" cy="185573"/>
          </a:xfrm>
          <a:prstGeom prst="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 1"/>
          <p:cNvSpPr/>
          <p:nvPr/>
        </p:nvSpPr>
        <p:spPr>
          <a:xfrm>
            <a:off x="6314550" y="1838583"/>
            <a:ext cx="838682" cy="174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After</a:t>
            </a:r>
            <a:endParaRPr lang="en-US" altLang="ko-KR" sz="14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940809" y="1838583"/>
            <a:ext cx="838682" cy="174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altLang="ko-KR" sz="1400" dirty="0" smtClean="0">
                <a:solidFill>
                  <a:srgbClr val="0C0E68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Before</a:t>
            </a:r>
            <a:endParaRPr lang="en-US" altLang="ko-KR" sz="1400" dirty="0">
              <a:solidFill>
                <a:srgbClr val="0C0E68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5052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2657593" y="3725607"/>
            <a:ext cx="9534407" cy="3132393"/>
          </a:xfrm>
          <a:prstGeom prst="rect">
            <a:avLst/>
          </a:prstGeom>
          <a:solidFill>
            <a:srgbClr val="0C0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err="1" smtClean="0"/>
              <a:t>중제목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17" name="Text 1"/>
          <p:cNvSpPr/>
          <p:nvPr/>
        </p:nvSpPr>
        <p:spPr>
          <a:xfrm>
            <a:off x="395032" y="780494"/>
            <a:ext cx="2200409" cy="119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1.3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길어질 경우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아래 확장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최대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줄로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작성하여 사용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8" name="Text 1"/>
          <p:cNvSpPr/>
          <p:nvPr/>
        </p:nvSpPr>
        <p:spPr>
          <a:xfrm>
            <a:off x="395032" y="2311627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 1"/>
          <p:cNvSpPr/>
          <p:nvPr/>
        </p:nvSpPr>
        <p:spPr>
          <a:xfrm>
            <a:off x="2874360" y="1095715"/>
            <a:ext cx="838682" cy="174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dirty="0" smtClean="0">
                <a:solidFill>
                  <a:srgbClr val="0C0E68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As-is</a:t>
            </a:r>
            <a:endParaRPr lang="en-US" altLang="ko-KR" sz="1400" dirty="0">
              <a:solidFill>
                <a:srgbClr val="0C0E68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564528" y="1232777"/>
            <a:ext cx="5390878" cy="2061028"/>
            <a:chOff x="4650378" y="1232776"/>
            <a:chExt cx="5390878" cy="2061028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4650378" y="1232776"/>
              <a:ext cx="5390878" cy="2061028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800019" y="1358108"/>
              <a:ext cx="1821913" cy="182191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419A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rgbClr val="1419AB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Keyword</a:t>
              </a:r>
              <a:endParaRPr lang="ko-KR" altLang="en-US" sz="1600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15" name="타원 14"/>
            <p:cNvSpPr/>
            <p:nvPr/>
          </p:nvSpPr>
          <p:spPr>
            <a:xfrm>
              <a:off x="6432154" y="1358108"/>
              <a:ext cx="1821913" cy="182191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419A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rgbClr val="1419AB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Keyword</a:t>
              </a:r>
              <a:endParaRPr lang="ko-KR" altLang="en-US" sz="1600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16" name="타원 15"/>
            <p:cNvSpPr/>
            <p:nvPr/>
          </p:nvSpPr>
          <p:spPr>
            <a:xfrm>
              <a:off x="8064289" y="1358108"/>
              <a:ext cx="1821913" cy="182191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419A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rgbClr val="1419AB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Keyword</a:t>
              </a:r>
              <a:endParaRPr lang="ko-KR" altLang="en-US" sz="1600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3" name="이등변 삼각형 2"/>
          <p:cNvSpPr/>
          <p:nvPr/>
        </p:nvSpPr>
        <p:spPr>
          <a:xfrm rot="10800000">
            <a:off x="5981988" y="3725607"/>
            <a:ext cx="539747" cy="185573"/>
          </a:xfrm>
          <a:prstGeom prst="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3564528" y="4354076"/>
            <a:ext cx="5390878" cy="2061028"/>
          </a:xfrm>
          <a:prstGeom prst="roundRect">
            <a:avLst>
              <a:gd name="adj" fmla="val 50000"/>
            </a:avLst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3714169" y="4479408"/>
            <a:ext cx="1821913" cy="1821913"/>
          </a:xfrm>
          <a:prstGeom prst="ellipse">
            <a:avLst/>
          </a:prstGeom>
          <a:solidFill>
            <a:srgbClr val="7B7ED4"/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ko-KR" altLang="en-US" sz="16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5346304" y="4479408"/>
            <a:ext cx="1821913" cy="1821913"/>
          </a:xfrm>
          <a:prstGeom prst="ellipse">
            <a:avLst/>
          </a:prstGeom>
          <a:solidFill>
            <a:srgbClr val="7B7ED4"/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ko-KR" altLang="en-US" sz="16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6978439" y="4479408"/>
            <a:ext cx="1821913" cy="1821913"/>
          </a:xfrm>
          <a:prstGeom prst="ellipse">
            <a:avLst/>
          </a:prstGeom>
          <a:solidFill>
            <a:srgbClr val="7B7ED4"/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ko-KR" altLang="en-US" sz="16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137364" y="1387403"/>
            <a:ext cx="25207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explain</a:t>
            </a:r>
            <a:endParaRPr lang="en-US" altLang="ko-KR" sz="1400" dirty="0">
              <a:solidFill>
                <a:srgbClr val="393EBA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-109954"/>
            <a:ext cx="65" cy="67710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152400" y="42446"/>
            <a:ext cx="65" cy="67710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226872" y="4426438"/>
            <a:ext cx="25207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explain</a:t>
            </a:r>
            <a:endParaRPr lang="en-US" altLang="ko-KR" sz="14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8" name="Text 1"/>
          <p:cNvSpPr/>
          <p:nvPr/>
        </p:nvSpPr>
        <p:spPr>
          <a:xfrm>
            <a:off x="2874360" y="3922274"/>
            <a:ext cx="838682" cy="174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To-be</a:t>
            </a:r>
            <a:endParaRPr lang="en-US" altLang="ko-KR" sz="14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9" name="Text 1"/>
          <p:cNvSpPr/>
          <p:nvPr/>
        </p:nvSpPr>
        <p:spPr>
          <a:xfrm>
            <a:off x="9226872" y="1843269"/>
            <a:ext cx="2669149" cy="1359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1"/>
          <p:cNvSpPr/>
          <p:nvPr/>
        </p:nvSpPr>
        <p:spPr>
          <a:xfrm>
            <a:off x="9313304" y="4843789"/>
            <a:ext cx="2669149" cy="1359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025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smtClean="0"/>
              <a:t>컨텐츠 작성</a:t>
            </a:r>
            <a:endParaRPr lang="ko-KR" altLang="en-US" dirty="0"/>
          </a:p>
        </p:txBody>
      </p:sp>
      <p:sp>
        <p:nvSpPr>
          <p:cNvPr id="22" name="Text 1"/>
          <p:cNvSpPr/>
          <p:nvPr/>
        </p:nvSpPr>
        <p:spPr>
          <a:xfrm>
            <a:off x="395032" y="780494"/>
            <a:ext cx="2200409" cy="67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1.4</a:t>
            </a: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작성해주세요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</p:txBody>
      </p:sp>
      <p:sp>
        <p:nvSpPr>
          <p:cNvPr id="12" name="Text 1"/>
          <p:cNvSpPr/>
          <p:nvPr/>
        </p:nvSpPr>
        <p:spPr>
          <a:xfrm>
            <a:off x="2676575" y="719331"/>
            <a:ext cx="8870845" cy="7379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-23077" y="1619072"/>
            <a:ext cx="12215077" cy="57705"/>
          </a:xfrm>
          <a:prstGeom prst="rect">
            <a:avLst/>
          </a:prstGeom>
          <a:gradFill>
            <a:gsLst>
              <a:gs pos="0">
                <a:srgbClr val="E6E7FF"/>
              </a:gs>
              <a:gs pos="77000">
                <a:srgbClr val="1419AB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9844C83-B0E9-99F6-23B3-D340DE24EC45}"/>
              </a:ext>
            </a:extLst>
          </p:cNvPr>
          <p:cNvSpPr/>
          <p:nvPr/>
        </p:nvSpPr>
        <p:spPr>
          <a:xfrm>
            <a:off x="1442666" y="4755043"/>
            <a:ext cx="19154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20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%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29C6575-C264-E545-CE7C-8757946791FF}"/>
              </a:ext>
            </a:extLst>
          </p:cNvPr>
          <p:cNvSpPr/>
          <p:nvPr/>
        </p:nvSpPr>
        <p:spPr>
          <a:xfrm>
            <a:off x="8786895" y="4570735"/>
            <a:ext cx="26050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419A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75</a:t>
            </a:r>
            <a:r>
              <a:rPr kumimoji="0" lang="en-US" altLang="ko-KR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419A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%</a:t>
            </a:r>
            <a:endParaRPr kumimoji="0" lang="en-US" altLang="ko-KR" sz="3600" b="1" i="0" u="none" strike="noStrike" kern="1200" cap="none" spc="0" normalizeH="0" baseline="0" noProof="0" dirty="0">
              <a:ln>
                <a:noFill/>
              </a:ln>
              <a:solidFill>
                <a:srgbClr val="1419AB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00FE275-6646-5C31-6BCC-98F1E7E9525B}"/>
              </a:ext>
            </a:extLst>
          </p:cNvPr>
          <p:cNvSpPr/>
          <p:nvPr/>
        </p:nvSpPr>
        <p:spPr>
          <a:xfrm>
            <a:off x="5607381" y="3619995"/>
            <a:ext cx="8146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419AB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Title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419AB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514276" y="2596881"/>
            <a:ext cx="3758374" cy="2726647"/>
            <a:chOff x="3464961" y="2604450"/>
            <a:chExt cx="3758374" cy="2726647"/>
          </a:xfrm>
        </p:grpSpPr>
        <p:sp>
          <p:nvSpPr>
            <p:cNvPr id="34" name="원호 33">
              <a:extLst>
                <a:ext uri="{FF2B5EF4-FFF2-40B4-BE49-F238E27FC236}">
                  <a16:creationId xmlns:a16="http://schemas.microsoft.com/office/drawing/2014/main" id="{36531D06-6392-3960-3CEC-6B1279ABF533}"/>
                </a:ext>
              </a:extLst>
            </p:cNvPr>
            <p:cNvSpPr/>
            <p:nvPr/>
          </p:nvSpPr>
          <p:spPr>
            <a:xfrm>
              <a:off x="4707446" y="2604450"/>
              <a:ext cx="2515889" cy="2515893"/>
            </a:xfrm>
            <a:prstGeom prst="arc">
              <a:avLst>
                <a:gd name="adj1" fmla="val 11665570"/>
                <a:gd name="adj2" fmla="val 5370613"/>
              </a:avLst>
            </a:prstGeom>
            <a:ln w="38100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3464961" y="4941519"/>
              <a:ext cx="2525933" cy="38957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C18F7B0-330B-4CD3-D694-3012BEC407AC}"/>
              </a:ext>
            </a:extLst>
          </p:cNvPr>
          <p:cNvGrpSpPr/>
          <p:nvPr/>
        </p:nvGrpSpPr>
        <p:grpSpPr>
          <a:xfrm flipH="1">
            <a:off x="4756760" y="2593097"/>
            <a:ext cx="3922610" cy="2515891"/>
            <a:chOff x="2687785" y="3013220"/>
            <a:chExt cx="3171044" cy="2033849"/>
          </a:xfrm>
        </p:grpSpPr>
        <p:sp>
          <p:nvSpPr>
            <p:cNvPr id="41" name="원호 40">
              <a:extLst>
                <a:ext uri="{FF2B5EF4-FFF2-40B4-BE49-F238E27FC236}">
                  <a16:creationId xmlns:a16="http://schemas.microsoft.com/office/drawing/2014/main" id="{4ABF6361-E0A0-70A0-D831-76D643880C6C}"/>
                </a:ext>
              </a:extLst>
            </p:cNvPr>
            <p:cNvSpPr/>
            <p:nvPr/>
          </p:nvSpPr>
          <p:spPr>
            <a:xfrm>
              <a:off x="3824980" y="3013220"/>
              <a:ext cx="2033849" cy="2033849"/>
            </a:xfrm>
            <a:prstGeom prst="arc">
              <a:avLst>
                <a:gd name="adj1" fmla="val 16208059"/>
                <a:gd name="adj2" fmla="val 5370613"/>
              </a:avLst>
            </a:prstGeom>
            <a:ln w="381000">
              <a:solidFill>
                <a:srgbClr val="1419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A5B2EF38-A2F3-23DD-1B29-1BD739FD37A0}"/>
                </a:ext>
              </a:extLst>
            </p:cNvPr>
            <p:cNvCxnSpPr>
              <a:cxnSpLocks/>
            </p:cNvCxnSpPr>
            <p:nvPr/>
          </p:nvCxnSpPr>
          <p:spPr>
            <a:xfrm>
              <a:off x="2687785" y="4997885"/>
              <a:ext cx="2165762" cy="49184"/>
            </a:xfrm>
            <a:prstGeom prst="line">
              <a:avLst/>
            </a:prstGeom>
            <a:ln w="381000">
              <a:solidFill>
                <a:srgbClr val="1419AB"/>
              </a:solidFill>
              <a:head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 1"/>
          <p:cNvSpPr/>
          <p:nvPr/>
        </p:nvSpPr>
        <p:spPr>
          <a:xfrm>
            <a:off x="1530807" y="3167687"/>
            <a:ext cx="2437946" cy="140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 1"/>
          <p:cNvSpPr/>
          <p:nvPr/>
        </p:nvSpPr>
        <p:spPr>
          <a:xfrm>
            <a:off x="8889974" y="3167687"/>
            <a:ext cx="2657446" cy="140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설명을 작성해주세요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00FE275-6646-5C31-6BCC-98F1E7E9525B}"/>
              </a:ext>
            </a:extLst>
          </p:cNvPr>
          <p:cNvSpPr/>
          <p:nvPr/>
        </p:nvSpPr>
        <p:spPr>
          <a:xfrm>
            <a:off x="1442666" y="2769879"/>
            <a:ext cx="1369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2025/as-is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00FE275-6646-5C31-6BCC-98F1E7E9525B}"/>
              </a:ext>
            </a:extLst>
          </p:cNvPr>
          <p:cNvSpPr/>
          <p:nvPr/>
        </p:nvSpPr>
        <p:spPr>
          <a:xfrm>
            <a:off x="8786895" y="2769879"/>
            <a:ext cx="1431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419AB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2026/to-be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419AB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87159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smtClean="0"/>
              <a:t>컨텐츠 작성</a:t>
            </a:r>
            <a:endParaRPr lang="ko-KR" altLang="en-US" dirty="0"/>
          </a:p>
        </p:txBody>
      </p:sp>
      <p:sp>
        <p:nvSpPr>
          <p:cNvPr id="22" name="Text 1"/>
          <p:cNvSpPr/>
          <p:nvPr/>
        </p:nvSpPr>
        <p:spPr>
          <a:xfrm>
            <a:off x="395032" y="780494"/>
            <a:ext cx="2200409" cy="67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1.4</a:t>
            </a: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작성해주세요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</p:txBody>
      </p:sp>
      <p:sp>
        <p:nvSpPr>
          <p:cNvPr id="12" name="Text 1"/>
          <p:cNvSpPr/>
          <p:nvPr/>
        </p:nvSpPr>
        <p:spPr>
          <a:xfrm>
            <a:off x="2676575" y="719331"/>
            <a:ext cx="8870845" cy="7379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238354" y="1895050"/>
            <a:ext cx="2750093" cy="1205749"/>
          </a:xfrm>
          <a:prstGeom prst="rect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Solution 01 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238354" y="3371605"/>
            <a:ext cx="2750093" cy="1205749"/>
          </a:xfrm>
          <a:prstGeom prst="rect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Solution 01 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238354" y="4848159"/>
            <a:ext cx="2750093" cy="1205749"/>
          </a:xfrm>
          <a:prstGeom prst="rect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Solution 01 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402851" y="1895046"/>
            <a:ext cx="2547448" cy="1205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en-US" altLang="ko-KR" sz="12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402851" y="3371600"/>
            <a:ext cx="2547448" cy="1205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en-US" altLang="ko-KR" sz="12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402851" y="4848155"/>
            <a:ext cx="2547448" cy="1205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en-US" altLang="ko-KR" sz="12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425917" y="1895046"/>
            <a:ext cx="3578851" cy="1205749"/>
          </a:xfrm>
          <a:prstGeom prst="rect">
            <a:avLst/>
          </a:prstGeom>
          <a:noFill/>
          <a:ln>
            <a:solidFill>
              <a:srgbClr val="393E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Sevice</a:t>
            </a:r>
            <a:r>
              <a:rPr lang="en-US" altLang="ko-KR" sz="1200" dirty="0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01</a:t>
            </a:r>
            <a:endParaRPr lang="en-US" altLang="ko-KR" sz="1200" dirty="0">
              <a:solidFill>
                <a:srgbClr val="393EBA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0" name="이등변 삼각형 19"/>
          <p:cNvSpPr/>
          <p:nvPr/>
        </p:nvSpPr>
        <p:spPr>
          <a:xfrm rot="5400000">
            <a:off x="6811360" y="2405135"/>
            <a:ext cx="539747" cy="185573"/>
          </a:xfrm>
          <a:prstGeom prst="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이등변 삼각형 20"/>
          <p:cNvSpPr/>
          <p:nvPr/>
        </p:nvSpPr>
        <p:spPr>
          <a:xfrm rot="5400000">
            <a:off x="6799293" y="3881690"/>
            <a:ext cx="539747" cy="185573"/>
          </a:xfrm>
          <a:prstGeom prst="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이등변 삼각형 22"/>
          <p:cNvSpPr/>
          <p:nvPr/>
        </p:nvSpPr>
        <p:spPr>
          <a:xfrm rot="5400000">
            <a:off x="6799292" y="5358245"/>
            <a:ext cx="539747" cy="185573"/>
          </a:xfrm>
          <a:prstGeom prst="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425916" y="3366734"/>
            <a:ext cx="3578851" cy="1205749"/>
          </a:xfrm>
          <a:prstGeom prst="rect">
            <a:avLst/>
          </a:prstGeom>
          <a:noFill/>
          <a:ln>
            <a:solidFill>
              <a:srgbClr val="393E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Sevice</a:t>
            </a:r>
            <a:r>
              <a:rPr lang="en-US" altLang="ko-KR" sz="1200" dirty="0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02</a:t>
            </a:r>
            <a:endParaRPr lang="en-US" altLang="ko-KR" sz="1200" dirty="0">
              <a:solidFill>
                <a:srgbClr val="393EBA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425916" y="4838422"/>
            <a:ext cx="3578851" cy="1205749"/>
          </a:xfrm>
          <a:prstGeom prst="rect">
            <a:avLst/>
          </a:prstGeom>
          <a:noFill/>
          <a:ln>
            <a:solidFill>
              <a:srgbClr val="393E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Sevice</a:t>
            </a:r>
            <a:r>
              <a:rPr lang="en-US" altLang="ko-KR" sz="1200" dirty="0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03</a:t>
            </a:r>
            <a:endParaRPr lang="en-US" altLang="ko-KR" sz="1200" dirty="0">
              <a:solidFill>
                <a:srgbClr val="393EBA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6" name="이등변 삼각형 25"/>
          <p:cNvSpPr/>
          <p:nvPr/>
        </p:nvSpPr>
        <p:spPr>
          <a:xfrm rot="5400000">
            <a:off x="3773211" y="2405133"/>
            <a:ext cx="539747" cy="185573"/>
          </a:xfrm>
          <a:prstGeom prst="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이등변 삼각형 26"/>
          <p:cNvSpPr/>
          <p:nvPr/>
        </p:nvSpPr>
        <p:spPr>
          <a:xfrm rot="5400000">
            <a:off x="3773211" y="3881690"/>
            <a:ext cx="539747" cy="185573"/>
          </a:xfrm>
          <a:prstGeom prst="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이등변 삼각형 27"/>
          <p:cNvSpPr/>
          <p:nvPr/>
        </p:nvSpPr>
        <p:spPr>
          <a:xfrm rot="5400000">
            <a:off x="3773211" y="5348509"/>
            <a:ext cx="539747" cy="185573"/>
          </a:xfrm>
          <a:prstGeom prst="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-23077" y="1619072"/>
            <a:ext cx="12215077" cy="57705"/>
          </a:xfrm>
          <a:prstGeom prst="rect">
            <a:avLst/>
          </a:prstGeom>
          <a:gradFill>
            <a:gsLst>
              <a:gs pos="0">
                <a:srgbClr val="7D80D5">
                  <a:alpha val="0"/>
                </a:srgbClr>
              </a:gs>
              <a:gs pos="100000">
                <a:srgbClr val="E6E7FF">
                  <a:alpha val="0"/>
                </a:srgbClr>
              </a:gs>
              <a:gs pos="47000">
                <a:srgbClr val="1419AB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40528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smtClean="0"/>
              <a:t>컨텐츠 작성</a:t>
            </a:r>
            <a:endParaRPr lang="ko-KR" altLang="en-US" dirty="0"/>
          </a:p>
        </p:txBody>
      </p:sp>
      <p:sp>
        <p:nvSpPr>
          <p:cNvPr id="22" name="Text 1"/>
          <p:cNvSpPr/>
          <p:nvPr/>
        </p:nvSpPr>
        <p:spPr>
          <a:xfrm>
            <a:off x="395032" y="780494"/>
            <a:ext cx="2200409" cy="67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1.4</a:t>
            </a: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작성해주세요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</p:txBody>
      </p:sp>
      <p:sp>
        <p:nvSpPr>
          <p:cNvPr id="12" name="Text 1"/>
          <p:cNvSpPr/>
          <p:nvPr/>
        </p:nvSpPr>
        <p:spPr>
          <a:xfrm>
            <a:off x="2676575" y="719331"/>
            <a:ext cx="8870845" cy="7379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505234" y="1895050"/>
            <a:ext cx="2750093" cy="1205749"/>
          </a:xfrm>
          <a:prstGeom prst="rect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Solution 01 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05234" y="3371605"/>
            <a:ext cx="2750093" cy="1205749"/>
          </a:xfrm>
          <a:prstGeom prst="rect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Solution 01 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505234" y="4848159"/>
            <a:ext cx="2750093" cy="1205749"/>
          </a:xfrm>
          <a:prstGeom prst="rect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Solution 01 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26404" y="1895050"/>
            <a:ext cx="1448256" cy="1205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en-US" altLang="ko-KR" sz="12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26404" y="3371604"/>
            <a:ext cx="1448256" cy="1205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en-US" altLang="ko-KR" sz="12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026404" y="4848159"/>
            <a:ext cx="1448256" cy="1205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keyword</a:t>
            </a:r>
            <a:endParaRPr lang="en-US" altLang="ko-KR" sz="12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6" name="Text 1"/>
          <p:cNvSpPr/>
          <p:nvPr/>
        </p:nvSpPr>
        <p:spPr>
          <a:xfrm>
            <a:off x="2683727" y="2036392"/>
            <a:ext cx="1580484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endParaRPr lang="ko-KR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2683727" y="3512946"/>
            <a:ext cx="1580484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endParaRPr lang="ko-KR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 1"/>
          <p:cNvSpPr/>
          <p:nvPr/>
        </p:nvSpPr>
        <p:spPr>
          <a:xfrm>
            <a:off x="2683727" y="4989500"/>
            <a:ext cx="1580484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</a:t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buFontTx/>
              <a:buChar char="-"/>
            </a:pPr>
            <a:endParaRPr lang="ko-KR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692797" y="1895046"/>
            <a:ext cx="3578851" cy="1205749"/>
          </a:xfrm>
          <a:prstGeom prst="rect">
            <a:avLst/>
          </a:prstGeom>
          <a:noFill/>
          <a:ln>
            <a:solidFill>
              <a:srgbClr val="393E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Sevice</a:t>
            </a:r>
            <a:r>
              <a:rPr lang="en-US" altLang="ko-KR" sz="1200" dirty="0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01</a:t>
            </a:r>
            <a:endParaRPr lang="en-US" altLang="ko-KR" sz="1200" dirty="0">
              <a:solidFill>
                <a:srgbClr val="393EBA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0" name="이등변 삼각형 19"/>
          <p:cNvSpPr/>
          <p:nvPr/>
        </p:nvSpPr>
        <p:spPr>
          <a:xfrm rot="5400000">
            <a:off x="7078240" y="2405135"/>
            <a:ext cx="539747" cy="185573"/>
          </a:xfrm>
          <a:prstGeom prst="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이등변 삼각형 20"/>
          <p:cNvSpPr/>
          <p:nvPr/>
        </p:nvSpPr>
        <p:spPr>
          <a:xfrm rot="5400000">
            <a:off x="7066173" y="3881690"/>
            <a:ext cx="539747" cy="185573"/>
          </a:xfrm>
          <a:prstGeom prst="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이등변 삼각형 22"/>
          <p:cNvSpPr/>
          <p:nvPr/>
        </p:nvSpPr>
        <p:spPr>
          <a:xfrm rot="5400000">
            <a:off x="7066172" y="5358245"/>
            <a:ext cx="539747" cy="185573"/>
          </a:xfrm>
          <a:prstGeom prst="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692796" y="3366734"/>
            <a:ext cx="3578851" cy="1205749"/>
          </a:xfrm>
          <a:prstGeom prst="rect">
            <a:avLst/>
          </a:prstGeom>
          <a:noFill/>
          <a:ln>
            <a:solidFill>
              <a:srgbClr val="393E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Sevice</a:t>
            </a:r>
            <a:r>
              <a:rPr lang="en-US" altLang="ko-KR" sz="1200" dirty="0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02</a:t>
            </a:r>
            <a:endParaRPr lang="en-US" altLang="ko-KR" sz="1200" dirty="0">
              <a:solidFill>
                <a:srgbClr val="393EBA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692796" y="4838422"/>
            <a:ext cx="3578851" cy="1205749"/>
          </a:xfrm>
          <a:prstGeom prst="rect">
            <a:avLst/>
          </a:prstGeom>
          <a:noFill/>
          <a:ln>
            <a:solidFill>
              <a:srgbClr val="393E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Sevice</a:t>
            </a:r>
            <a:r>
              <a:rPr lang="en-US" altLang="ko-KR" sz="1200" dirty="0" smtClean="0">
                <a:solidFill>
                  <a:srgbClr val="393EB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03</a:t>
            </a:r>
            <a:endParaRPr lang="en-US" altLang="ko-KR" sz="1200" dirty="0">
              <a:solidFill>
                <a:srgbClr val="393EBA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-23077" y="1619072"/>
            <a:ext cx="12215077" cy="57705"/>
          </a:xfrm>
          <a:prstGeom prst="rect">
            <a:avLst/>
          </a:prstGeom>
          <a:gradFill>
            <a:gsLst>
              <a:gs pos="0">
                <a:srgbClr val="7D80D5">
                  <a:alpha val="0"/>
                </a:srgbClr>
              </a:gs>
              <a:gs pos="100000">
                <a:srgbClr val="E6E7FF">
                  <a:alpha val="0"/>
                </a:srgbClr>
              </a:gs>
              <a:gs pos="47000">
                <a:srgbClr val="1419AB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1054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PPT </a:t>
            </a:r>
            <a:r>
              <a:rPr lang="ko-KR" altLang="en-US" dirty="0" err="1"/>
              <a:t>대제목</a:t>
            </a:r>
            <a:r>
              <a:rPr lang="ko-KR" altLang="en-US" dirty="0"/>
              <a:t> 작성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0" name="Text 1"/>
          <p:cNvSpPr/>
          <p:nvPr/>
        </p:nvSpPr>
        <p:spPr>
          <a:xfrm>
            <a:off x="2673909" y="828838"/>
            <a:ext cx="8284096" cy="34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laoreet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dolore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magna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aliquam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erat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volutpat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wisi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enim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ad minim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veniam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quis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nostrud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exerci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tation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ullamcorper</a:t>
            </a:r>
            <a:endParaRPr lang="en-US" sz="12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 1"/>
          <p:cNvSpPr/>
          <p:nvPr/>
        </p:nvSpPr>
        <p:spPr>
          <a:xfrm>
            <a:off x="395032" y="740036"/>
            <a:ext cx="1976693" cy="406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작성해주세요</a:t>
            </a:r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en-US" dirty="0">
              <a:solidFill>
                <a:schemeClr val="bg1">
                  <a:lumMod val="9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94D0888-E5E8-C243-8A10-BFA69268DA1D}"/>
              </a:ext>
            </a:extLst>
          </p:cNvPr>
          <p:cNvGrpSpPr/>
          <p:nvPr/>
        </p:nvGrpSpPr>
        <p:grpSpPr>
          <a:xfrm>
            <a:off x="5804473" y="2074509"/>
            <a:ext cx="2554335" cy="2366818"/>
            <a:chOff x="5616761" y="4045738"/>
            <a:chExt cx="2325796" cy="1550532"/>
          </a:xfrm>
        </p:grpSpPr>
        <p:graphicFrame>
          <p:nvGraphicFramePr>
            <p:cNvPr id="22" name="차트 21">
              <a:extLst>
                <a:ext uri="{FF2B5EF4-FFF2-40B4-BE49-F238E27FC236}">
                  <a16:creationId xmlns:a16="http://schemas.microsoft.com/office/drawing/2014/main" id="{1C61831F-7B02-5A4E-9CAF-EA986E33F33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23532960"/>
                </p:ext>
              </p:extLst>
            </p:nvPr>
          </p:nvGraphicFramePr>
          <p:xfrm>
            <a:off x="5616761" y="4045738"/>
            <a:ext cx="2325796" cy="15505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41EE068-DDA5-6C43-A5DE-D59F4E38AEB3}"/>
                </a:ext>
              </a:extLst>
            </p:cNvPr>
            <p:cNvSpPr txBox="1"/>
            <p:nvPr/>
          </p:nvSpPr>
          <p:spPr>
            <a:xfrm>
              <a:off x="6477586" y="4657053"/>
              <a:ext cx="604145" cy="32790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3200" b="1" dirty="0" smtClean="0">
                  <a:solidFill>
                    <a:schemeClr val="bg1">
                      <a:lumMod val="95000"/>
                    </a:schemeClr>
                  </a:solidFill>
                  <a:latin typeface="프리젠테이션 7 Bold" pitchFamily="2" charset="-127"/>
                  <a:ea typeface="프리젠테이션 7 Bold" pitchFamily="2" charset="-127"/>
                </a:rPr>
                <a:t>20</a:t>
              </a:r>
              <a:r>
                <a:rPr lang="en-US" altLang="ko-KR" sz="3200" b="1" dirty="0">
                  <a:solidFill>
                    <a:schemeClr val="bg1">
                      <a:lumMod val="95000"/>
                    </a:schemeClr>
                  </a:solidFill>
                  <a:latin typeface="프리젠테이션 7 Bold" pitchFamily="2" charset="-127"/>
                  <a:ea typeface="프리젠테이션 7 Bold" pitchFamily="2" charset="-127"/>
                </a:rPr>
                <a:t>%</a:t>
              </a:r>
              <a:endParaRPr lang="ko-KR" altLang="en-US" sz="3200" b="1" dirty="0">
                <a:solidFill>
                  <a:schemeClr val="bg1">
                    <a:lumMod val="95000"/>
                  </a:schemeClr>
                </a:solidFill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94D0888-E5E8-C243-8A10-BFA69268DA1D}"/>
              </a:ext>
            </a:extLst>
          </p:cNvPr>
          <p:cNvGrpSpPr/>
          <p:nvPr/>
        </p:nvGrpSpPr>
        <p:grpSpPr>
          <a:xfrm>
            <a:off x="2072613" y="1487068"/>
            <a:ext cx="4063616" cy="3412963"/>
            <a:chOff x="5616761" y="4045738"/>
            <a:chExt cx="2325796" cy="1550532"/>
          </a:xfrm>
        </p:grpSpPr>
        <p:graphicFrame>
          <p:nvGraphicFramePr>
            <p:cNvPr id="25" name="차트 24">
              <a:extLst>
                <a:ext uri="{FF2B5EF4-FFF2-40B4-BE49-F238E27FC236}">
                  <a16:creationId xmlns:a16="http://schemas.microsoft.com/office/drawing/2014/main" id="{1C61831F-7B02-5A4E-9CAF-EA986E33F33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82841825"/>
                </p:ext>
              </p:extLst>
            </p:nvPr>
          </p:nvGraphicFramePr>
          <p:xfrm>
            <a:off x="5616761" y="4045738"/>
            <a:ext cx="2325796" cy="15505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41EE068-DDA5-6C43-A5DE-D59F4E38AEB3}"/>
                </a:ext>
              </a:extLst>
            </p:cNvPr>
            <p:cNvSpPr txBox="1"/>
            <p:nvPr/>
          </p:nvSpPr>
          <p:spPr>
            <a:xfrm>
              <a:off x="6477586" y="4657053"/>
              <a:ext cx="604145" cy="32790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3200" b="1" dirty="0" smtClean="0">
                  <a:solidFill>
                    <a:schemeClr val="bg1">
                      <a:lumMod val="95000"/>
                    </a:schemeClr>
                  </a:solidFill>
                  <a:latin typeface="프리젠테이션 7 Bold" pitchFamily="2" charset="-127"/>
                  <a:ea typeface="프리젠테이션 7 Bold" pitchFamily="2" charset="-127"/>
                </a:rPr>
                <a:t>20</a:t>
              </a:r>
              <a:r>
                <a:rPr lang="en-US" altLang="ko-KR" sz="3200" b="1" dirty="0">
                  <a:solidFill>
                    <a:schemeClr val="bg1">
                      <a:lumMod val="95000"/>
                    </a:schemeClr>
                  </a:solidFill>
                  <a:latin typeface="프리젠테이션 7 Bold" pitchFamily="2" charset="-127"/>
                  <a:ea typeface="프리젠테이션 7 Bold" pitchFamily="2" charset="-127"/>
                </a:rPr>
                <a:t>%</a:t>
              </a:r>
              <a:endParaRPr lang="ko-KR" altLang="en-US" sz="3200" b="1" dirty="0">
                <a:solidFill>
                  <a:schemeClr val="bg1">
                    <a:lumMod val="95000"/>
                  </a:schemeClr>
                </a:solidFill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94D0888-E5E8-C243-8A10-BFA69268DA1D}"/>
              </a:ext>
            </a:extLst>
          </p:cNvPr>
          <p:cNvGrpSpPr/>
          <p:nvPr/>
        </p:nvGrpSpPr>
        <p:grpSpPr>
          <a:xfrm>
            <a:off x="8253914" y="2010140"/>
            <a:ext cx="2554335" cy="2366818"/>
            <a:chOff x="5616761" y="4045738"/>
            <a:chExt cx="2325796" cy="1550532"/>
          </a:xfrm>
        </p:grpSpPr>
        <p:graphicFrame>
          <p:nvGraphicFramePr>
            <p:cNvPr id="28" name="차트 27">
              <a:extLst>
                <a:ext uri="{FF2B5EF4-FFF2-40B4-BE49-F238E27FC236}">
                  <a16:creationId xmlns:a16="http://schemas.microsoft.com/office/drawing/2014/main" id="{1C61831F-7B02-5A4E-9CAF-EA986E33F33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23532960"/>
                </p:ext>
              </p:extLst>
            </p:nvPr>
          </p:nvGraphicFramePr>
          <p:xfrm>
            <a:off x="5616761" y="4045738"/>
            <a:ext cx="2325796" cy="15505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41EE068-DDA5-6C43-A5DE-D59F4E38AEB3}"/>
                </a:ext>
              </a:extLst>
            </p:cNvPr>
            <p:cNvSpPr txBox="1"/>
            <p:nvPr/>
          </p:nvSpPr>
          <p:spPr>
            <a:xfrm>
              <a:off x="6477586" y="4657053"/>
              <a:ext cx="604145" cy="32790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3200" b="1" dirty="0" smtClean="0">
                  <a:solidFill>
                    <a:schemeClr val="bg1">
                      <a:lumMod val="95000"/>
                    </a:schemeClr>
                  </a:solidFill>
                  <a:latin typeface="프리젠테이션 7 Bold" pitchFamily="2" charset="-127"/>
                  <a:ea typeface="프리젠테이션 7 Bold" pitchFamily="2" charset="-127"/>
                </a:rPr>
                <a:t>20</a:t>
              </a:r>
              <a:r>
                <a:rPr lang="en-US" altLang="ko-KR" sz="3200" b="1" dirty="0">
                  <a:solidFill>
                    <a:schemeClr val="bg1">
                      <a:lumMod val="95000"/>
                    </a:schemeClr>
                  </a:solidFill>
                  <a:latin typeface="프리젠테이션 7 Bold" pitchFamily="2" charset="-127"/>
                  <a:ea typeface="프리젠테이션 7 Bold" pitchFamily="2" charset="-127"/>
                </a:rPr>
                <a:t>%</a:t>
              </a:r>
              <a:endParaRPr lang="ko-KR" altLang="en-US" sz="3200" b="1" dirty="0">
                <a:solidFill>
                  <a:schemeClr val="bg1">
                    <a:lumMod val="95000"/>
                  </a:schemeClr>
                </a:solidFill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sp>
        <p:nvSpPr>
          <p:cNvPr id="31" name="Text 1"/>
          <p:cNvSpPr/>
          <p:nvPr/>
        </p:nvSpPr>
        <p:spPr>
          <a:xfrm>
            <a:off x="587829" y="6052228"/>
            <a:ext cx="11016343" cy="492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laoreet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dolore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magna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aliquam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erat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volutpat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wisi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enim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ad minim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veniam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quis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nostrud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exerci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tation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ullamcorper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42659" y="5638736"/>
            <a:ext cx="11506682" cy="385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53"/>
              </a:lnSpc>
              <a:buNone/>
            </a:pPr>
            <a:r>
              <a:rPr lang="ko-KR" altLang="en-US" sz="2000" dirty="0" smtClean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그래프를 설명하는 메인 텍스트를 작성해주세요</a:t>
            </a:r>
            <a:r>
              <a:rPr lang="en-US" altLang="ko-KR" sz="2000" dirty="0" smtClean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20p</a:t>
            </a:r>
            <a:endParaRPr lang="en-US" sz="2000" dirty="0">
              <a:solidFill>
                <a:srgbClr val="171CAC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95023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PPT </a:t>
            </a:r>
            <a:r>
              <a:rPr lang="ko-KR" altLang="en-US" dirty="0" err="1"/>
              <a:t>대제목</a:t>
            </a:r>
            <a:r>
              <a:rPr lang="ko-KR" altLang="en-US" dirty="0"/>
              <a:t> 작성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 err="1"/>
              <a:t>중제목</a:t>
            </a:r>
            <a:r>
              <a:rPr lang="ko-KR" altLang="en-US" dirty="0"/>
              <a:t> 작성</a:t>
            </a:r>
          </a:p>
        </p:txBody>
      </p:sp>
      <p:sp>
        <p:nvSpPr>
          <p:cNvPr id="10" name="Text 1"/>
          <p:cNvSpPr/>
          <p:nvPr/>
        </p:nvSpPr>
        <p:spPr>
          <a:xfrm>
            <a:off x="2673909" y="828838"/>
            <a:ext cx="8284096" cy="34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laoreet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dolore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magna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aliquam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erat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volutpat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wisi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enim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ad minim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veniam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quis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nostrud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exerci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tation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 smtClean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ullamcorper</a:t>
            </a:r>
            <a:endParaRPr lang="en-US" sz="12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AAEF2E5C-F338-A64F-AAB3-BF89B8FF9C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6011723"/>
              </p:ext>
            </p:extLst>
          </p:nvPr>
        </p:nvGraphicFramePr>
        <p:xfrm>
          <a:off x="2595441" y="1948250"/>
          <a:ext cx="5716133" cy="3393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 1"/>
          <p:cNvSpPr/>
          <p:nvPr/>
        </p:nvSpPr>
        <p:spPr>
          <a:xfrm>
            <a:off x="342659" y="5638736"/>
            <a:ext cx="11506682" cy="385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53"/>
              </a:lnSpc>
              <a:buNone/>
            </a:pPr>
            <a:r>
              <a:rPr lang="ko-KR" altLang="en-US" sz="2000" dirty="0" smtClean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그래프를 설명하는 메인 텍스트를 작성해주세요</a:t>
            </a:r>
            <a:r>
              <a:rPr lang="en-US" altLang="ko-KR" sz="2000" dirty="0" smtClean="0">
                <a:solidFill>
                  <a:srgbClr val="171CAC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20p</a:t>
            </a:r>
            <a:endParaRPr lang="en-US" sz="2000" dirty="0">
              <a:solidFill>
                <a:srgbClr val="171CAC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0" name="Text 1"/>
          <p:cNvSpPr/>
          <p:nvPr/>
        </p:nvSpPr>
        <p:spPr>
          <a:xfrm>
            <a:off x="587829" y="6052228"/>
            <a:ext cx="11016343" cy="492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laoreet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dolore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magna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aliquam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erat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volutpat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wisi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enim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ad minim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veniam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quis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nostrud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exerci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tation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ullamcorper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8793331" y="2208767"/>
            <a:ext cx="1564937" cy="450028"/>
          </a:xfrm>
          <a:prstGeom prst="roundRect">
            <a:avLst>
              <a:gd name="adj" fmla="val 6386"/>
            </a:avLst>
          </a:prstGeom>
          <a:solidFill>
            <a:srgbClr val="0C0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부분 설명 타이틀</a:t>
            </a:r>
            <a:endParaRPr lang="en-US" altLang="ko-KR" sz="105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9304730" y="2796442"/>
            <a:ext cx="1653275" cy="412615"/>
          </a:xfrm>
          <a:prstGeom prst="roundRect">
            <a:avLst>
              <a:gd name="adj" fmla="val 6386"/>
            </a:avLst>
          </a:prstGeom>
          <a:solidFill>
            <a:srgbClr val="E6E7FF">
              <a:alpha val="50000"/>
            </a:srgbClr>
          </a:solidFill>
          <a:ln w="952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부분 설명 타이틀</a:t>
            </a:r>
            <a:endParaRPr lang="en-US" altLang="ko-KR" sz="105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3" name="꺾인 연결선 2"/>
          <p:cNvCxnSpPr>
            <a:stCxn id="12" idx="1"/>
          </p:cNvCxnSpPr>
          <p:nvPr/>
        </p:nvCxnSpPr>
        <p:spPr>
          <a:xfrm rot="10800000" flipV="1">
            <a:off x="7736114" y="3002750"/>
            <a:ext cx="1568616" cy="959650"/>
          </a:xfrm>
          <a:prstGeom prst="bentConnector3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3"/>
          <p:cNvSpPr/>
          <p:nvPr/>
        </p:nvSpPr>
        <p:spPr>
          <a:xfrm>
            <a:off x="7890313" y="1623894"/>
            <a:ext cx="1685487" cy="423762"/>
          </a:xfrm>
          <a:prstGeom prst="roundRect">
            <a:avLst>
              <a:gd name="adj" fmla="val 5865"/>
            </a:avLst>
          </a:prstGeom>
          <a:solidFill>
            <a:srgbClr val="FF4B4B"/>
          </a:solidFill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부분 설명 타이틀</a:t>
            </a:r>
            <a:endParaRPr lang="en-US" altLang="ko-KR" sz="105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15" name="꺾인 연결선 14"/>
          <p:cNvCxnSpPr>
            <a:stCxn id="14" idx="1"/>
          </p:cNvCxnSpPr>
          <p:nvPr/>
        </p:nvCxnSpPr>
        <p:spPr>
          <a:xfrm rot="10800000" flipV="1">
            <a:off x="4267207" y="1835775"/>
            <a:ext cx="3623107" cy="731966"/>
          </a:xfrm>
          <a:prstGeom prst="bentConnector3">
            <a:avLst>
              <a:gd name="adj1" fmla="val 100126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11" idx="1"/>
          </p:cNvCxnSpPr>
          <p:nvPr/>
        </p:nvCxnSpPr>
        <p:spPr>
          <a:xfrm rot="10800000" flipV="1">
            <a:off x="6781931" y="2433780"/>
            <a:ext cx="2011401" cy="1020591"/>
          </a:xfrm>
          <a:prstGeom prst="bentConnector3">
            <a:avLst>
              <a:gd name="adj1" fmla="val 88515"/>
            </a:avLst>
          </a:prstGeom>
          <a:ln>
            <a:solidFill>
              <a:srgbClr val="0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1"/>
          <p:cNvSpPr/>
          <p:nvPr/>
        </p:nvSpPr>
        <p:spPr>
          <a:xfrm>
            <a:off x="395032" y="740036"/>
            <a:ext cx="1976693" cy="406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dirty="0" smtClean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작성해주세요</a:t>
            </a:r>
            <a:r>
              <a:rPr lang="en-US" altLang="ko-KR" dirty="0" smtClean="0">
                <a:solidFill>
                  <a:schemeClr val="bg1">
                    <a:lumMod val="9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en-US" dirty="0">
              <a:solidFill>
                <a:schemeClr val="bg1">
                  <a:lumMod val="9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9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smtClean="0"/>
              <a:t>컨텐츠 작성</a:t>
            </a:r>
            <a:endParaRPr lang="ko-KR" altLang="en-US" dirty="0"/>
          </a:p>
        </p:txBody>
      </p:sp>
      <p:sp>
        <p:nvSpPr>
          <p:cNvPr id="40" name="Text 1"/>
          <p:cNvSpPr/>
          <p:nvPr/>
        </p:nvSpPr>
        <p:spPr>
          <a:xfrm>
            <a:off x="395032" y="780494"/>
            <a:ext cx="2200409" cy="67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작성해주세요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8" name="Text 1"/>
          <p:cNvSpPr/>
          <p:nvPr/>
        </p:nvSpPr>
        <p:spPr>
          <a:xfrm>
            <a:off x="2676575" y="719331"/>
            <a:ext cx="8870845" cy="7379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sp>
        <p:nvSpPr>
          <p:cNvPr id="15" name="원호 14">
            <a:extLst>
              <a:ext uri="{FF2B5EF4-FFF2-40B4-BE49-F238E27FC236}">
                <a16:creationId xmlns:a16="http://schemas.microsoft.com/office/drawing/2014/main" id="{4A14F7C8-F11A-5B5F-78CD-9D935CF937DF}"/>
              </a:ext>
            </a:extLst>
          </p:cNvPr>
          <p:cNvSpPr/>
          <p:nvPr/>
        </p:nvSpPr>
        <p:spPr>
          <a:xfrm>
            <a:off x="963855" y="2245051"/>
            <a:ext cx="3104743" cy="3104743"/>
          </a:xfrm>
          <a:prstGeom prst="arc">
            <a:avLst>
              <a:gd name="adj1" fmla="val 5400912"/>
              <a:gd name="adj2" fmla="val 19370564"/>
            </a:avLst>
          </a:prstGeom>
          <a:ln w="34925">
            <a:solidFill>
              <a:srgbClr val="1419AB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92985E4-A8AB-E128-7D0F-401C8F8CC8ED}"/>
              </a:ext>
            </a:extLst>
          </p:cNvPr>
          <p:cNvSpPr/>
          <p:nvPr/>
        </p:nvSpPr>
        <p:spPr>
          <a:xfrm>
            <a:off x="3710051" y="2851322"/>
            <a:ext cx="122620" cy="122620"/>
          </a:xfrm>
          <a:prstGeom prst="ellipse">
            <a:avLst/>
          </a:prstGeom>
          <a:solidFill>
            <a:schemeClr val="bg1"/>
          </a:solidFill>
          <a:ln w="31750">
            <a:solidFill>
              <a:srgbClr val="141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9C8F2697-87FF-AAF7-DFBD-C1A2D80D35BF}"/>
              </a:ext>
            </a:extLst>
          </p:cNvPr>
          <p:cNvSpPr/>
          <p:nvPr/>
        </p:nvSpPr>
        <p:spPr>
          <a:xfrm rot="3022874">
            <a:off x="3384890" y="2925811"/>
            <a:ext cx="325309" cy="280439"/>
          </a:xfrm>
          <a:prstGeom prst="triangle">
            <a:avLst/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AE8CF58-B91C-BDEB-1C06-6F373A31B978}"/>
              </a:ext>
            </a:extLst>
          </p:cNvPr>
          <p:cNvSpPr/>
          <p:nvPr/>
        </p:nvSpPr>
        <p:spPr>
          <a:xfrm>
            <a:off x="1273175" y="2554371"/>
            <a:ext cx="2486102" cy="2486102"/>
          </a:xfrm>
          <a:prstGeom prst="ellipse">
            <a:avLst/>
          </a:prstGeom>
          <a:solidFill>
            <a:srgbClr val="1419AB"/>
          </a:solidFill>
          <a:ln w="279400">
            <a:noFill/>
          </a:ln>
          <a:effectLst>
            <a:outerShdw blurRad="279400" sx="102000" sy="102000" algn="ctr" rotWithShape="0">
              <a:prstClr val="black">
                <a:alpha val="8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65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%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1A9C62-B191-237D-F20E-B58AB8DBD6E7}"/>
              </a:ext>
            </a:extLst>
          </p:cNvPr>
          <p:cNvSpPr txBox="1"/>
          <p:nvPr/>
        </p:nvSpPr>
        <p:spPr>
          <a:xfrm>
            <a:off x="4864349" y="3318256"/>
            <a:ext cx="121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363AB9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75</a:t>
            </a: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63AB9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%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363AB9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CC50C52-1BF3-11A0-2A68-533832A6859D}"/>
              </a:ext>
            </a:extLst>
          </p:cNvPr>
          <p:cNvSpPr/>
          <p:nvPr/>
        </p:nvSpPr>
        <p:spPr>
          <a:xfrm>
            <a:off x="4580135" y="2698504"/>
            <a:ext cx="1780542" cy="1780542"/>
          </a:xfrm>
          <a:prstGeom prst="ellipse">
            <a:avLst/>
          </a:prstGeom>
          <a:ln w="60325" cap="rnd">
            <a:solidFill>
              <a:schemeClr val="bg1">
                <a:lumMod val="75000"/>
                <a:alpha val="3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원호 41">
            <a:extLst>
              <a:ext uri="{FF2B5EF4-FFF2-40B4-BE49-F238E27FC236}">
                <a16:creationId xmlns:a16="http://schemas.microsoft.com/office/drawing/2014/main" id="{276F688C-7D9C-E13F-0542-6C832C585EF2}"/>
              </a:ext>
            </a:extLst>
          </p:cNvPr>
          <p:cNvSpPr/>
          <p:nvPr/>
        </p:nvSpPr>
        <p:spPr>
          <a:xfrm>
            <a:off x="4580136" y="2701593"/>
            <a:ext cx="1780542" cy="1780542"/>
          </a:xfrm>
          <a:prstGeom prst="arc">
            <a:avLst>
              <a:gd name="adj1" fmla="val 16200000"/>
              <a:gd name="adj2" fmla="val 11013480"/>
            </a:avLst>
          </a:prstGeom>
          <a:ln w="88900" cap="rnd">
            <a:solidFill>
              <a:srgbClr val="1419AB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58B4B28-52A2-B685-A3E1-83F3BBCB1FB9}"/>
              </a:ext>
            </a:extLst>
          </p:cNvPr>
          <p:cNvSpPr/>
          <p:nvPr/>
        </p:nvSpPr>
        <p:spPr>
          <a:xfrm>
            <a:off x="4275052" y="4819285"/>
            <a:ext cx="2435125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CONTENTS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설명 작성해주세요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1A9C62-B191-237D-F20E-B58AB8DBD6E7}"/>
              </a:ext>
            </a:extLst>
          </p:cNvPr>
          <p:cNvSpPr txBox="1"/>
          <p:nvPr/>
        </p:nvSpPr>
        <p:spPr>
          <a:xfrm>
            <a:off x="7131550" y="3315167"/>
            <a:ext cx="121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363AB9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75</a:t>
            </a: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63AB9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%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363AB9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CC50C52-1BF3-11A0-2A68-533832A6859D}"/>
              </a:ext>
            </a:extLst>
          </p:cNvPr>
          <p:cNvSpPr/>
          <p:nvPr/>
        </p:nvSpPr>
        <p:spPr>
          <a:xfrm>
            <a:off x="6847336" y="2695415"/>
            <a:ext cx="1780542" cy="1780542"/>
          </a:xfrm>
          <a:prstGeom prst="ellipse">
            <a:avLst/>
          </a:prstGeom>
          <a:ln w="60325" cap="rnd">
            <a:solidFill>
              <a:schemeClr val="bg1">
                <a:lumMod val="75000"/>
                <a:alpha val="3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원호 45">
            <a:extLst>
              <a:ext uri="{FF2B5EF4-FFF2-40B4-BE49-F238E27FC236}">
                <a16:creationId xmlns:a16="http://schemas.microsoft.com/office/drawing/2014/main" id="{276F688C-7D9C-E13F-0542-6C832C585EF2}"/>
              </a:ext>
            </a:extLst>
          </p:cNvPr>
          <p:cNvSpPr/>
          <p:nvPr/>
        </p:nvSpPr>
        <p:spPr>
          <a:xfrm>
            <a:off x="6847337" y="2698504"/>
            <a:ext cx="1780542" cy="1780542"/>
          </a:xfrm>
          <a:prstGeom prst="arc">
            <a:avLst>
              <a:gd name="adj1" fmla="val 16200000"/>
              <a:gd name="adj2" fmla="val 11013480"/>
            </a:avLst>
          </a:prstGeom>
          <a:ln w="88900" cap="rnd">
            <a:solidFill>
              <a:srgbClr val="1419AB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58B4B28-52A2-B685-A3E1-83F3BBCB1FB9}"/>
              </a:ext>
            </a:extLst>
          </p:cNvPr>
          <p:cNvSpPr/>
          <p:nvPr/>
        </p:nvSpPr>
        <p:spPr>
          <a:xfrm>
            <a:off x="6542253" y="4816196"/>
            <a:ext cx="2435125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CONTENTS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설명 작성해주세요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1A9C62-B191-237D-F20E-B58AB8DBD6E7}"/>
              </a:ext>
            </a:extLst>
          </p:cNvPr>
          <p:cNvSpPr txBox="1"/>
          <p:nvPr/>
        </p:nvSpPr>
        <p:spPr>
          <a:xfrm>
            <a:off x="9417565" y="3312078"/>
            <a:ext cx="121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363AB9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75</a:t>
            </a:r>
            <a:r>
              <a:rPr kumimoji="0" lang="en-US" altLang="ko-KR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63AB9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%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363AB9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CC50C52-1BF3-11A0-2A68-533832A6859D}"/>
              </a:ext>
            </a:extLst>
          </p:cNvPr>
          <p:cNvSpPr/>
          <p:nvPr/>
        </p:nvSpPr>
        <p:spPr>
          <a:xfrm>
            <a:off x="9133351" y="2692326"/>
            <a:ext cx="1780542" cy="1780542"/>
          </a:xfrm>
          <a:prstGeom prst="ellipse">
            <a:avLst/>
          </a:prstGeom>
          <a:ln w="60325" cap="rnd">
            <a:solidFill>
              <a:schemeClr val="bg1">
                <a:lumMod val="75000"/>
                <a:alpha val="3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원호 49">
            <a:extLst>
              <a:ext uri="{FF2B5EF4-FFF2-40B4-BE49-F238E27FC236}">
                <a16:creationId xmlns:a16="http://schemas.microsoft.com/office/drawing/2014/main" id="{276F688C-7D9C-E13F-0542-6C832C585EF2}"/>
              </a:ext>
            </a:extLst>
          </p:cNvPr>
          <p:cNvSpPr/>
          <p:nvPr/>
        </p:nvSpPr>
        <p:spPr>
          <a:xfrm>
            <a:off x="9133352" y="2695415"/>
            <a:ext cx="1780542" cy="1780542"/>
          </a:xfrm>
          <a:prstGeom prst="arc">
            <a:avLst>
              <a:gd name="adj1" fmla="val 16200000"/>
              <a:gd name="adj2" fmla="val 11013480"/>
            </a:avLst>
          </a:prstGeom>
          <a:ln w="88900" cap="rnd">
            <a:solidFill>
              <a:srgbClr val="1419AB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58B4B28-52A2-B685-A3E1-83F3BBCB1FB9}"/>
              </a:ext>
            </a:extLst>
          </p:cNvPr>
          <p:cNvSpPr/>
          <p:nvPr/>
        </p:nvSpPr>
        <p:spPr>
          <a:xfrm>
            <a:off x="8828268" y="4813107"/>
            <a:ext cx="2435125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CONTENTS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설명 작성해주세요</a:t>
            </a:r>
            <a:r>
              <a:rPr lang="en-US" altLang="ko-KR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0049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r>
              <a:rPr lang="ko-KR" altLang="en-US" dirty="0" smtClean="0"/>
              <a:t> 작성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01 </a:t>
            </a:r>
            <a:r>
              <a:rPr lang="ko-KR" altLang="en-US" dirty="0" smtClean="0"/>
              <a:t>컨텐츠 작성</a:t>
            </a:r>
            <a:endParaRPr lang="ko-KR" altLang="en-US" dirty="0"/>
          </a:p>
        </p:txBody>
      </p:sp>
      <p:sp>
        <p:nvSpPr>
          <p:cNvPr id="40" name="Text 1"/>
          <p:cNvSpPr/>
          <p:nvPr/>
        </p:nvSpPr>
        <p:spPr>
          <a:xfrm>
            <a:off x="395032" y="780494"/>
            <a:ext cx="2200409" cy="8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 </a:t>
            </a: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텍스트 작성해주세요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</p:txBody>
      </p:sp>
      <p:sp>
        <p:nvSpPr>
          <p:cNvPr id="28" name="Text 1"/>
          <p:cNvSpPr/>
          <p:nvPr/>
        </p:nvSpPr>
        <p:spPr>
          <a:xfrm>
            <a:off x="2676575" y="719331"/>
            <a:ext cx="8870845" cy="7379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12pt/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Lorem ipsum dolor sit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</p:txBody>
      </p:sp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2C5C8163-95C9-B431-172E-DD7EF43A7E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0998552"/>
              </p:ext>
            </p:extLst>
          </p:nvPr>
        </p:nvGraphicFramePr>
        <p:xfrm>
          <a:off x="722841" y="1995145"/>
          <a:ext cx="5702300" cy="432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모서리가 둥근 직사각형 34"/>
          <p:cNvSpPr/>
          <p:nvPr/>
        </p:nvSpPr>
        <p:spPr>
          <a:xfrm>
            <a:off x="7387773" y="1995144"/>
            <a:ext cx="3565978" cy="414021"/>
          </a:xfrm>
          <a:prstGeom prst="roundRect">
            <a:avLst>
              <a:gd name="adj" fmla="val 6386"/>
            </a:avLst>
          </a:prstGeom>
          <a:solidFill>
            <a:srgbClr val="0C0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부분 설명 타이틀</a:t>
            </a:r>
            <a:endParaRPr lang="en-US" altLang="ko-KR" sz="12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36" name="꺾인 연결선 35"/>
          <p:cNvCxnSpPr>
            <a:stCxn id="35" idx="1"/>
          </p:cNvCxnSpPr>
          <p:nvPr/>
        </p:nvCxnSpPr>
        <p:spPr>
          <a:xfrm rot="10800000" flipV="1">
            <a:off x="4281721" y="2202155"/>
            <a:ext cx="3106053" cy="679116"/>
          </a:xfrm>
          <a:prstGeom prst="bentConnector3">
            <a:avLst>
              <a:gd name="adj1" fmla="val 50000"/>
            </a:avLst>
          </a:prstGeom>
          <a:ln>
            <a:solidFill>
              <a:srgbClr val="0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37"/>
          <p:cNvSpPr/>
          <p:nvPr/>
        </p:nvSpPr>
        <p:spPr>
          <a:xfrm>
            <a:off x="7380676" y="4262771"/>
            <a:ext cx="3565978" cy="414021"/>
          </a:xfrm>
          <a:prstGeom prst="roundRect">
            <a:avLst>
              <a:gd name="adj" fmla="val 6386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부분 설명 타이틀</a:t>
            </a:r>
            <a:endParaRPr lang="en-US" altLang="ko-KR" sz="12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39" name="꺾인 연결선 38"/>
          <p:cNvCxnSpPr>
            <a:stCxn id="38" idx="1"/>
          </p:cNvCxnSpPr>
          <p:nvPr/>
        </p:nvCxnSpPr>
        <p:spPr>
          <a:xfrm rot="10800000" flipV="1">
            <a:off x="4281716" y="4469781"/>
            <a:ext cx="3098960" cy="537879"/>
          </a:xfrm>
          <a:prstGeom prst="bentConnector3">
            <a:avLst>
              <a:gd name="adj1" fmla="val 50000"/>
            </a:avLst>
          </a:prstGeom>
          <a:ln>
            <a:solidFill>
              <a:srgbClr val="0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6560457" y="4070642"/>
            <a:ext cx="5631543" cy="0"/>
          </a:xfrm>
          <a:prstGeom prst="line">
            <a:avLst/>
          </a:prstGeom>
          <a:ln>
            <a:solidFill>
              <a:schemeClr val="bg1">
                <a:lumMod val="65000"/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1"/>
          <p:cNvSpPr/>
          <p:nvPr/>
        </p:nvSpPr>
        <p:spPr>
          <a:xfrm>
            <a:off x="7387772" y="2595431"/>
            <a:ext cx="3558882" cy="87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laoreet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dolore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magna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aliquam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erat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volutpat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wisi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enim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ad minim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veniam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quis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nostrud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exerci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tation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ullamcorper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1"/>
          <p:cNvSpPr/>
          <p:nvPr/>
        </p:nvSpPr>
        <p:spPr>
          <a:xfrm>
            <a:off x="7380676" y="4903048"/>
            <a:ext cx="3558882" cy="87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Lorem ipsum dolor sit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amet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consectetuer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adipiscing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elit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diam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nonummy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nibh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euismod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tincidunt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laoreet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dolore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magna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aliquam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erat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volutpat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wisi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enim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ad minim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veniam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quis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nostrud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exerci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tation</a:t>
            </a:r>
            <a:r>
              <a:rPr lang="en-US" altLang="ko-KR" sz="1100" dirty="0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 err="1" smtClean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ullamcorper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56236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01247" y="4975384"/>
            <a:ext cx="1542754" cy="2581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01245" y="5688832"/>
            <a:ext cx="3833891" cy="744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AI, Cloud, BigData, CDN, Contact Center, 스마트 </a:t>
            </a:r>
            <a:r>
              <a:rPr lang="en-US" sz="1200" dirty="0" err="1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</a:t>
            </a:r>
            <a:r>
              <a:rPr lang="en-US" sz="1200" dirty="0" smtClean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l">
              <a:buNone/>
            </a:pPr>
            <a:r>
              <a:rPr lang="en-US" sz="1200" dirty="0" err="1" smtClean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</a:t>
            </a:r>
            <a:r>
              <a:rPr lang="en-US" sz="1200" dirty="0" smtClean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 등 다양한 영역에서 고객의 Business를 선도하는 Digital Innovator입니다.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3"/>
          <p:cNvSpPr/>
          <p:nvPr/>
        </p:nvSpPr>
        <p:spPr>
          <a:xfrm>
            <a:off x="7601247" y="5418660"/>
            <a:ext cx="2821971" cy="257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Drive Neo Technology</a:t>
            </a:r>
            <a:endParaRPr lang="en-US" sz="1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7275314" y="4944583"/>
            <a:ext cx="0" cy="1488913"/>
          </a:xfrm>
          <a:prstGeom prst="line">
            <a:avLst/>
          </a:prstGeom>
          <a:ln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311" y="1286198"/>
            <a:ext cx="7532191" cy="10188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ts val="4064"/>
              </a:lnSpc>
            </a:pPr>
            <a:r>
              <a:rPr lang="en-US" altLang="ko-KR" sz="66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Q&amp;A</a:t>
            </a:r>
            <a:endParaRPr lang="en-US" altLang="ko-KR" sz="66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03311" y="664962"/>
            <a:ext cx="3689289" cy="341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53"/>
              </a:lnSpc>
              <a:buNone/>
            </a:pPr>
            <a:r>
              <a:rPr lang="ko-KR" altLang="en-US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발표 제목을 작성해주세요</a:t>
            </a:r>
            <a:r>
              <a:rPr lang="en-US" altLang="ko-KR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en-US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0263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3311" y="2311400"/>
            <a:ext cx="1598632" cy="2674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83351" y="3324430"/>
            <a:ext cx="5000082" cy="257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0"/>
              </a:lnSpc>
              <a:buNone/>
            </a:pPr>
            <a:r>
              <a:rPr lang="en-US" dirty="0" smtClean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contact@gsneotek.com  </a:t>
            </a:r>
            <a:r>
              <a:rPr lang="ko-KR" altLang="en-US" dirty="0" smtClean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또는 개인 회사 메일</a:t>
            </a:r>
            <a:endParaRPr lang="en-US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3312" y="2943548"/>
            <a:ext cx="6593902" cy="10188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ts val="4064"/>
              </a:lnSpc>
            </a:pPr>
            <a:r>
              <a:rPr lang="ko-KR" altLang="en-US" sz="66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문의</a:t>
            </a:r>
            <a:r>
              <a:rPr lang="en-US" altLang="ko-KR" sz="66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 sz="66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상담</a:t>
            </a:r>
            <a:endParaRPr lang="en-US" altLang="ko-KR" sz="66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59242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3311" y="2311400"/>
            <a:ext cx="1598632" cy="2674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61461" y="3324430"/>
            <a:ext cx="2821971" cy="257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Drive Neo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311" y="2943548"/>
            <a:ext cx="7532191" cy="10188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ts val="4064"/>
              </a:lnSpc>
            </a:pPr>
            <a:r>
              <a:rPr lang="ko-KR" altLang="en-US" sz="66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감사합니다</a:t>
            </a:r>
            <a:r>
              <a:rPr lang="en-US" altLang="ko-KR" sz="66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  <a:endParaRPr lang="en-US" altLang="ko-KR" sz="66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7807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3905</Words>
  <Application>Microsoft Office PowerPoint</Application>
  <PresentationFormat>와이드스크린</PresentationFormat>
  <Paragraphs>667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46</vt:i4>
      </vt:variant>
    </vt:vector>
  </HeadingPairs>
  <TitlesOfParts>
    <vt:vector size="60" baseType="lpstr">
      <vt:lpstr>Pretendard</vt:lpstr>
      <vt:lpstr>Pretendard ExtraBold</vt:lpstr>
      <vt:lpstr>Pretendard Light</vt:lpstr>
      <vt:lpstr>Pretendard Medium</vt:lpstr>
      <vt:lpstr>Pretendard SemiBold</vt:lpstr>
      <vt:lpstr>맑은 고딕</vt:lpstr>
      <vt:lpstr>맑은 고딕</vt:lpstr>
      <vt:lpstr>프리젠테이션 4 Regular</vt:lpstr>
      <vt:lpstr>프리젠테이션 5 Medium</vt:lpstr>
      <vt:lpstr>프리젠테이션 7 Bold</vt:lpstr>
      <vt:lpstr>Arial</vt:lpstr>
      <vt:lpstr>Wingdings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발표 제목을 작성해주세요</vt:lpstr>
      <vt:lpstr>발표 제목을 작성해주세요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gsin</dc:creator>
  <cp:lastModifiedBy>gsin</cp:lastModifiedBy>
  <cp:revision>112</cp:revision>
  <dcterms:created xsi:type="dcterms:W3CDTF">2026-04-14T08:20:41Z</dcterms:created>
  <dcterms:modified xsi:type="dcterms:W3CDTF">2026-05-26T07:20:56Z</dcterms:modified>
</cp:coreProperties>
</file>